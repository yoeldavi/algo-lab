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79" r:id="rId1"/>
  </p:sldMasterIdLst>
  <p:notesMasterIdLst>
    <p:notesMasterId r:id="rId61"/>
  </p:notesMasterIdLst>
  <p:sldIdLst>
    <p:sldId id="256" r:id="rId2"/>
    <p:sldId id="257" r:id="rId3"/>
    <p:sldId id="282" r:id="rId4"/>
    <p:sldId id="302" r:id="rId5"/>
    <p:sldId id="303" r:id="rId6"/>
    <p:sldId id="304" r:id="rId7"/>
    <p:sldId id="305" r:id="rId8"/>
    <p:sldId id="259" r:id="rId9"/>
    <p:sldId id="262" r:id="rId10"/>
    <p:sldId id="306" r:id="rId11"/>
    <p:sldId id="260" r:id="rId12"/>
    <p:sldId id="263" r:id="rId13"/>
    <p:sldId id="261" r:id="rId14"/>
    <p:sldId id="284" r:id="rId15"/>
    <p:sldId id="273" r:id="rId16"/>
    <p:sldId id="272" r:id="rId17"/>
    <p:sldId id="295" r:id="rId18"/>
    <p:sldId id="274" r:id="rId19"/>
    <p:sldId id="264" r:id="rId20"/>
    <p:sldId id="279" r:id="rId21"/>
    <p:sldId id="307" r:id="rId22"/>
    <p:sldId id="308" r:id="rId23"/>
    <p:sldId id="265" r:id="rId24"/>
    <p:sldId id="283" r:id="rId25"/>
    <p:sldId id="309" r:id="rId26"/>
    <p:sldId id="310" r:id="rId27"/>
    <p:sldId id="266" r:id="rId28"/>
    <p:sldId id="311" r:id="rId29"/>
    <p:sldId id="312" r:id="rId30"/>
    <p:sldId id="313" r:id="rId31"/>
    <p:sldId id="296" r:id="rId32"/>
    <p:sldId id="268" r:id="rId33"/>
    <p:sldId id="269" r:id="rId34"/>
    <p:sldId id="293" r:id="rId35"/>
    <p:sldId id="270" r:id="rId36"/>
    <p:sldId id="291" r:id="rId37"/>
    <p:sldId id="314" r:id="rId38"/>
    <p:sldId id="315" r:id="rId39"/>
    <p:sldId id="271" r:id="rId40"/>
    <p:sldId id="316" r:id="rId41"/>
    <p:sldId id="275" r:id="rId42"/>
    <p:sldId id="276" r:id="rId43"/>
    <p:sldId id="317" r:id="rId44"/>
    <p:sldId id="318" r:id="rId45"/>
    <p:sldId id="277" r:id="rId46"/>
    <p:sldId id="319" r:id="rId47"/>
    <p:sldId id="320" r:id="rId48"/>
    <p:sldId id="321" r:id="rId49"/>
    <p:sldId id="322" r:id="rId50"/>
    <p:sldId id="297" r:id="rId51"/>
    <p:sldId id="287" r:id="rId52"/>
    <p:sldId id="323" r:id="rId53"/>
    <p:sldId id="288" r:id="rId54"/>
    <p:sldId id="324" r:id="rId55"/>
    <p:sldId id="325" r:id="rId56"/>
    <p:sldId id="326" r:id="rId57"/>
    <p:sldId id="289" r:id="rId58"/>
    <p:sldId id="327" r:id="rId59"/>
    <p:sldId id="290" r:id="rId6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A56A5E54-F53C-4DFF-9596-898AB338D9E6}">
          <p14:sldIdLst>
            <p14:sldId id="256"/>
            <p14:sldId id="257"/>
          </p14:sldIdLst>
        </p14:section>
        <p14:section name="intro" id="{98169C83-CA6F-4D72-84AD-79588FEBE1B6}">
          <p14:sldIdLst>
            <p14:sldId id="282"/>
            <p14:sldId id="302"/>
            <p14:sldId id="303"/>
            <p14:sldId id="304"/>
            <p14:sldId id="305"/>
            <p14:sldId id="259"/>
            <p14:sldId id="262"/>
            <p14:sldId id="306"/>
            <p14:sldId id="260"/>
            <p14:sldId id="263"/>
            <p14:sldId id="261"/>
          </p14:sldIdLst>
        </p14:section>
        <p14:section name="formal" id="{9FA444CB-2844-46E4-8767-99EA23783A84}">
          <p14:sldIdLst>
            <p14:sldId id="284"/>
            <p14:sldId id="273"/>
            <p14:sldId id="272"/>
            <p14:sldId id="295"/>
            <p14:sldId id="274"/>
          </p14:sldIdLst>
        </p14:section>
        <p14:section name="SEP to SP" id="{BE3F986C-D0A7-4B32-9187-0AE1AECD6D7C}">
          <p14:sldIdLst>
            <p14:sldId id="264"/>
            <p14:sldId id="279"/>
            <p14:sldId id="307"/>
            <p14:sldId id="308"/>
            <p14:sldId id="265"/>
            <p14:sldId id="283"/>
            <p14:sldId id="309"/>
            <p14:sldId id="310"/>
            <p14:sldId id="266"/>
            <p14:sldId id="311"/>
            <p14:sldId id="312"/>
            <p14:sldId id="313"/>
            <p14:sldId id="296"/>
            <p14:sldId id="268"/>
            <p14:sldId id="269"/>
            <p14:sldId id="293"/>
            <p14:sldId id="270"/>
            <p14:sldId id="291"/>
            <p14:sldId id="314"/>
            <p14:sldId id="315"/>
            <p14:sldId id="271"/>
            <p14:sldId id="316"/>
          </p14:sldIdLst>
        </p14:section>
        <p14:section name="SP to SEP" id="{77426EF6-1B61-423F-AF39-895E21807D5E}">
          <p14:sldIdLst>
            <p14:sldId id="275"/>
            <p14:sldId id="276"/>
            <p14:sldId id="317"/>
            <p14:sldId id="318"/>
            <p14:sldId id="277"/>
            <p14:sldId id="319"/>
            <p14:sldId id="320"/>
            <p14:sldId id="321"/>
            <p14:sldId id="322"/>
            <p14:sldId id="297"/>
            <p14:sldId id="287"/>
            <p14:sldId id="323"/>
            <p14:sldId id="288"/>
            <p14:sldId id="324"/>
            <p14:sldId id="325"/>
            <p14:sldId id="326"/>
            <p14:sldId id="289"/>
            <p14:sldId id="327"/>
          </p14:sldIdLst>
        </p14:section>
        <p14:section name="home" id="{25E9167E-E97E-40AC-8E34-FFE2F3016311}">
          <p14:sldIdLst>
            <p14:sldId id="29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AB797"/>
    <a:srgbClr val="0070C0"/>
    <a:srgbClr val="3E8853"/>
    <a:srgbClr val="FE9CAC"/>
    <a:srgbClr val="FC3657"/>
    <a:srgbClr val="2E663E"/>
    <a:srgbClr val="1CADE4"/>
    <a:srgbClr val="404040"/>
    <a:srgbClr val="D3F5F6"/>
    <a:srgbClr val="00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4C5721D-0ED6-4BE2-8253-4A4290132EBB}" v="6015" dt="2026-10-16T12:58:55.61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136" autoAdjust="0"/>
    <p:restoredTop sz="82256" autoAdjust="0"/>
  </p:normalViewPr>
  <p:slideViewPr>
    <p:cSldViewPr snapToGrid="0">
      <p:cViewPr varScale="1">
        <p:scale>
          <a:sx n="78" d="100"/>
          <a:sy n="78" d="100"/>
        </p:scale>
        <p:origin x="9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microsoft.com/office/2016/11/relationships/changesInfo" Target="changesInfos/changesInfo1.xml"/><Relationship Id="rId5" Type="http://schemas.openxmlformats.org/officeDocument/2006/relationships/slide" Target="slides/slide4.xml"/><Relationship Id="rId61" Type="http://schemas.openxmlformats.org/officeDocument/2006/relationships/notesMaster" Target="notesMasters/notesMaster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microsoft.com/office/2015/10/relationships/revisionInfo" Target="revisionInfo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iel Khuzman" userId="44bd3a8ee2020114" providerId="LiveId" clId="{7D111082-8647-47A3-B782-03586228AC5B}"/>
    <pc:docChg chg="undo redo custSel addSld delSld modSld sldOrd modSection">
      <pc:chgData name="Ariel Khuzman" userId="44bd3a8ee2020114" providerId="LiveId" clId="{7D111082-8647-47A3-B782-03586228AC5B}" dt="2026-10-16T12:58:55.616" v="8481"/>
      <pc:docMkLst>
        <pc:docMk/>
      </pc:docMkLst>
      <pc:sldChg chg="modSp mod addAnim delAnim modAnim">
        <pc:chgData name="Ariel Khuzman" userId="44bd3a8ee2020114" providerId="LiveId" clId="{7D111082-8647-47A3-B782-03586228AC5B}" dt="2026-10-16T12:53:20.381" v="8467" actId="14100"/>
        <pc:sldMkLst>
          <pc:docMk/>
          <pc:sldMk cId="3040123720" sldId="257"/>
        </pc:sldMkLst>
        <pc:spChg chg="mod">
          <ac:chgData name="Ariel Khuzman" userId="44bd3a8ee2020114" providerId="LiveId" clId="{7D111082-8647-47A3-B782-03586228AC5B}" dt="2026-10-15T06:42:55.829" v="30" actId="20577"/>
          <ac:spMkLst>
            <pc:docMk/>
            <pc:sldMk cId="3040123720" sldId="257"/>
            <ac:spMk id="2" creationId="{F7942A98-9889-4DD6-AEBC-0F483BAEF236}"/>
          </ac:spMkLst>
        </pc:spChg>
        <pc:spChg chg="mod">
          <ac:chgData name="Ariel Khuzman" userId="44bd3a8ee2020114" providerId="LiveId" clId="{7D111082-8647-47A3-B782-03586228AC5B}" dt="2026-10-16T12:53:20.381" v="8467" actId="14100"/>
          <ac:spMkLst>
            <pc:docMk/>
            <pc:sldMk cId="3040123720" sldId="257"/>
            <ac:spMk id="3" creationId="{55B2C09C-E847-40F6-AD76-BCDF27C97D1E}"/>
          </ac:spMkLst>
        </pc:spChg>
      </pc:sldChg>
      <pc:sldChg chg="addSp delSp modSp del mod modAnim">
        <pc:chgData name="Ariel Khuzman" userId="44bd3a8ee2020114" providerId="LiveId" clId="{7D111082-8647-47A3-B782-03586228AC5B}" dt="2026-10-15T12:49:15.141" v="407" actId="47"/>
        <pc:sldMkLst>
          <pc:docMk/>
          <pc:sldMk cId="3099709564" sldId="258"/>
        </pc:sldMkLst>
        <pc:spChg chg="mod">
          <ac:chgData name="Ariel Khuzman" userId="44bd3a8ee2020114" providerId="LiveId" clId="{7D111082-8647-47A3-B782-03586228AC5B}" dt="2026-10-15T12:48:45.516" v="381" actId="404"/>
          <ac:spMkLst>
            <pc:docMk/>
            <pc:sldMk cId="3099709564" sldId="258"/>
            <ac:spMk id="3" creationId="{2ED0CC62-6A65-4F35-B496-C7376F66EA1D}"/>
          </ac:spMkLst>
        </pc:spChg>
        <pc:spChg chg="add del">
          <ac:chgData name="Ariel Khuzman" userId="44bd3a8ee2020114" providerId="LiveId" clId="{7D111082-8647-47A3-B782-03586228AC5B}" dt="2026-10-15T12:47:52.654" v="351" actId="22"/>
          <ac:spMkLst>
            <pc:docMk/>
            <pc:sldMk cId="3099709564" sldId="258"/>
            <ac:spMk id="12" creationId="{7BFAB697-36C3-96ED-ED60-F95D15A79110}"/>
          </ac:spMkLst>
        </pc:spChg>
        <pc:spChg chg="add del">
          <ac:chgData name="Ariel Khuzman" userId="44bd3a8ee2020114" providerId="LiveId" clId="{7D111082-8647-47A3-B782-03586228AC5B}" dt="2026-10-15T12:47:52.654" v="351" actId="22"/>
          <ac:spMkLst>
            <pc:docMk/>
            <pc:sldMk cId="3099709564" sldId="258"/>
            <ac:spMk id="20" creationId="{4F7AEAC6-DDFB-8BCC-2BFD-F5EC0D5C71F1}"/>
          </ac:spMkLst>
        </pc:spChg>
        <pc:spChg chg="add del">
          <ac:chgData name="Ariel Khuzman" userId="44bd3a8ee2020114" providerId="LiveId" clId="{7D111082-8647-47A3-B782-03586228AC5B}" dt="2026-10-15T12:47:52.654" v="351" actId="22"/>
          <ac:spMkLst>
            <pc:docMk/>
            <pc:sldMk cId="3099709564" sldId="258"/>
            <ac:spMk id="26" creationId="{DF295283-6E8E-DAB3-C424-63B1E918434A}"/>
          </ac:spMkLst>
        </pc:spChg>
        <pc:spChg chg="add del">
          <ac:chgData name="Ariel Khuzman" userId="44bd3a8ee2020114" providerId="LiveId" clId="{7D111082-8647-47A3-B782-03586228AC5B}" dt="2026-10-15T12:47:52.654" v="351" actId="22"/>
          <ac:spMkLst>
            <pc:docMk/>
            <pc:sldMk cId="3099709564" sldId="258"/>
            <ac:spMk id="28" creationId="{24EB2167-2F89-2BDB-5502-7CA3108C53BC}"/>
          </ac:spMkLst>
        </pc:spChg>
        <pc:spChg chg="add del">
          <ac:chgData name="Ariel Khuzman" userId="44bd3a8ee2020114" providerId="LiveId" clId="{7D111082-8647-47A3-B782-03586228AC5B}" dt="2026-10-15T12:47:52.654" v="351" actId="22"/>
          <ac:spMkLst>
            <pc:docMk/>
            <pc:sldMk cId="3099709564" sldId="258"/>
            <ac:spMk id="30" creationId="{9422B94D-E58F-BFF0-3AAE-609C1D075276}"/>
          </ac:spMkLst>
        </pc:spChg>
        <pc:spChg chg="add del">
          <ac:chgData name="Ariel Khuzman" userId="44bd3a8ee2020114" providerId="LiveId" clId="{7D111082-8647-47A3-B782-03586228AC5B}" dt="2026-10-15T12:47:52.654" v="351" actId="22"/>
          <ac:spMkLst>
            <pc:docMk/>
            <pc:sldMk cId="3099709564" sldId="258"/>
            <ac:spMk id="32" creationId="{520EAD95-CA96-572F-F346-88D401474494}"/>
          </ac:spMkLst>
        </pc:spChg>
        <pc:spChg chg="add del">
          <ac:chgData name="Ariel Khuzman" userId="44bd3a8ee2020114" providerId="LiveId" clId="{7D111082-8647-47A3-B782-03586228AC5B}" dt="2026-10-15T12:47:52.654" v="351" actId="22"/>
          <ac:spMkLst>
            <pc:docMk/>
            <pc:sldMk cId="3099709564" sldId="258"/>
            <ac:spMk id="40" creationId="{55229543-0D2E-B696-A511-3AD14808DB0F}"/>
          </ac:spMkLst>
        </pc:spChg>
        <pc:spChg chg="add del">
          <ac:chgData name="Ariel Khuzman" userId="44bd3a8ee2020114" providerId="LiveId" clId="{7D111082-8647-47A3-B782-03586228AC5B}" dt="2026-10-15T12:47:52.654" v="351" actId="22"/>
          <ac:spMkLst>
            <pc:docMk/>
            <pc:sldMk cId="3099709564" sldId="258"/>
            <ac:spMk id="42" creationId="{C5296BFD-32FA-4026-2761-594B2CDFB002}"/>
          </ac:spMkLst>
        </pc:spChg>
        <pc:spChg chg="add del">
          <ac:chgData name="Ariel Khuzman" userId="44bd3a8ee2020114" providerId="LiveId" clId="{7D111082-8647-47A3-B782-03586228AC5B}" dt="2026-10-15T12:47:52.654" v="351" actId="22"/>
          <ac:spMkLst>
            <pc:docMk/>
            <pc:sldMk cId="3099709564" sldId="258"/>
            <ac:spMk id="44" creationId="{F6D44C51-035B-9046-94F1-11464F577B0F}"/>
          </ac:spMkLst>
        </pc:spChg>
        <pc:spChg chg="add del">
          <ac:chgData name="Ariel Khuzman" userId="44bd3a8ee2020114" providerId="LiveId" clId="{7D111082-8647-47A3-B782-03586228AC5B}" dt="2026-10-15T12:47:52.654" v="351" actId="22"/>
          <ac:spMkLst>
            <pc:docMk/>
            <pc:sldMk cId="3099709564" sldId="258"/>
            <ac:spMk id="46" creationId="{E42BC896-C1C3-D832-5CE5-616335594ED8}"/>
          </ac:spMkLst>
        </pc:spChg>
        <pc:spChg chg="add del">
          <ac:chgData name="Ariel Khuzman" userId="44bd3a8ee2020114" providerId="LiveId" clId="{7D111082-8647-47A3-B782-03586228AC5B}" dt="2026-10-15T12:47:54.442" v="353" actId="22"/>
          <ac:spMkLst>
            <pc:docMk/>
            <pc:sldMk cId="3099709564" sldId="258"/>
            <ac:spMk id="48" creationId="{957DD4D5-AEE6-CF3A-DC4C-29CBA0A73EA4}"/>
          </ac:spMkLst>
        </pc:spChg>
        <pc:spChg chg="add">
          <ac:chgData name="Ariel Khuzman" userId="44bd3a8ee2020114" providerId="LiveId" clId="{7D111082-8647-47A3-B782-03586228AC5B}" dt="2026-10-15T12:47:53.569" v="352" actId="22"/>
          <ac:spMkLst>
            <pc:docMk/>
            <pc:sldMk cId="3099709564" sldId="258"/>
            <ac:spMk id="52" creationId="{F40EEB3C-5FE3-3674-242A-B9F9F58C7F7D}"/>
          </ac:spMkLst>
        </pc:spChg>
        <pc:spChg chg="del">
          <ac:chgData name="Ariel Khuzman" userId="44bd3a8ee2020114" providerId="LiveId" clId="{7D111082-8647-47A3-B782-03586228AC5B}" dt="2026-10-15T12:47:54.442" v="353" actId="22"/>
          <ac:spMkLst>
            <pc:docMk/>
            <pc:sldMk cId="3099709564" sldId="258"/>
            <ac:spMk id="54" creationId="{7DAFDD6D-18D5-BE07-BCB0-B6D36D796D7F}"/>
          </ac:spMkLst>
        </pc:spChg>
        <pc:spChg chg="add">
          <ac:chgData name="Ariel Khuzman" userId="44bd3a8ee2020114" providerId="LiveId" clId="{7D111082-8647-47A3-B782-03586228AC5B}" dt="2026-10-15T12:47:53.569" v="352" actId="22"/>
          <ac:spMkLst>
            <pc:docMk/>
            <pc:sldMk cId="3099709564" sldId="258"/>
            <ac:spMk id="58" creationId="{3684839D-6A5C-9305-2850-26FEAA48D09B}"/>
          </ac:spMkLst>
        </pc:spChg>
        <pc:spChg chg="del">
          <ac:chgData name="Ariel Khuzman" userId="44bd3a8ee2020114" providerId="LiveId" clId="{7D111082-8647-47A3-B782-03586228AC5B}" dt="2026-10-15T12:47:54.442" v="353" actId="22"/>
          <ac:spMkLst>
            <pc:docMk/>
            <pc:sldMk cId="3099709564" sldId="258"/>
            <ac:spMk id="60" creationId="{F4657FEA-993C-A7D1-A082-D33D69D84DDD}"/>
          </ac:spMkLst>
        </pc:spChg>
        <pc:spChg chg="add del">
          <ac:chgData name="Ariel Khuzman" userId="44bd3a8ee2020114" providerId="LiveId" clId="{7D111082-8647-47A3-B782-03586228AC5B}" dt="2026-10-15T12:47:54.442" v="353" actId="22"/>
          <ac:spMkLst>
            <pc:docMk/>
            <pc:sldMk cId="3099709564" sldId="258"/>
            <ac:spMk id="62" creationId="{498D6DEB-3F85-7958-F8F8-15469BDA3187}"/>
          </ac:spMkLst>
        </pc:spChg>
        <pc:spChg chg="add del">
          <ac:chgData name="Ariel Khuzman" userId="44bd3a8ee2020114" providerId="LiveId" clId="{7D111082-8647-47A3-B782-03586228AC5B}" dt="2026-10-15T12:47:54.442" v="353" actId="22"/>
          <ac:spMkLst>
            <pc:docMk/>
            <pc:sldMk cId="3099709564" sldId="258"/>
            <ac:spMk id="64" creationId="{CA1F9839-3647-36B4-50B9-5947B4523C66}"/>
          </ac:spMkLst>
        </pc:spChg>
        <pc:spChg chg="del">
          <ac:chgData name="Ariel Khuzman" userId="44bd3a8ee2020114" providerId="LiveId" clId="{7D111082-8647-47A3-B782-03586228AC5B}" dt="2026-10-15T12:47:54.442" v="353" actId="22"/>
          <ac:spMkLst>
            <pc:docMk/>
            <pc:sldMk cId="3099709564" sldId="258"/>
            <ac:spMk id="66" creationId="{757C0F0B-DC5B-0E34-1A5E-3A3C63905209}"/>
          </ac:spMkLst>
        </pc:spChg>
        <pc:spChg chg="add del">
          <ac:chgData name="Ariel Khuzman" userId="44bd3a8ee2020114" providerId="LiveId" clId="{7D111082-8647-47A3-B782-03586228AC5B}" dt="2026-10-15T12:47:54.442" v="353" actId="22"/>
          <ac:spMkLst>
            <pc:docMk/>
            <pc:sldMk cId="3099709564" sldId="258"/>
            <ac:spMk id="72" creationId="{0DF7D28C-E704-E1E4-BAE8-BE33D3B308BC}"/>
          </ac:spMkLst>
        </pc:spChg>
        <pc:spChg chg="del">
          <ac:chgData name="Ariel Khuzman" userId="44bd3a8ee2020114" providerId="LiveId" clId="{7D111082-8647-47A3-B782-03586228AC5B}" dt="2026-10-15T12:47:54.442" v="353" actId="22"/>
          <ac:spMkLst>
            <pc:docMk/>
            <pc:sldMk cId="3099709564" sldId="258"/>
            <ac:spMk id="74" creationId="{AF8BF88F-1245-361D-2403-C5D093EDCF32}"/>
          </ac:spMkLst>
        </pc:spChg>
        <pc:spChg chg="add del">
          <ac:chgData name="Ariel Khuzman" userId="44bd3a8ee2020114" providerId="LiveId" clId="{7D111082-8647-47A3-B782-03586228AC5B}" dt="2026-10-15T12:47:54.442" v="353" actId="22"/>
          <ac:spMkLst>
            <pc:docMk/>
            <pc:sldMk cId="3099709564" sldId="258"/>
            <ac:spMk id="76" creationId="{A6E284A4-5DD7-CDD3-43D8-D6CF0C8889C5}"/>
          </ac:spMkLst>
        </pc:spChg>
        <pc:spChg chg="add">
          <ac:chgData name="Ariel Khuzman" userId="44bd3a8ee2020114" providerId="LiveId" clId="{7D111082-8647-47A3-B782-03586228AC5B}" dt="2026-10-15T12:47:53.569" v="352" actId="22"/>
          <ac:spMkLst>
            <pc:docMk/>
            <pc:sldMk cId="3099709564" sldId="258"/>
            <ac:spMk id="78" creationId="{896E1BF8-8CBC-5265-F4A4-9322480C685B}"/>
          </ac:spMkLst>
        </pc:spChg>
        <pc:spChg chg="add del">
          <ac:chgData name="Ariel Khuzman" userId="44bd3a8ee2020114" providerId="LiveId" clId="{7D111082-8647-47A3-B782-03586228AC5B}" dt="2026-10-15T12:47:54.442" v="353" actId="22"/>
          <ac:spMkLst>
            <pc:docMk/>
            <pc:sldMk cId="3099709564" sldId="258"/>
            <ac:spMk id="80" creationId="{611D4AFD-544C-B0A2-18D3-7178F00EF40F}"/>
          </ac:spMkLst>
        </pc:spChg>
        <pc:spChg chg="add">
          <ac:chgData name="Ariel Khuzman" userId="44bd3a8ee2020114" providerId="LiveId" clId="{7D111082-8647-47A3-B782-03586228AC5B}" dt="2026-10-15T12:47:53.569" v="352" actId="22"/>
          <ac:spMkLst>
            <pc:docMk/>
            <pc:sldMk cId="3099709564" sldId="258"/>
            <ac:spMk id="86" creationId="{4BAD3CE0-9302-F730-CD61-648EDD788226}"/>
          </ac:spMkLst>
        </pc:spChg>
        <pc:spChg chg="add del">
          <ac:chgData name="Ariel Khuzman" userId="44bd3a8ee2020114" providerId="LiveId" clId="{7D111082-8647-47A3-B782-03586228AC5B}" dt="2026-10-15T12:47:59.564" v="355" actId="22"/>
          <ac:spMkLst>
            <pc:docMk/>
            <pc:sldMk cId="3099709564" sldId="258"/>
            <ac:spMk id="90" creationId="{213EA40F-CA12-5728-EA74-F3545E7C782C}"/>
          </ac:spMkLst>
        </pc:spChg>
        <pc:spChg chg="add del">
          <ac:chgData name="Ariel Khuzman" userId="44bd3a8ee2020114" providerId="LiveId" clId="{7D111082-8647-47A3-B782-03586228AC5B}" dt="2026-10-15T12:47:59.564" v="355" actId="22"/>
          <ac:spMkLst>
            <pc:docMk/>
            <pc:sldMk cId="3099709564" sldId="258"/>
            <ac:spMk id="92" creationId="{A0F55FC0-4988-B2EB-7CF7-652A6E76D62F}"/>
          </ac:spMkLst>
        </pc:spChg>
        <pc:spChg chg="add del">
          <ac:chgData name="Ariel Khuzman" userId="44bd3a8ee2020114" providerId="LiveId" clId="{7D111082-8647-47A3-B782-03586228AC5B}" dt="2026-10-15T12:47:59.564" v="355" actId="22"/>
          <ac:spMkLst>
            <pc:docMk/>
            <pc:sldMk cId="3099709564" sldId="258"/>
            <ac:spMk id="94" creationId="{27F245DF-11D7-38A6-B57B-1813A4C2E1B2}"/>
          </ac:spMkLst>
        </pc:spChg>
        <pc:spChg chg="add del">
          <ac:chgData name="Ariel Khuzman" userId="44bd3a8ee2020114" providerId="LiveId" clId="{7D111082-8647-47A3-B782-03586228AC5B}" dt="2026-10-15T12:47:59.564" v="355" actId="22"/>
          <ac:spMkLst>
            <pc:docMk/>
            <pc:sldMk cId="3099709564" sldId="258"/>
            <ac:spMk id="98" creationId="{DBE77F13-8974-6A43-5EB4-CDC58F807E4F}"/>
          </ac:spMkLst>
        </pc:spChg>
        <pc:spChg chg="add del">
          <ac:chgData name="Ariel Khuzman" userId="44bd3a8ee2020114" providerId="LiveId" clId="{7D111082-8647-47A3-B782-03586228AC5B}" dt="2026-10-15T12:47:59.564" v="355" actId="22"/>
          <ac:spMkLst>
            <pc:docMk/>
            <pc:sldMk cId="3099709564" sldId="258"/>
            <ac:spMk id="100" creationId="{61535ACB-BCF3-7872-0E6F-177685519186}"/>
          </ac:spMkLst>
        </pc:spChg>
        <pc:spChg chg="add del">
          <ac:chgData name="Ariel Khuzman" userId="44bd3a8ee2020114" providerId="LiveId" clId="{7D111082-8647-47A3-B782-03586228AC5B}" dt="2026-10-15T12:47:59.564" v="355" actId="22"/>
          <ac:spMkLst>
            <pc:docMk/>
            <pc:sldMk cId="3099709564" sldId="258"/>
            <ac:spMk id="110" creationId="{0EC9CA7D-B007-29FB-4D4A-7DBD85AA34AF}"/>
          </ac:spMkLst>
        </pc:spChg>
        <pc:spChg chg="add del">
          <ac:chgData name="Ariel Khuzman" userId="44bd3a8ee2020114" providerId="LiveId" clId="{7D111082-8647-47A3-B782-03586228AC5B}" dt="2026-10-15T12:47:59.564" v="355" actId="22"/>
          <ac:spMkLst>
            <pc:docMk/>
            <pc:sldMk cId="3099709564" sldId="258"/>
            <ac:spMk id="112" creationId="{E4EE7F4A-9F3B-CCAA-A659-AA35939BCF48}"/>
          </ac:spMkLst>
        </pc:spChg>
        <pc:spChg chg="add del">
          <ac:chgData name="Ariel Khuzman" userId="44bd3a8ee2020114" providerId="LiveId" clId="{7D111082-8647-47A3-B782-03586228AC5B}" dt="2026-10-15T12:47:59.564" v="355" actId="22"/>
          <ac:spMkLst>
            <pc:docMk/>
            <pc:sldMk cId="3099709564" sldId="258"/>
            <ac:spMk id="116" creationId="{93F00CB7-9C17-1E88-7264-68AD613F412B}"/>
          </ac:spMkLst>
        </pc:spChg>
        <pc:spChg chg="add del">
          <ac:chgData name="Ariel Khuzman" userId="44bd3a8ee2020114" providerId="LiveId" clId="{7D111082-8647-47A3-B782-03586228AC5B}" dt="2026-10-15T12:47:59.564" v="355" actId="22"/>
          <ac:spMkLst>
            <pc:docMk/>
            <pc:sldMk cId="3099709564" sldId="258"/>
            <ac:spMk id="120" creationId="{5F2E50B1-0E8D-90CD-9C50-8A346A52CABE}"/>
          </ac:spMkLst>
        </pc:spChg>
        <pc:spChg chg="add del">
          <ac:chgData name="Ariel Khuzman" userId="44bd3a8ee2020114" providerId="LiveId" clId="{7D111082-8647-47A3-B782-03586228AC5B}" dt="2026-10-15T12:47:59.564" v="355" actId="22"/>
          <ac:spMkLst>
            <pc:docMk/>
            <pc:sldMk cId="3099709564" sldId="258"/>
            <ac:spMk id="122" creationId="{044ADD51-9FD4-22E6-84BC-2AE9C6302FF9}"/>
          </ac:spMkLst>
        </pc:spChg>
        <pc:spChg chg="add del">
          <ac:chgData name="Ariel Khuzman" userId="44bd3a8ee2020114" providerId="LiveId" clId="{7D111082-8647-47A3-B782-03586228AC5B}" dt="2026-10-15T12:48:02.480" v="357" actId="22"/>
          <ac:spMkLst>
            <pc:docMk/>
            <pc:sldMk cId="3099709564" sldId="258"/>
            <ac:spMk id="130" creationId="{66471FEF-92F4-5153-2DB3-964DDFD5AC02}"/>
          </ac:spMkLst>
        </pc:spChg>
        <pc:spChg chg="add del">
          <ac:chgData name="Ariel Khuzman" userId="44bd3a8ee2020114" providerId="LiveId" clId="{7D111082-8647-47A3-B782-03586228AC5B}" dt="2026-10-15T12:48:02.480" v="357" actId="22"/>
          <ac:spMkLst>
            <pc:docMk/>
            <pc:sldMk cId="3099709564" sldId="258"/>
            <ac:spMk id="132" creationId="{D3B00494-5208-08E2-5560-5ECA927AED91}"/>
          </ac:spMkLst>
        </pc:spChg>
        <pc:spChg chg="add del">
          <ac:chgData name="Ariel Khuzman" userId="44bd3a8ee2020114" providerId="LiveId" clId="{7D111082-8647-47A3-B782-03586228AC5B}" dt="2026-10-15T12:48:02.480" v="357" actId="22"/>
          <ac:spMkLst>
            <pc:docMk/>
            <pc:sldMk cId="3099709564" sldId="258"/>
            <ac:spMk id="136" creationId="{25272476-22EE-3E96-7A55-9F66F684A100}"/>
          </ac:spMkLst>
        </pc:spChg>
        <pc:spChg chg="add del">
          <ac:chgData name="Ariel Khuzman" userId="44bd3a8ee2020114" providerId="LiveId" clId="{7D111082-8647-47A3-B782-03586228AC5B}" dt="2026-10-15T12:48:02.480" v="357" actId="22"/>
          <ac:spMkLst>
            <pc:docMk/>
            <pc:sldMk cId="3099709564" sldId="258"/>
            <ac:spMk id="142" creationId="{C0017355-C790-C9AB-C343-60C1723B2C65}"/>
          </ac:spMkLst>
        </pc:spChg>
        <pc:spChg chg="add del">
          <ac:chgData name="Ariel Khuzman" userId="44bd3a8ee2020114" providerId="LiveId" clId="{7D111082-8647-47A3-B782-03586228AC5B}" dt="2026-10-15T12:48:02.480" v="357" actId="22"/>
          <ac:spMkLst>
            <pc:docMk/>
            <pc:sldMk cId="3099709564" sldId="258"/>
            <ac:spMk id="144" creationId="{743A411F-33C3-C39D-D01B-6904884DC63D}"/>
          </ac:spMkLst>
        </pc:spChg>
        <pc:spChg chg="add del">
          <ac:chgData name="Ariel Khuzman" userId="44bd3a8ee2020114" providerId="LiveId" clId="{7D111082-8647-47A3-B782-03586228AC5B}" dt="2026-10-15T12:48:02.480" v="357" actId="22"/>
          <ac:spMkLst>
            <pc:docMk/>
            <pc:sldMk cId="3099709564" sldId="258"/>
            <ac:spMk id="148" creationId="{DE006728-B665-BEC8-156F-230FC186D28F}"/>
          </ac:spMkLst>
        </pc:spChg>
        <pc:spChg chg="add del">
          <ac:chgData name="Ariel Khuzman" userId="44bd3a8ee2020114" providerId="LiveId" clId="{7D111082-8647-47A3-B782-03586228AC5B}" dt="2026-10-15T12:48:02.480" v="357" actId="22"/>
          <ac:spMkLst>
            <pc:docMk/>
            <pc:sldMk cId="3099709564" sldId="258"/>
            <ac:spMk id="150" creationId="{1BB2549A-9CA6-7A80-B021-E0014DBD53E0}"/>
          </ac:spMkLst>
        </pc:spChg>
        <pc:spChg chg="add del">
          <ac:chgData name="Ariel Khuzman" userId="44bd3a8ee2020114" providerId="LiveId" clId="{7D111082-8647-47A3-B782-03586228AC5B}" dt="2026-10-15T12:48:02.480" v="357" actId="22"/>
          <ac:spMkLst>
            <pc:docMk/>
            <pc:sldMk cId="3099709564" sldId="258"/>
            <ac:spMk id="158" creationId="{945125E0-6F3C-7B83-9769-415D205C9844}"/>
          </ac:spMkLst>
        </pc:spChg>
        <pc:spChg chg="add del">
          <ac:chgData name="Ariel Khuzman" userId="44bd3a8ee2020114" providerId="LiveId" clId="{7D111082-8647-47A3-B782-03586228AC5B}" dt="2026-10-15T12:48:02.480" v="357" actId="22"/>
          <ac:spMkLst>
            <pc:docMk/>
            <pc:sldMk cId="3099709564" sldId="258"/>
            <ac:spMk id="164" creationId="{BECBF13E-730B-D387-C9A4-3526E2738C1F}"/>
          </ac:spMkLst>
        </pc:spChg>
        <pc:spChg chg="add del">
          <ac:chgData name="Ariel Khuzman" userId="44bd3a8ee2020114" providerId="LiveId" clId="{7D111082-8647-47A3-B782-03586228AC5B}" dt="2026-10-15T12:48:02.480" v="357" actId="22"/>
          <ac:spMkLst>
            <pc:docMk/>
            <pc:sldMk cId="3099709564" sldId="258"/>
            <ac:spMk id="166" creationId="{A58A1077-2455-EDB2-6D22-92D279AA77B6}"/>
          </ac:spMkLst>
        </pc:spChg>
      </pc:sldChg>
      <pc:sldChg chg="addSp delSp modSp mod addAnim delAnim modAnim">
        <pc:chgData name="Ariel Khuzman" userId="44bd3a8ee2020114" providerId="LiveId" clId="{7D111082-8647-47A3-B782-03586228AC5B}" dt="2026-10-16T12:13:48.423" v="8283" actId="114"/>
        <pc:sldMkLst>
          <pc:docMk/>
          <pc:sldMk cId="976536630" sldId="259"/>
        </pc:sldMkLst>
        <pc:spChg chg="mod">
          <ac:chgData name="Ariel Khuzman" userId="44bd3a8ee2020114" providerId="LiveId" clId="{7D111082-8647-47A3-B782-03586228AC5B}" dt="2026-10-15T13:17:46.050" v="660" actId="5793"/>
          <ac:spMkLst>
            <pc:docMk/>
            <pc:sldMk cId="976536630" sldId="259"/>
            <ac:spMk id="2" creationId="{AC97974B-6D4F-4767-8A1C-3D3A271BA951}"/>
          </ac:spMkLst>
        </pc:spChg>
        <pc:spChg chg="mod">
          <ac:chgData name="Ariel Khuzman" userId="44bd3a8ee2020114" providerId="LiveId" clId="{7D111082-8647-47A3-B782-03586228AC5B}" dt="2026-10-16T12:13:48.423" v="8283" actId="114"/>
          <ac:spMkLst>
            <pc:docMk/>
            <pc:sldMk cId="976536630" sldId="259"/>
            <ac:spMk id="3" creationId="{39E6BBFB-DE8D-46BF-A5E0-B2131B92B4A9}"/>
          </ac:spMkLst>
        </pc:spChg>
        <pc:spChg chg="add mod ord">
          <ac:chgData name="Ariel Khuzman" userId="44bd3a8ee2020114" providerId="LiveId" clId="{7D111082-8647-47A3-B782-03586228AC5B}" dt="2026-10-15T13:23:19.942" v="726" actId="1035"/>
          <ac:spMkLst>
            <pc:docMk/>
            <pc:sldMk cId="976536630" sldId="259"/>
            <ac:spMk id="7" creationId="{835C89CB-F059-7898-B0B5-0171BD04CD1E}"/>
          </ac:spMkLst>
        </pc:spChg>
        <pc:picChg chg="add del">
          <ac:chgData name="Ariel Khuzman" userId="44bd3a8ee2020114" providerId="LiveId" clId="{7D111082-8647-47A3-B782-03586228AC5B}" dt="2026-10-15T13:22:20.130" v="715" actId="478"/>
          <ac:picMkLst>
            <pc:docMk/>
            <pc:sldMk cId="976536630" sldId="259"/>
            <ac:picMk id="8" creationId="{14DA7FB0-AE4C-6AE2-AB86-4EB0C30901FD}"/>
          </ac:picMkLst>
        </pc:picChg>
        <pc:picChg chg="add mod">
          <ac:chgData name="Ariel Khuzman" userId="44bd3a8ee2020114" providerId="LiveId" clId="{7D111082-8647-47A3-B782-03586228AC5B}" dt="2026-10-15T13:22:40.110" v="719" actId="1076"/>
          <ac:picMkLst>
            <pc:docMk/>
            <pc:sldMk cId="976536630" sldId="259"/>
            <ac:picMk id="10" creationId="{70426FEE-FD1C-885E-36E6-4FA381FD0219}"/>
          </ac:picMkLst>
        </pc:picChg>
      </pc:sldChg>
      <pc:sldChg chg="addSp delSp modSp mod addAnim delAnim modAnim modNotesTx">
        <pc:chgData name="Ariel Khuzman" userId="44bd3a8ee2020114" providerId="LiveId" clId="{7D111082-8647-47A3-B782-03586228AC5B}" dt="2026-10-15T13:29:01.864" v="868" actId="478"/>
        <pc:sldMkLst>
          <pc:docMk/>
          <pc:sldMk cId="2760681126" sldId="260"/>
        </pc:sldMkLst>
        <pc:spChg chg="mod">
          <ac:chgData name="Ariel Khuzman" userId="44bd3a8ee2020114" providerId="LiveId" clId="{7D111082-8647-47A3-B782-03586228AC5B}" dt="2026-10-15T13:18:18.454" v="662"/>
          <ac:spMkLst>
            <pc:docMk/>
            <pc:sldMk cId="2760681126" sldId="260"/>
            <ac:spMk id="2" creationId="{26AC1119-9F8F-4532-8713-6603CD0C65B5}"/>
          </ac:spMkLst>
        </pc:spChg>
        <pc:spChg chg="mod">
          <ac:chgData name="Ariel Khuzman" userId="44bd3a8ee2020114" providerId="LiveId" clId="{7D111082-8647-47A3-B782-03586228AC5B}" dt="2026-10-15T13:26:34.653" v="819" actId="20577"/>
          <ac:spMkLst>
            <pc:docMk/>
            <pc:sldMk cId="2760681126" sldId="260"/>
            <ac:spMk id="3" creationId="{5AFD53CB-F995-4C1D-BAE2-4FE35E6B94DA}"/>
          </ac:spMkLst>
        </pc:spChg>
        <pc:picChg chg="add del mod modCrop">
          <ac:chgData name="Ariel Khuzman" userId="44bd3a8ee2020114" providerId="LiveId" clId="{7D111082-8647-47A3-B782-03586228AC5B}" dt="2026-10-15T13:29:01.864" v="868" actId="478"/>
          <ac:picMkLst>
            <pc:docMk/>
            <pc:sldMk cId="2760681126" sldId="260"/>
            <ac:picMk id="8" creationId="{6CA89036-7773-D922-DF21-2E984501BA29}"/>
          </ac:picMkLst>
        </pc:picChg>
        <pc:picChg chg="add del mod">
          <ac:chgData name="Ariel Khuzman" userId="44bd3a8ee2020114" providerId="LiveId" clId="{7D111082-8647-47A3-B782-03586228AC5B}" dt="2026-10-15T13:29:01.450" v="867" actId="22"/>
          <ac:picMkLst>
            <pc:docMk/>
            <pc:sldMk cId="2760681126" sldId="260"/>
            <ac:picMk id="10" creationId="{D63884C3-1852-F967-DA91-265B56324BCD}"/>
          </ac:picMkLst>
        </pc:picChg>
      </pc:sldChg>
      <pc:sldChg chg="addSp delSp modSp mod addAnim delAnim modAnim">
        <pc:chgData name="Ariel Khuzman" userId="44bd3a8ee2020114" providerId="LiveId" clId="{7D111082-8647-47A3-B782-03586228AC5B}" dt="2026-10-16T12:16:19.252" v="8292" actId="255"/>
        <pc:sldMkLst>
          <pc:docMk/>
          <pc:sldMk cId="3817910047" sldId="261"/>
        </pc:sldMkLst>
        <pc:spChg chg="mod">
          <ac:chgData name="Ariel Khuzman" userId="44bd3a8ee2020114" providerId="LiveId" clId="{7D111082-8647-47A3-B782-03586228AC5B}" dt="2026-10-15T13:29:45.959" v="870"/>
          <ac:spMkLst>
            <pc:docMk/>
            <pc:sldMk cId="3817910047" sldId="261"/>
            <ac:spMk id="2" creationId="{F4542A50-BCFA-413C-9558-37351B09846F}"/>
          </ac:spMkLst>
        </pc:spChg>
        <pc:spChg chg="mod">
          <ac:chgData name="Ariel Khuzman" userId="44bd3a8ee2020114" providerId="LiveId" clId="{7D111082-8647-47A3-B782-03586228AC5B}" dt="2026-10-16T12:16:19.252" v="8292" actId="255"/>
          <ac:spMkLst>
            <pc:docMk/>
            <pc:sldMk cId="3817910047" sldId="261"/>
            <ac:spMk id="3" creationId="{34A477EB-09E4-44B8-AA81-12E94B367572}"/>
          </ac:spMkLst>
        </pc:spChg>
        <pc:picChg chg="add del mod modCrop">
          <ac:chgData name="Ariel Khuzman" userId="44bd3a8ee2020114" providerId="LiveId" clId="{7D111082-8647-47A3-B782-03586228AC5B}" dt="2026-10-15T13:40:37.435" v="1021" actId="1076"/>
          <ac:picMkLst>
            <pc:docMk/>
            <pc:sldMk cId="3817910047" sldId="261"/>
            <ac:picMk id="8" creationId="{0B073880-C03F-3E08-A4A7-20AF9B0B2980}"/>
          </ac:picMkLst>
        </pc:picChg>
        <pc:picChg chg="add mod modCrop">
          <ac:chgData name="Ariel Khuzman" userId="44bd3a8ee2020114" providerId="LiveId" clId="{7D111082-8647-47A3-B782-03586228AC5B}" dt="2026-10-15T13:40:34.883" v="1020" actId="1076"/>
          <ac:picMkLst>
            <pc:docMk/>
            <pc:sldMk cId="3817910047" sldId="261"/>
            <ac:picMk id="10" creationId="{5BF17A05-D508-18A5-3377-3B097344A985}"/>
          </ac:picMkLst>
        </pc:picChg>
      </pc:sldChg>
      <pc:sldChg chg="addSp delSp modSp mod ord addAnim delAnim modAnim">
        <pc:chgData name="Ariel Khuzman" userId="44bd3a8ee2020114" providerId="LiveId" clId="{7D111082-8647-47A3-B782-03586228AC5B}" dt="2026-10-16T12:51:15.774" v="8462" actId="255"/>
        <pc:sldMkLst>
          <pc:docMk/>
          <pc:sldMk cId="1481570236" sldId="262"/>
        </pc:sldMkLst>
        <pc:spChg chg="mod">
          <ac:chgData name="Ariel Khuzman" userId="44bd3a8ee2020114" providerId="LiveId" clId="{7D111082-8647-47A3-B782-03586228AC5B}" dt="2026-10-15T13:42:22.042" v="1030" actId="20577"/>
          <ac:spMkLst>
            <pc:docMk/>
            <pc:sldMk cId="1481570236" sldId="262"/>
            <ac:spMk id="2" creationId="{AE72297E-052C-4C67-8839-32DD1C31C57F}"/>
          </ac:spMkLst>
        </pc:spChg>
        <pc:spChg chg="mod">
          <ac:chgData name="Ariel Khuzman" userId="44bd3a8ee2020114" providerId="LiveId" clId="{7D111082-8647-47A3-B782-03586228AC5B}" dt="2026-10-16T12:51:15.774" v="8462" actId="255"/>
          <ac:spMkLst>
            <pc:docMk/>
            <pc:sldMk cId="1481570236" sldId="262"/>
            <ac:spMk id="3" creationId="{40C3F53F-1682-4EF1-8873-503ED2FFD04F}"/>
          </ac:spMkLst>
        </pc:spChg>
        <pc:spChg chg="add mod ord">
          <ac:chgData name="Ariel Khuzman" userId="44bd3a8ee2020114" providerId="LiveId" clId="{7D111082-8647-47A3-B782-03586228AC5B}" dt="2026-10-16T12:15:01.487" v="8290" actId="1035"/>
          <ac:spMkLst>
            <pc:docMk/>
            <pc:sldMk cId="1481570236" sldId="262"/>
            <ac:spMk id="4" creationId="{644DC519-96E6-61AE-3475-9269FAC0C897}"/>
          </ac:spMkLst>
        </pc:spChg>
        <pc:spChg chg="add del mod ord">
          <ac:chgData name="Ariel Khuzman" userId="44bd3a8ee2020114" providerId="LiveId" clId="{7D111082-8647-47A3-B782-03586228AC5B}" dt="2026-10-15T13:51:24.783" v="1479" actId="478"/>
          <ac:spMkLst>
            <pc:docMk/>
            <pc:sldMk cId="1481570236" sldId="262"/>
            <ac:spMk id="8" creationId="{1376FCF0-4C41-EAB2-7C66-4037D4E0E996}"/>
          </ac:spMkLst>
        </pc:spChg>
        <pc:spChg chg="add mod">
          <ac:chgData name="Ariel Khuzman" userId="44bd3a8ee2020114" providerId="LiveId" clId="{7D111082-8647-47A3-B782-03586228AC5B}" dt="2026-10-15T13:49:45.400" v="1405" actId="767"/>
          <ac:spMkLst>
            <pc:docMk/>
            <pc:sldMk cId="1481570236" sldId="262"/>
            <ac:spMk id="9" creationId="{659DCE6D-1A33-79FB-CFE8-72532A02C570}"/>
          </ac:spMkLst>
        </pc:spChg>
        <pc:spChg chg="add del mod">
          <ac:chgData name="Ariel Khuzman" userId="44bd3a8ee2020114" providerId="LiveId" clId="{7D111082-8647-47A3-B782-03586228AC5B}" dt="2026-10-15T13:53:59.906" v="1503" actId="478"/>
          <ac:spMkLst>
            <pc:docMk/>
            <pc:sldMk cId="1481570236" sldId="262"/>
            <ac:spMk id="11" creationId="{34F10446-323E-4780-DE00-ED9B522FE106}"/>
          </ac:spMkLst>
        </pc:spChg>
        <pc:spChg chg="add mod">
          <ac:chgData name="Ariel Khuzman" userId="44bd3a8ee2020114" providerId="LiveId" clId="{7D111082-8647-47A3-B782-03586228AC5B}" dt="2026-10-15T13:56:47.766" v="1669" actId="20577"/>
          <ac:spMkLst>
            <pc:docMk/>
            <pc:sldMk cId="1481570236" sldId="262"/>
            <ac:spMk id="13" creationId="{85FE86C1-4675-B19E-DCCF-DBEBFE635A00}"/>
          </ac:spMkLst>
        </pc:spChg>
      </pc:sldChg>
      <pc:sldChg chg="addSp modSp mod ord addAnim delAnim modAnim modNotesTx">
        <pc:chgData name="Ariel Khuzman" userId="44bd3a8ee2020114" providerId="LiveId" clId="{7D111082-8647-47A3-B782-03586228AC5B}" dt="2026-10-16T12:55:35.998" v="8476" actId="20577"/>
        <pc:sldMkLst>
          <pc:docMk/>
          <pc:sldMk cId="1646614845" sldId="263"/>
        </pc:sldMkLst>
        <pc:spChg chg="mod">
          <ac:chgData name="Ariel Khuzman" userId="44bd3a8ee2020114" providerId="LiveId" clId="{7D111082-8647-47A3-B782-03586228AC5B}" dt="2026-10-15T14:07:50.278" v="2023" actId="20577"/>
          <ac:spMkLst>
            <pc:docMk/>
            <pc:sldMk cId="1646614845" sldId="263"/>
            <ac:spMk id="2" creationId="{A95E03A5-4878-4893-9EE3-E554BE9355AC}"/>
          </ac:spMkLst>
        </pc:spChg>
        <pc:spChg chg="mod">
          <ac:chgData name="Ariel Khuzman" userId="44bd3a8ee2020114" providerId="LiveId" clId="{7D111082-8647-47A3-B782-03586228AC5B}" dt="2026-10-16T12:55:35.998" v="8476" actId="20577"/>
          <ac:spMkLst>
            <pc:docMk/>
            <pc:sldMk cId="1646614845" sldId="263"/>
            <ac:spMk id="3" creationId="{DCE0DE1C-BB34-45F8-BB73-C8D2BE068B84}"/>
          </ac:spMkLst>
        </pc:spChg>
        <pc:spChg chg="add mod ord">
          <ac:chgData name="Ariel Khuzman" userId="44bd3a8ee2020114" providerId="LiveId" clId="{7D111082-8647-47A3-B782-03586228AC5B}" dt="2026-10-15T14:15:54.328" v="2235" actId="1035"/>
          <ac:spMkLst>
            <pc:docMk/>
            <pc:sldMk cId="1646614845" sldId="263"/>
            <ac:spMk id="7" creationId="{321E8EA9-D84B-B0E0-7B15-D8BAA2B6A2AA}"/>
          </ac:spMkLst>
        </pc:spChg>
      </pc:sldChg>
      <pc:sldChg chg="addSp modSp mod addAnim delAnim modAnim">
        <pc:chgData name="Ariel Khuzman" userId="44bd3a8ee2020114" providerId="LiveId" clId="{7D111082-8647-47A3-B782-03586228AC5B}" dt="2026-10-16T12:21:59.022" v="8341" actId="208"/>
        <pc:sldMkLst>
          <pc:docMk/>
          <pc:sldMk cId="4013370401" sldId="265"/>
        </pc:sldMkLst>
        <pc:spChg chg="mod">
          <ac:chgData name="Ariel Khuzman" userId="44bd3a8ee2020114" providerId="LiveId" clId="{7D111082-8647-47A3-B782-03586228AC5B}" dt="2026-10-15T20:36:49.194" v="4386" actId="20577"/>
          <ac:spMkLst>
            <pc:docMk/>
            <pc:sldMk cId="4013370401" sldId="265"/>
            <ac:spMk id="2" creationId="{DD6AF354-D1D5-4AAC-BE4E-310F5B1B0B5C}"/>
          </ac:spMkLst>
        </pc:spChg>
        <pc:spChg chg="mod">
          <ac:chgData name="Ariel Khuzman" userId="44bd3a8ee2020114" providerId="LiveId" clId="{7D111082-8647-47A3-B782-03586228AC5B}" dt="2026-10-15T20:40:58.085" v="4484" actId="20577"/>
          <ac:spMkLst>
            <pc:docMk/>
            <pc:sldMk cId="4013370401" sldId="265"/>
            <ac:spMk id="8" creationId="{71852679-144E-45F1-9BE7-1D451320A1C0}"/>
          </ac:spMkLst>
        </pc:spChg>
        <pc:spChg chg="mod">
          <ac:chgData name="Ariel Khuzman" userId="44bd3a8ee2020114" providerId="LiveId" clId="{7D111082-8647-47A3-B782-03586228AC5B}" dt="2026-10-15T20:44:22.918" v="4485"/>
          <ac:spMkLst>
            <pc:docMk/>
            <pc:sldMk cId="4013370401" sldId="265"/>
            <ac:spMk id="20" creationId="{D8C3C2FB-A539-C909-9B25-9B3524EE7E53}"/>
          </ac:spMkLst>
        </pc:spChg>
        <pc:spChg chg="mod">
          <ac:chgData name="Ariel Khuzman" userId="44bd3a8ee2020114" providerId="LiveId" clId="{7D111082-8647-47A3-B782-03586228AC5B}" dt="2026-10-15T20:44:22.918" v="4485"/>
          <ac:spMkLst>
            <pc:docMk/>
            <pc:sldMk cId="4013370401" sldId="265"/>
            <ac:spMk id="21" creationId="{0C5833BC-ADC3-53B8-2AB6-CD848B0F5FF9}"/>
          </ac:spMkLst>
        </pc:spChg>
        <pc:spChg chg="mod">
          <ac:chgData name="Ariel Khuzman" userId="44bd3a8ee2020114" providerId="LiveId" clId="{7D111082-8647-47A3-B782-03586228AC5B}" dt="2026-10-15T20:44:22.918" v="4485"/>
          <ac:spMkLst>
            <pc:docMk/>
            <pc:sldMk cId="4013370401" sldId="265"/>
            <ac:spMk id="22" creationId="{1C1E5FEF-759B-8EEA-A8A9-1208C1A036F3}"/>
          </ac:spMkLst>
        </pc:spChg>
        <pc:spChg chg="mod">
          <ac:chgData name="Ariel Khuzman" userId="44bd3a8ee2020114" providerId="LiveId" clId="{7D111082-8647-47A3-B782-03586228AC5B}" dt="2026-10-15T20:44:22.918" v="4485"/>
          <ac:spMkLst>
            <pc:docMk/>
            <pc:sldMk cId="4013370401" sldId="265"/>
            <ac:spMk id="23" creationId="{E1C50468-53ED-2AF8-D086-E899652A9707}"/>
          </ac:spMkLst>
        </pc:spChg>
        <pc:spChg chg="mod">
          <ac:chgData name="Ariel Khuzman" userId="44bd3a8ee2020114" providerId="LiveId" clId="{7D111082-8647-47A3-B782-03586228AC5B}" dt="2026-10-15T20:44:22.918" v="4485"/>
          <ac:spMkLst>
            <pc:docMk/>
            <pc:sldMk cId="4013370401" sldId="265"/>
            <ac:spMk id="24" creationId="{3C74C64E-703A-3C71-5709-011AC538C5F8}"/>
          </ac:spMkLst>
        </pc:spChg>
        <pc:spChg chg="mod">
          <ac:chgData name="Ariel Khuzman" userId="44bd3a8ee2020114" providerId="LiveId" clId="{7D111082-8647-47A3-B782-03586228AC5B}" dt="2026-10-15T20:44:22.918" v="4485"/>
          <ac:spMkLst>
            <pc:docMk/>
            <pc:sldMk cId="4013370401" sldId="265"/>
            <ac:spMk id="25" creationId="{A2B41F21-D146-6860-82AF-58E0CC9E3822}"/>
          </ac:spMkLst>
        </pc:spChg>
        <pc:spChg chg="mod">
          <ac:chgData name="Ariel Khuzman" userId="44bd3a8ee2020114" providerId="LiveId" clId="{7D111082-8647-47A3-B782-03586228AC5B}" dt="2026-10-15T20:44:22.918" v="4485"/>
          <ac:spMkLst>
            <pc:docMk/>
            <pc:sldMk cId="4013370401" sldId="265"/>
            <ac:spMk id="26" creationId="{B451ADA4-0960-0C70-9010-7AC51DDD27A1}"/>
          </ac:spMkLst>
        </pc:spChg>
        <pc:spChg chg="mod">
          <ac:chgData name="Ariel Khuzman" userId="44bd3a8ee2020114" providerId="LiveId" clId="{7D111082-8647-47A3-B782-03586228AC5B}" dt="2026-10-15T20:44:22.918" v="4485"/>
          <ac:spMkLst>
            <pc:docMk/>
            <pc:sldMk cId="4013370401" sldId="265"/>
            <ac:spMk id="27" creationId="{3ABC08BD-7679-289A-8D40-1E5BBD75C3D7}"/>
          </ac:spMkLst>
        </pc:spChg>
        <pc:spChg chg="mod">
          <ac:chgData name="Ariel Khuzman" userId="44bd3a8ee2020114" providerId="LiveId" clId="{7D111082-8647-47A3-B782-03586228AC5B}" dt="2026-10-15T20:44:22.918" v="4485"/>
          <ac:spMkLst>
            <pc:docMk/>
            <pc:sldMk cId="4013370401" sldId="265"/>
            <ac:spMk id="28" creationId="{957893CD-9461-8346-8117-94EFC0940B48}"/>
          </ac:spMkLst>
        </pc:spChg>
        <pc:grpChg chg="mod">
          <ac:chgData name="Ariel Khuzman" userId="44bd3a8ee2020114" providerId="LiveId" clId="{7D111082-8647-47A3-B782-03586228AC5B}" dt="2026-10-15T20:44:28.425" v="4486" actId="1076"/>
          <ac:grpSpMkLst>
            <pc:docMk/>
            <pc:sldMk cId="4013370401" sldId="265"/>
            <ac:grpSpMk id="3" creationId="{8F16D600-081A-D050-3FA4-30A6E99AFBDC}"/>
          </ac:grpSpMkLst>
        </pc:grpChg>
        <pc:grpChg chg="mod">
          <ac:chgData name="Ariel Khuzman" userId="44bd3a8ee2020114" providerId="LiveId" clId="{7D111082-8647-47A3-B782-03586228AC5B}" dt="2026-10-15T20:44:22.918" v="4485"/>
          <ac:grpSpMkLst>
            <pc:docMk/>
            <pc:sldMk cId="4013370401" sldId="265"/>
            <ac:grpSpMk id="16" creationId="{2B0B8C47-3AE0-1CD1-C754-D6D9A27A2B4B}"/>
          </ac:grpSpMkLst>
        </pc:grpChg>
        <pc:cxnChg chg="mod">
          <ac:chgData name="Ariel Khuzman" userId="44bd3a8ee2020114" providerId="LiveId" clId="{7D111082-8647-47A3-B782-03586228AC5B}" dt="2026-10-16T12:21:59.022" v="8341" actId="208"/>
          <ac:cxnSpMkLst>
            <pc:docMk/>
            <pc:sldMk cId="4013370401" sldId="265"/>
            <ac:cxnSpMk id="5" creationId="{C75ED38F-AF46-412F-16C3-FB926532D6D7}"/>
          </ac:cxnSpMkLst>
        </pc:cxnChg>
      </pc:sldChg>
      <pc:sldChg chg="addSp modSp mod addAnim delAnim modAnim">
        <pc:chgData name="Ariel Khuzman" userId="44bd3a8ee2020114" providerId="LiveId" clId="{7D111082-8647-47A3-B782-03586228AC5B}" dt="2026-10-16T12:23:20.642" v="8344"/>
        <pc:sldMkLst>
          <pc:docMk/>
          <pc:sldMk cId="4291252320" sldId="266"/>
        </pc:sldMkLst>
        <pc:spChg chg="mod">
          <ac:chgData name="Ariel Khuzman" userId="44bd3a8ee2020114" providerId="LiveId" clId="{7D111082-8647-47A3-B782-03586228AC5B}" dt="2026-10-16T12:23:20.642" v="8344"/>
          <ac:spMkLst>
            <pc:docMk/>
            <pc:sldMk cId="4291252320" sldId="266"/>
            <ac:spMk id="3" creationId="{01196682-2614-4856-BA9F-827A2BB13994}"/>
          </ac:spMkLst>
        </pc:spChg>
        <pc:spChg chg="mod">
          <ac:chgData name="Ariel Khuzman" userId="44bd3a8ee2020114" providerId="LiveId" clId="{7D111082-8647-47A3-B782-03586228AC5B}" dt="2026-10-15T20:59:39.353" v="4695"/>
          <ac:spMkLst>
            <pc:docMk/>
            <pc:sldMk cId="4291252320" sldId="266"/>
            <ac:spMk id="14" creationId="{6660014F-61CC-AB3B-27C6-C3B8195093B0}"/>
          </ac:spMkLst>
        </pc:spChg>
        <pc:spChg chg="mod">
          <ac:chgData name="Ariel Khuzman" userId="44bd3a8ee2020114" providerId="LiveId" clId="{7D111082-8647-47A3-B782-03586228AC5B}" dt="2026-10-15T20:59:39.353" v="4695"/>
          <ac:spMkLst>
            <pc:docMk/>
            <pc:sldMk cId="4291252320" sldId="266"/>
            <ac:spMk id="15" creationId="{8E009978-35F8-4193-1904-74F2C332F8C3}"/>
          </ac:spMkLst>
        </pc:spChg>
        <pc:spChg chg="mod">
          <ac:chgData name="Ariel Khuzman" userId="44bd3a8ee2020114" providerId="LiveId" clId="{7D111082-8647-47A3-B782-03586228AC5B}" dt="2026-10-15T20:59:39.353" v="4695"/>
          <ac:spMkLst>
            <pc:docMk/>
            <pc:sldMk cId="4291252320" sldId="266"/>
            <ac:spMk id="16" creationId="{71EBB527-B430-F947-EDC2-8EED017A903C}"/>
          </ac:spMkLst>
        </pc:spChg>
        <pc:spChg chg="mod">
          <ac:chgData name="Ariel Khuzman" userId="44bd3a8ee2020114" providerId="LiveId" clId="{7D111082-8647-47A3-B782-03586228AC5B}" dt="2026-10-15T20:59:39.353" v="4695"/>
          <ac:spMkLst>
            <pc:docMk/>
            <pc:sldMk cId="4291252320" sldId="266"/>
            <ac:spMk id="17" creationId="{A3073F7F-0C7D-707C-E383-12BF006886A3}"/>
          </ac:spMkLst>
        </pc:spChg>
        <pc:spChg chg="mod">
          <ac:chgData name="Ariel Khuzman" userId="44bd3a8ee2020114" providerId="LiveId" clId="{7D111082-8647-47A3-B782-03586228AC5B}" dt="2026-10-15T20:59:39.353" v="4695"/>
          <ac:spMkLst>
            <pc:docMk/>
            <pc:sldMk cId="4291252320" sldId="266"/>
            <ac:spMk id="18" creationId="{BB6C9F71-C33C-AE5C-A94C-B8ECFC35E08E}"/>
          </ac:spMkLst>
        </pc:spChg>
        <pc:spChg chg="mod">
          <ac:chgData name="Ariel Khuzman" userId="44bd3a8ee2020114" providerId="LiveId" clId="{7D111082-8647-47A3-B782-03586228AC5B}" dt="2026-10-15T20:59:39.353" v="4695"/>
          <ac:spMkLst>
            <pc:docMk/>
            <pc:sldMk cId="4291252320" sldId="266"/>
            <ac:spMk id="26" creationId="{B3EC1982-6960-E51B-9098-87483473E987}"/>
          </ac:spMkLst>
        </pc:spChg>
        <pc:spChg chg="mod">
          <ac:chgData name="Ariel Khuzman" userId="44bd3a8ee2020114" providerId="LiveId" clId="{7D111082-8647-47A3-B782-03586228AC5B}" dt="2026-10-15T20:59:39.353" v="4695"/>
          <ac:spMkLst>
            <pc:docMk/>
            <pc:sldMk cId="4291252320" sldId="266"/>
            <ac:spMk id="27" creationId="{4A90C933-C110-4554-9A5E-B2E74DF6662A}"/>
          </ac:spMkLst>
        </pc:spChg>
        <pc:spChg chg="mod">
          <ac:chgData name="Ariel Khuzman" userId="44bd3a8ee2020114" providerId="LiveId" clId="{7D111082-8647-47A3-B782-03586228AC5B}" dt="2026-10-15T20:59:39.353" v="4695"/>
          <ac:spMkLst>
            <pc:docMk/>
            <pc:sldMk cId="4291252320" sldId="266"/>
            <ac:spMk id="28" creationId="{CD05F6A5-22D2-EF54-0FA9-2A1D74E98230}"/>
          </ac:spMkLst>
        </pc:spChg>
        <pc:spChg chg="mod">
          <ac:chgData name="Ariel Khuzman" userId="44bd3a8ee2020114" providerId="LiveId" clId="{7D111082-8647-47A3-B782-03586228AC5B}" dt="2026-10-15T20:59:39.353" v="4695"/>
          <ac:spMkLst>
            <pc:docMk/>
            <pc:sldMk cId="4291252320" sldId="266"/>
            <ac:spMk id="29" creationId="{857F62F8-3EB2-F9DE-F9A2-41C3F80551A1}"/>
          </ac:spMkLst>
        </pc:spChg>
        <pc:spChg chg="mod">
          <ac:chgData name="Ariel Khuzman" userId="44bd3a8ee2020114" providerId="LiveId" clId="{7D111082-8647-47A3-B782-03586228AC5B}" dt="2026-10-15T20:59:39.353" v="4695"/>
          <ac:spMkLst>
            <pc:docMk/>
            <pc:sldMk cId="4291252320" sldId="266"/>
            <ac:spMk id="30" creationId="{FAFDD4C7-E769-C240-1E3E-EC51802CAF41}"/>
          </ac:spMkLst>
        </pc:spChg>
        <pc:spChg chg="mod">
          <ac:chgData name="Ariel Khuzman" userId="44bd3a8ee2020114" providerId="LiveId" clId="{7D111082-8647-47A3-B782-03586228AC5B}" dt="2026-10-15T20:59:54.125" v="4697"/>
          <ac:spMkLst>
            <pc:docMk/>
            <pc:sldMk cId="4291252320" sldId="266"/>
            <ac:spMk id="39" creationId="{5CF1D020-7A9E-4AAE-B0E4-964403F37F74}"/>
          </ac:spMkLst>
        </pc:spChg>
        <pc:spChg chg="mod">
          <ac:chgData name="Ariel Khuzman" userId="44bd3a8ee2020114" providerId="LiveId" clId="{7D111082-8647-47A3-B782-03586228AC5B}" dt="2026-10-15T20:59:54.125" v="4697"/>
          <ac:spMkLst>
            <pc:docMk/>
            <pc:sldMk cId="4291252320" sldId="266"/>
            <ac:spMk id="40" creationId="{E4893893-C863-327D-6BCE-E67DE5CA9B41}"/>
          </ac:spMkLst>
        </pc:spChg>
        <pc:spChg chg="mod">
          <ac:chgData name="Ariel Khuzman" userId="44bd3a8ee2020114" providerId="LiveId" clId="{7D111082-8647-47A3-B782-03586228AC5B}" dt="2026-10-15T20:59:54.125" v="4697"/>
          <ac:spMkLst>
            <pc:docMk/>
            <pc:sldMk cId="4291252320" sldId="266"/>
            <ac:spMk id="41" creationId="{091B77FF-2588-B497-E03C-6BB19441DA1B}"/>
          </ac:spMkLst>
        </pc:spChg>
        <pc:spChg chg="mod">
          <ac:chgData name="Ariel Khuzman" userId="44bd3a8ee2020114" providerId="LiveId" clId="{7D111082-8647-47A3-B782-03586228AC5B}" dt="2026-10-15T20:59:54.125" v="4697"/>
          <ac:spMkLst>
            <pc:docMk/>
            <pc:sldMk cId="4291252320" sldId="266"/>
            <ac:spMk id="42" creationId="{4B7308B7-D73B-4C29-5D1B-98B403805910}"/>
          </ac:spMkLst>
        </pc:spChg>
        <pc:spChg chg="mod">
          <ac:chgData name="Ariel Khuzman" userId="44bd3a8ee2020114" providerId="LiveId" clId="{7D111082-8647-47A3-B782-03586228AC5B}" dt="2026-10-15T20:59:54.125" v="4697"/>
          <ac:spMkLst>
            <pc:docMk/>
            <pc:sldMk cId="4291252320" sldId="266"/>
            <ac:spMk id="43" creationId="{4B4AE254-34C0-EAC4-79FA-B84FFBA07B45}"/>
          </ac:spMkLst>
        </pc:spChg>
        <pc:spChg chg="add mod">
          <ac:chgData name="Ariel Khuzman" userId="44bd3a8ee2020114" providerId="LiveId" clId="{7D111082-8647-47A3-B782-03586228AC5B}" dt="2026-10-15T21:00:40.773" v="4713" actId="1076"/>
          <ac:spMkLst>
            <pc:docMk/>
            <pc:sldMk cId="4291252320" sldId="266"/>
            <ac:spMk id="47" creationId="{3632D350-56F4-CA7B-4563-EEF737EA8AD1}"/>
          </ac:spMkLst>
        </pc:spChg>
        <pc:grpChg chg="mod">
          <ac:chgData name="Ariel Khuzman" userId="44bd3a8ee2020114" providerId="LiveId" clId="{7D111082-8647-47A3-B782-03586228AC5B}" dt="2026-10-15T21:00:12.147" v="4701" actId="1076"/>
          <ac:grpSpMkLst>
            <pc:docMk/>
            <pc:sldMk cId="4291252320" sldId="266"/>
            <ac:grpSpMk id="7" creationId="{1B10819F-51B8-B3E5-0D58-3C89EB05B03A}"/>
          </ac:grpSpMkLst>
        </pc:grpChg>
        <pc:grpChg chg="add mod">
          <ac:chgData name="Ariel Khuzman" userId="44bd3a8ee2020114" providerId="LiveId" clId="{7D111082-8647-47A3-B782-03586228AC5B}" dt="2026-10-15T21:02:18.819" v="4729" actId="1038"/>
          <ac:grpSpMkLst>
            <pc:docMk/>
            <pc:sldMk cId="4291252320" sldId="266"/>
            <ac:grpSpMk id="34" creationId="{CB977833-394B-6E85-F4E3-B1809CC63744}"/>
          </ac:grpSpMkLst>
        </pc:grpChg>
        <pc:grpChg chg="mod">
          <ac:chgData name="Ariel Khuzman" userId="44bd3a8ee2020114" providerId="LiveId" clId="{7D111082-8647-47A3-B782-03586228AC5B}" dt="2026-10-15T20:59:54.125" v="4697"/>
          <ac:grpSpMkLst>
            <pc:docMk/>
            <pc:sldMk cId="4291252320" sldId="266"/>
            <ac:grpSpMk id="35" creationId="{3AD9D50C-1C04-9895-5368-C07BC68C4FF8}"/>
          </ac:grpSpMkLst>
        </pc:grpChg>
        <pc:grpChg chg="mod">
          <ac:chgData name="Ariel Khuzman" userId="44bd3a8ee2020114" providerId="LiveId" clId="{7D111082-8647-47A3-B782-03586228AC5B}" dt="2026-10-15T20:59:54.125" v="4697"/>
          <ac:grpSpMkLst>
            <pc:docMk/>
            <pc:sldMk cId="4291252320" sldId="266"/>
            <ac:grpSpMk id="37" creationId="{2BB8FE5B-A069-BD11-1514-786FEAC5ABC7}"/>
          </ac:grpSpMkLst>
        </pc:grpChg>
        <pc:cxnChg chg="mod">
          <ac:chgData name="Ariel Khuzman" userId="44bd3a8ee2020114" providerId="LiveId" clId="{7D111082-8647-47A3-B782-03586228AC5B}" dt="2026-10-15T20:59:54.125" v="4697"/>
          <ac:cxnSpMkLst>
            <pc:docMk/>
            <pc:sldMk cId="4291252320" sldId="266"/>
            <ac:cxnSpMk id="38" creationId="{DBB24538-C6BA-D967-4934-24272EDC8A31}"/>
          </ac:cxnSpMkLst>
        </pc:cxnChg>
        <pc:cxnChg chg="mod">
          <ac:chgData name="Ariel Khuzman" userId="44bd3a8ee2020114" providerId="LiveId" clId="{7D111082-8647-47A3-B782-03586228AC5B}" dt="2026-10-15T20:59:54.125" v="4697"/>
          <ac:cxnSpMkLst>
            <pc:docMk/>
            <pc:sldMk cId="4291252320" sldId="266"/>
            <ac:cxnSpMk id="44" creationId="{2916879B-450A-5F6C-25A6-BFEA73655025}"/>
          </ac:cxnSpMkLst>
        </pc:cxnChg>
      </pc:sldChg>
      <pc:sldChg chg="addSp modSp mod addAnim delAnim modAnim">
        <pc:chgData name="Ariel Khuzman" userId="44bd3a8ee2020114" providerId="LiveId" clId="{7D111082-8647-47A3-B782-03586228AC5B}" dt="2026-10-16T12:23:20.642" v="8344"/>
        <pc:sldMkLst>
          <pc:docMk/>
          <pc:sldMk cId="553651050" sldId="268"/>
        </pc:sldMkLst>
        <pc:spChg chg="mod">
          <ac:chgData name="Ariel Khuzman" userId="44bd3a8ee2020114" providerId="LiveId" clId="{7D111082-8647-47A3-B782-03586228AC5B}" dt="2026-10-16T12:23:20.642" v="8344"/>
          <ac:spMkLst>
            <pc:docMk/>
            <pc:sldMk cId="553651050" sldId="268"/>
            <ac:spMk id="3" creationId="{1466F0B9-02A1-49FF-847C-AE564ADA55F5}"/>
          </ac:spMkLst>
        </pc:spChg>
        <pc:spChg chg="mod">
          <ac:chgData name="Ariel Khuzman" userId="44bd3a8ee2020114" providerId="LiveId" clId="{7D111082-8647-47A3-B782-03586228AC5B}" dt="2026-10-16T06:20:08.421" v="5358"/>
          <ac:spMkLst>
            <pc:docMk/>
            <pc:sldMk cId="553651050" sldId="268"/>
            <ac:spMk id="16" creationId="{ABD92C09-02D5-9A11-61F7-8438DB629503}"/>
          </ac:spMkLst>
        </pc:spChg>
        <pc:spChg chg="mod">
          <ac:chgData name="Ariel Khuzman" userId="44bd3a8ee2020114" providerId="LiveId" clId="{7D111082-8647-47A3-B782-03586228AC5B}" dt="2026-10-16T06:20:08.421" v="5358"/>
          <ac:spMkLst>
            <pc:docMk/>
            <pc:sldMk cId="553651050" sldId="268"/>
            <ac:spMk id="17" creationId="{49038EFE-E0F5-0C03-7C5A-1B39C44BC973}"/>
          </ac:spMkLst>
        </pc:spChg>
        <pc:spChg chg="mod">
          <ac:chgData name="Ariel Khuzman" userId="44bd3a8ee2020114" providerId="LiveId" clId="{7D111082-8647-47A3-B782-03586228AC5B}" dt="2026-10-16T06:20:08.421" v="5358"/>
          <ac:spMkLst>
            <pc:docMk/>
            <pc:sldMk cId="553651050" sldId="268"/>
            <ac:spMk id="18" creationId="{47AE5D89-A7D5-1A16-116F-AAF0F8919C8E}"/>
          </ac:spMkLst>
        </pc:spChg>
        <pc:spChg chg="mod">
          <ac:chgData name="Ariel Khuzman" userId="44bd3a8ee2020114" providerId="LiveId" clId="{7D111082-8647-47A3-B782-03586228AC5B}" dt="2026-10-16T06:20:08.421" v="5358"/>
          <ac:spMkLst>
            <pc:docMk/>
            <pc:sldMk cId="553651050" sldId="268"/>
            <ac:spMk id="28" creationId="{89A31F49-76D7-000F-DDF9-1B1FE967F913}"/>
          </ac:spMkLst>
        </pc:spChg>
        <pc:spChg chg="mod">
          <ac:chgData name="Ariel Khuzman" userId="44bd3a8ee2020114" providerId="LiveId" clId="{7D111082-8647-47A3-B782-03586228AC5B}" dt="2026-10-16T06:20:08.421" v="5358"/>
          <ac:spMkLst>
            <pc:docMk/>
            <pc:sldMk cId="553651050" sldId="268"/>
            <ac:spMk id="29" creationId="{4D8EA45A-78DC-545D-6050-8FCEFBFF28F7}"/>
          </ac:spMkLst>
        </pc:spChg>
        <pc:spChg chg="mod">
          <ac:chgData name="Ariel Khuzman" userId="44bd3a8ee2020114" providerId="LiveId" clId="{7D111082-8647-47A3-B782-03586228AC5B}" dt="2026-10-16T06:20:08.421" v="5358"/>
          <ac:spMkLst>
            <pc:docMk/>
            <pc:sldMk cId="553651050" sldId="268"/>
            <ac:spMk id="30" creationId="{84824229-978F-57CB-FF38-66C69ED03E61}"/>
          </ac:spMkLst>
        </pc:spChg>
        <pc:spChg chg="mod">
          <ac:chgData name="Ariel Khuzman" userId="44bd3a8ee2020114" providerId="LiveId" clId="{7D111082-8647-47A3-B782-03586228AC5B}" dt="2026-10-16T06:20:08.421" v="5358"/>
          <ac:spMkLst>
            <pc:docMk/>
            <pc:sldMk cId="553651050" sldId="268"/>
            <ac:spMk id="39" creationId="{8941049B-BD84-D3DE-A42A-666D90DCA8BB}"/>
          </ac:spMkLst>
        </pc:spChg>
        <pc:spChg chg="mod">
          <ac:chgData name="Ariel Khuzman" userId="44bd3a8ee2020114" providerId="LiveId" clId="{7D111082-8647-47A3-B782-03586228AC5B}" dt="2026-10-16T06:20:08.421" v="5358"/>
          <ac:spMkLst>
            <pc:docMk/>
            <pc:sldMk cId="553651050" sldId="268"/>
            <ac:spMk id="40" creationId="{FE63075F-AED7-E732-3DF0-1591C877DB56}"/>
          </ac:spMkLst>
        </pc:spChg>
        <pc:spChg chg="mod">
          <ac:chgData name="Ariel Khuzman" userId="44bd3a8ee2020114" providerId="LiveId" clId="{7D111082-8647-47A3-B782-03586228AC5B}" dt="2026-10-16T06:20:08.421" v="5358"/>
          <ac:spMkLst>
            <pc:docMk/>
            <pc:sldMk cId="553651050" sldId="268"/>
            <ac:spMk id="42" creationId="{D9671EBC-AD59-6535-8170-4DA4AFEC8AB2}"/>
          </ac:spMkLst>
        </pc:spChg>
        <pc:spChg chg="mod">
          <ac:chgData name="Ariel Khuzman" userId="44bd3a8ee2020114" providerId="LiveId" clId="{7D111082-8647-47A3-B782-03586228AC5B}" dt="2026-10-16T06:20:08.421" v="5358"/>
          <ac:spMkLst>
            <pc:docMk/>
            <pc:sldMk cId="553651050" sldId="268"/>
            <ac:spMk id="43" creationId="{C0199739-F9EF-4C12-3606-CAE9DAC9F9D2}"/>
          </ac:spMkLst>
        </pc:spChg>
      </pc:sldChg>
      <pc:sldChg chg="addSp modSp mod addAnim delAnim modAnim modNotes">
        <pc:chgData name="Ariel Khuzman" userId="44bd3a8ee2020114" providerId="LiveId" clId="{7D111082-8647-47A3-B782-03586228AC5B}" dt="2026-10-16T12:23:20.642" v="8344"/>
        <pc:sldMkLst>
          <pc:docMk/>
          <pc:sldMk cId="1038838062" sldId="269"/>
        </pc:sldMkLst>
        <pc:spChg chg="mod">
          <ac:chgData name="Ariel Khuzman" userId="44bd3a8ee2020114" providerId="LiveId" clId="{7D111082-8647-47A3-B782-03586228AC5B}" dt="2026-10-16T12:23:20.642" v="8344"/>
          <ac:spMkLst>
            <pc:docMk/>
            <pc:sldMk cId="1038838062" sldId="269"/>
            <ac:spMk id="3" creationId="{8ACEFFAD-FCFD-4B40-80F7-B288B617960A}"/>
          </ac:spMkLst>
        </pc:spChg>
        <pc:spChg chg="mod">
          <ac:chgData name="Ariel Khuzman" userId="44bd3a8ee2020114" providerId="LiveId" clId="{7D111082-8647-47A3-B782-03586228AC5B}" dt="2026-10-16T11:09:55.968" v="7263" actId="20577"/>
          <ac:spMkLst>
            <pc:docMk/>
            <pc:sldMk cId="1038838062" sldId="269"/>
            <ac:spMk id="7" creationId="{F11512BF-FE57-47AE-9B08-49CF0677A7AA}"/>
          </ac:spMkLst>
        </pc:spChg>
        <pc:spChg chg="add mod ord">
          <ac:chgData name="Ariel Khuzman" userId="44bd3a8ee2020114" providerId="LiveId" clId="{7D111082-8647-47A3-B782-03586228AC5B}" dt="2026-10-16T06:38:50.046" v="5634" actId="1035"/>
          <ac:spMkLst>
            <pc:docMk/>
            <pc:sldMk cId="1038838062" sldId="269"/>
            <ac:spMk id="8" creationId="{5EB1964F-81F1-16CB-638F-BFC092326E8A}"/>
          </ac:spMkLst>
        </pc:spChg>
      </pc:sldChg>
      <pc:sldChg chg="modSp mod addAnim delAnim modAnim">
        <pc:chgData name="Ariel Khuzman" userId="44bd3a8ee2020114" providerId="LiveId" clId="{7D111082-8647-47A3-B782-03586228AC5B}" dt="2026-10-16T12:26:56.089" v="8349"/>
        <pc:sldMkLst>
          <pc:docMk/>
          <pc:sldMk cId="2548600716" sldId="270"/>
        </pc:sldMkLst>
        <pc:spChg chg="mod">
          <ac:chgData name="Ariel Khuzman" userId="44bd3a8ee2020114" providerId="LiveId" clId="{7D111082-8647-47A3-B782-03586228AC5B}" dt="2026-10-16T11:10:33.919" v="7271" actId="207"/>
          <ac:spMkLst>
            <pc:docMk/>
            <pc:sldMk cId="2548600716" sldId="270"/>
            <ac:spMk id="3" creationId="{9500CF3B-9C08-4D97-9514-9E006B4C0CE5}"/>
          </ac:spMkLst>
        </pc:spChg>
      </pc:sldChg>
      <pc:sldChg chg="addSp modSp mod addAnim delAnim modAnim">
        <pc:chgData name="Ariel Khuzman" userId="44bd3a8ee2020114" providerId="LiveId" clId="{7D111082-8647-47A3-B782-03586228AC5B}" dt="2026-10-16T12:55:02.292" v="8470"/>
        <pc:sldMkLst>
          <pc:docMk/>
          <pc:sldMk cId="3762770169" sldId="271"/>
        </pc:sldMkLst>
        <pc:spChg chg="mod">
          <ac:chgData name="Ariel Khuzman" userId="44bd3a8ee2020114" providerId="LiveId" clId="{7D111082-8647-47A3-B782-03586228AC5B}" dt="2026-10-16T07:03:07.301" v="5996" actId="20577"/>
          <ac:spMkLst>
            <pc:docMk/>
            <pc:sldMk cId="3762770169" sldId="271"/>
            <ac:spMk id="2" creationId="{9C1DA5F2-6D99-48E6-836A-F676E834668A}"/>
          </ac:spMkLst>
        </pc:spChg>
        <pc:spChg chg="mod">
          <ac:chgData name="Ariel Khuzman" userId="44bd3a8ee2020114" providerId="LiveId" clId="{7D111082-8647-47A3-B782-03586228AC5B}" dt="2026-10-16T12:55:02.292" v="8470"/>
          <ac:spMkLst>
            <pc:docMk/>
            <pc:sldMk cId="3762770169" sldId="271"/>
            <ac:spMk id="3" creationId="{F959E266-B9BB-4A96-A74E-E53B3FBD2E86}"/>
          </ac:spMkLst>
        </pc:spChg>
        <pc:spChg chg="add mod ord">
          <ac:chgData name="Ariel Khuzman" userId="44bd3a8ee2020114" providerId="LiveId" clId="{7D111082-8647-47A3-B782-03586228AC5B}" dt="2026-10-16T12:28:12.907" v="8352" actId="1035"/>
          <ac:spMkLst>
            <pc:docMk/>
            <pc:sldMk cId="3762770169" sldId="271"/>
            <ac:spMk id="7" creationId="{D84AEB88-1517-ED44-70EB-4805EB07E43A}"/>
          </ac:spMkLst>
        </pc:spChg>
      </pc:sldChg>
      <pc:sldChg chg="addSp modSp mod addAnim delAnim modAnim">
        <pc:chgData name="Ariel Khuzman" userId="44bd3a8ee2020114" providerId="LiveId" clId="{7D111082-8647-47A3-B782-03586228AC5B}" dt="2026-10-16T12:54:47.442" v="8469"/>
        <pc:sldMkLst>
          <pc:docMk/>
          <pc:sldMk cId="2863322777" sldId="272"/>
        </pc:sldMkLst>
        <pc:spChg chg="mod">
          <ac:chgData name="Ariel Khuzman" userId="44bd3a8ee2020114" providerId="LiveId" clId="{7D111082-8647-47A3-B782-03586228AC5B}" dt="2026-10-16T12:54:47.442" v="8469"/>
          <ac:spMkLst>
            <pc:docMk/>
            <pc:sldMk cId="2863322777" sldId="272"/>
            <ac:spMk id="2" creationId="{238EFA75-4695-43B0-9D22-5070ACB5212F}"/>
          </ac:spMkLst>
        </pc:spChg>
        <pc:spChg chg="mod">
          <ac:chgData name="Ariel Khuzman" userId="44bd3a8ee2020114" providerId="LiveId" clId="{7D111082-8647-47A3-B782-03586228AC5B}" dt="2026-10-15T14:47:43.511" v="3252" actId="403"/>
          <ac:spMkLst>
            <pc:docMk/>
            <pc:sldMk cId="2863322777" sldId="272"/>
            <ac:spMk id="3" creationId="{75FA15FC-0EB5-460B-BA0E-8090115669F4}"/>
          </ac:spMkLst>
        </pc:spChg>
        <pc:spChg chg="mod">
          <ac:chgData name="Ariel Khuzman" userId="44bd3a8ee2020114" providerId="LiveId" clId="{7D111082-8647-47A3-B782-03586228AC5B}" dt="2026-10-15T19:52:25.297" v="3343" actId="1076"/>
          <ac:spMkLst>
            <pc:docMk/>
            <pc:sldMk cId="2863322777" sldId="272"/>
            <ac:spMk id="5" creationId="{D2188E88-61E5-4E47-8F4F-ADAFA218D4E7}"/>
          </ac:spMkLst>
        </pc:spChg>
        <pc:spChg chg="mod">
          <ac:chgData name="Ariel Khuzman" userId="44bd3a8ee2020114" providerId="LiveId" clId="{7D111082-8647-47A3-B782-03586228AC5B}" dt="2026-10-15T20:00:10.974" v="3769" actId="1036"/>
          <ac:spMkLst>
            <pc:docMk/>
            <pc:sldMk cId="2863322777" sldId="272"/>
            <ac:spMk id="20" creationId="{590758B2-67B0-4F5B-BD45-7D6A013C8B86}"/>
          </ac:spMkLst>
        </pc:spChg>
        <pc:spChg chg="mod">
          <ac:chgData name="Ariel Khuzman" userId="44bd3a8ee2020114" providerId="LiveId" clId="{7D111082-8647-47A3-B782-03586228AC5B}" dt="2026-10-15T20:00:10.974" v="3769" actId="1036"/>
          <ac:spMkLst>
            <pc:docMk/>
            <pc:sldMk cId="2863322777" sldId="272"/>
            <ac:spMk id="23" creationId="{8BCC3F37-8EA2-4003-B5FB-608B139E7B95}"/>
          </ac:spMkLst>
        </pc:spChg>
        <pc:spChg chg="mod">
          <ac:chgData name="Ariel Khuzman" userId="44bd3a8ee2020114" providerId="LiveId" clId="{7D111082-8647-47A3-B782-03586228AC5B}" dt="2026-10-15T20:00:10.974" v="3769" actId="1036"/>
          <ac:spMkLst>
            <pc:docMk/>
            <pc:sldMk cId="2863322777" sldId="272"/>
            <ac:spMk id="24" creationId="{43EB8F9F-D6D2-497D-A9F4-019D13021D89}"/>
          </ac:spMkLst>
        </pc:spChg>
        <pc:spChg chg="mod">
          <ac:chgData name="Ariel Khuzman" userId="44bd3a8ee2020114" providerId="LiveId" clId="{7D111082-8647-47A3-B782-03586228AC5B}" dt="2026-10-15T20:00:10.974" v="3769" actId="1036"/>
          <ac:spMkLst>
            <pc:docMk/>
            <pc:sldMk cId="2863322777" sldId="272"/>
            <ac:spMk id="25" creationId="{8D9A2A9D-738C-42F3-B06A-A8BD1B5A4833}"/>
          </ac:spMkLst>
        </pc:spChg>
        <pc:spChg chg="mod">
          <ac:chgData name="Ariel Khuzman" userId="44bd3a8ee2020114" providerId="LiveId" clId="{7D111082-8647-47A3-B782-03586228AC5B}" dt="2026-10-15T20:00:10.974" v="3769" actId="1036"/>
          <ac:spMkLst>
            <pc:docMk/>
            <pc:sldMk cId="2863322777" sldId="272"/>
            <ac:spMk id="33" creationId="{6B833042-0D98-EF4C-C3AA-D7DCFDCC4177}"/>
          </ac:spMkLst>
        </pc:spChg>
        <pc:spChg chg="mod">
          <ac:chgData name="Ariel Khuzman" userId="44bd3a8ee2020114" providerId="LiveId" clId="{7D111082-8647-47A3-B782-03586228AC5B}" dt="2026-10-15T20:00:23.492" v="3775" actId="1037"/>
          <ac:spMkLst>
            <pc:docMk/>
            <pc:sldMk cId="2863322777" sldId="272"/>
            <ac:spMk id="40" creationId="{B236750D-3A67-810B-9F7D-ADB526EC4061}"/>
          </ac:spMkLst>
        </pc:spChg>
        <pc:spChg chg="mod">
          <ac:chgData name="Ariel Khuzman" userId="44bd3a8ee2020114" providerId="LiveId" clId="{7D111082-8647-47A3-B782-03586228AC5B}" dt="2026-10-15T20:00:10.974" v="3769" actId="1036"/>
          <ac:spMkLst>
            <pc:docMk/>
            <pc:sldMk cId="2863322777" sldId="272"/>
            <ac:spMk id="41" creationId="{78ABFCAC-C047-0318-A847-8144B111263F}"/>
          </ac:spMkLst>
        </pc:spChg>
        <pc:spChg chg="mod">
          <ac:chgData name="Ariel Khuzman" userId="44bd3a8ee2020114" providerId="LiveId" clId="{7D111082-8647-47A3-B782-03586228AC5B}" dt="2026-10-15T20:00:10.974" v="3769" actId="1036"/>
          <ac:spMkLst>
            <pc:docMk/>
            <pc:sldMk cId="2863322777" sldId="272"/>
            <ac:spMk id="42" creationId="{A62B0008-7BB5-5AF2-9B6E-7E003331041E}"/>
          </ac:spMkLst>
        </pc:spChg>
        <pc:spChg chg="add mod">
          <ac:chgData name="Ariel Khuzman" userId="44bd3a8ee2020114" providerId="LiveId" clId="{7D111082-8647-47A3-B782-03586228AC5B}" dt="2026-10-15T14:50:10.301" v="3289" actId="767"/>
          <ac:spMkLst>
            <pc:docMk/>
            <pc:sldMk cId="2863322777" sldId="272"/>
            <ac:spMk id="43" creationId="{945428CC-E40A-C1A0-53F6-071D0CCE0335}"/>
          </ac:spMkLst>
        </pc:spChg>
        <pc:spChg chg="mod">
          <ac:chgData name="Ariel Khuzman" userId="44bd3a8ee2020114" providerId="LiveId" clId="{7D111082-8647-47A3-B782-03586228AC5B}" dt="2026-10-15T20:00:10.974" v="3769" actId="1036"/>
          <ac:spMkLst>
            <pc:docMk/>
            <pc:sldMk cId="2863322777" sldId="272"/>
            <ac:spMk id="54" creationId="{08B34250-3314-47D0-9D25-5BFD1189AF83}"/>
          </ac:spMkLst>
        </pc:spChg>
        <pc:cxnChg chg="mod">
          <ac:chgData name="Ariel Khuzman" userId="44bd3a8ee2020114" providerId="LiveId" clId="{7D111082-8647-47A3-B782-03586228AC5B}" dt="2026-10-15T14:47:26.382" v="3242" actId="14100"/>
          <ac:cxnSpMkLst>
            <pc:docMk/>
            <pc:sldMk cId="2863322777" sldId="272"/>
            <ac:cxnSpMk id="21" creationId="{6A376990-952A-4F14-9082-4640D9E8F0C1}"/>
          </ac:cxnSpMkLst>
        </pc:cxnChg>
        <pc:cxnChg chg="mod">
          <ac:chgData name="Ariel Khuzman" userId="44bd3a8ee2020114" providerId="LiveId" clId="{7D111082-8647-47A3-B782-03586228AC5B}" dt="2026-10-15T14:49:46.916" v="3287" actId="14100"/>
          <ac:cxnSpMkLst>
            <pc:docMk/>
            <pc:sldMk cId="2863322777" sldId="272"/>
            <ac:cxnSpMk id="26" creationId="{D5F360C9-D7B1-4914-8BB6-04959BD23CE4}"/>
          </ac:cxnSpMkLst>
        </pc:cxnChg>
        <pc:cxnChg chg="mod">
          <ac:chgData name="Ariel Khuzman" userId="44bd3a8ee2020114" providerId="LiveId" clId="{7D111082-8647-47A3-B782-03586228AC5B}" dt="2026-10-15T20:00:10.974" v="3769" actId="1036"/>
          <ac:cxnSpMkLst>
            <pc:docMk/>
            <pc:sldMk cId="2863322777" sldId="272"/>
            <ac:cxnSpMk id="27" creationId="{BA5C4C28-DE9C-4BAA-83F6-0FA3B77E7D11}"/>
          </ac:cxnSpMkLst>
        </pc:cxnChg>
        <pc:cxnChg chg="mod">
          <ac:chgData name="Ariel Khuzman" userId="44bd3a8ee2020114" providerId="LiveId" clId="{7D111082-8647-47A3-B782-03586228AC5B}" dt="2026-10-15T14:46:35.390" v="3163" actId="1076"/>
          <ac:cxnSpMkLst>
            <pc:docMk/>
            <pc:sldMk cId="2863322777" sldId="272"/>
            <ac:cxnSpMk id="28" creationId="{FDFF66EA-7EEC-4DE7-AF64-73499166C7F6}"/>
          </ac:cxnSpMkLst>
        </pc:cxnChg>
      </pc:sldChg>
      <pc:sldChg chg="addSp modSp mod addAnim delAnim modAnim">
        <pc:chgData name="Ariel Khuzman" userId="44bd3a8ee2020114" providerId="LiveId" clId="{7D111082-8647-47A3-B782-03586228AC5B}" dt="2026-10-16T12:18:51.798" v="8335" actId="1035"/>
        <pc:sldMkLst>
          <pc:docMk/>
          <pc:sldMk cId="434145808" sldId="273"/>
        </pc:sldMkLst>
        <pc:spChg chg="mod">
          <ac:chgData name="Ariel Khuzman" userId="44bd3a8ee2020114" providerId="LiveId" clId="{7D111082-8647-47A3-B782-03586228AC5B}" dt="2026-10-15T14:19:57.576" v="2288" actId="20577"/>
          <ac:spMkLst>
            <pc:docMk/>
            <pc:sldMk cId="434145808" sldId="273"/>
            <ac:spMk id="2" creationId="{16E5D9A3-7859-461A-BA75-39B51C16DC6D}"/>
          </ac:spMkLst>
        </pc:spChg>
        <pc:spChg chg="mod">
          <ac:chgData name="Ariel Khuzman" userId="44bd3a8ee2020114" providerId="LiveId" clId="{7D111082-8647-47A3-B782-03586228AC5B}" dt="2026-10-16T12:18:24.732" v="8325" actId="20577"/>
          <ac:spMkLst>
            <pc:docMk/>
            <pc:sldMk cId="434145808" sldId="273"/>
            <ac:spMk id="3" creationId="{701FF0A8-4C91-4FEC-A558-D2207C86E8FD}"/>
          </ac:spMkLst>
        </pc:spChg>
        <pc:spChg chg="add mod ord">
          <ac:chgData name="Ariel Khuzman" userId="44bd3a8ee2020114" providerId="LiveId" clId="{7D111082-8647-47A3-B782-03586228AC5B}" dt="2026-10-16T12:18:51.798" v="8335" actId="1035"/>
          <ac:spMkLst>
            <pc:docMk/>
            <pc:sldMk cId="434145808" sldId="273"/>
            <ac:spMk id="4" creationId="{B2AD4F16-DFE6-C40C-3ABE-C4CB1D1A7F0E}"/>
          </ac:spMkLst>
        </pc:spChg>
      </pc:sldChg>
      <pc:sldChg chg="addSp delSp modSp mod addAnim delAnim modAnim">
        <pc:chgData name="Ariel Khuzman" userId="44bd3a8ee2020114" providerId="LiveId" clId="{7D111082-8647-47A3-B782-03586228AC5B}" dt="2026-10-15T20:23:21.525" v="4041" actId="14100"/>
        <pc:sldMkLst>
          <pc:docMk/>
          <pc:sldMk cId="3002975268" sldId="274"/>
        </pc:sldMkLst>
        <pc:spChg chg="mod">
          <ac:chgData name="Ariel Khuzman" userId="44bd3a8ee2020114" providerId="LiveId" clId="{7D111082-8647-47A3-B782-03586228AC5B}" dt="2026-10-15T20:11:01.947" v="3887" actId="20577"/>
          <ac:spMkLst>
            <pc:docMk/>
            <pc:sldMk cId="3002975268" sldId="274"/>
            <ac:spMk id="2" creationId="{9663C904-E8A4-4BA3-A3F6-A0F8FBB6FBD7}"/>
          </ac:spMkLst>
        </pc:spChg>
        <pc:spChg chg="mod">
          <ac:chgData name="Ariel Khuzman" userId="44bd3a8ee2020114" providerId="LiveId" clId="{7D111082-8647-47A3-B782-03586228AC5B}" dt="2026-10-15T20:15:25.229" v="3934" actId="113"/>
          <ac:spMkLst>
            <pc:docMk/>
            <pc:sldMk cId="3002975268" sldId="274"/>
            <ac:spMk id="3" creationId="{5FE1ED46-AF1D-43A5-9A33-C9462ABD5384}"/>
          </ac:spMkLst>
        </pc:spChg>
        <pc:spChg chg="add mod">
          <ac:chgData name="Ariel Khuzman" userId="44bd3a8ee2020114" providerId="LiveId" clId="{7D111082-8647-47A3-B782-03586228AC5B}" dt="2026-10-15T20:10:25.370" v="3864"/>
          <ac:spMkLst>
            <pc:docMk/>
            <pc:sldMk cId="3002975268" sldId="274"/>
            <ac:spMk id="21" creationId="{11B39224-5BCF-41FE-E764-36C207324D00}"/>
          </ac:spMkLst>
        </pc:spChg>
        <pc:spChg chg="add mod">
          <ac:chgData name="Ariel Khuzman" userId="44bd3a8ee2020114" providerId="LiveId" clId="{7D111082-8647-47A3-B782-03586228AC5B}" dt="2026-10-15T20:10:25.370" v="3864"/>
          <ac:spMkLst>
            <pc:docMk/>
            <pc:sldMk cId="3002975268" sldId="274"/>
            <ac:spMk id="23" creationId="{E4747833-7541-DA9A-9AD2-5AE30969B2E3}"/>
          </ac:spMkLst>
        </pc:spChg>
        <pc:spChg chg="add mod">
          <ac:chgData name="Ariel Khuzman" userId="44bd3a8ee2020114" providerId="LiveId" clId="{7D111082-8647-47A3-B782-03586228AC5B}" dt="2026-10-15T20:10:25.370" v="3864"/>
          <ac:spMkLst>
            <pc:docMk/>
            <pc:sldMk cId="3002975268" sldId="274"/>
            <ac:spMk id="24" creationId="{4BD9565E-8604-C214-C079-C7665F64FE13}"/>
          </ac:spMkLst>
        </pc:spChg>
        <pc:spChg chg="add mod">
          <ac:chgData name="Ariel Khuzman" userId="44bd3a8ee2020114" providerId="LiveId" clId="{7D111082-8647-47A3-B782-03586228AC5B}" dt="2026-10-15T20:10:25.370" v="3864"/>
          <ac:spMkLst>
            <pc:docMk/>
            <pc:sldMk cId="3002975268" sldId="274"/>
            <ac:spMk id="25" creationId="{C65C8D12-DFEE-620F-EC00-995B2C848C50}"/>
          </ac:spMkLst>
        </pc:spChg>
        <pc:spChg chg="add mod">
          <ac:chgData name="Ariel Khuzman" userId="44bd3a8ee2020114" providerId="LiveId" clId="{7D111082-8647-47A3-B782-03586228AC5B}" dt="2026-10-15T20:10:25.370" v="3864"/>
          <ac:spMkLst>
            <pc:docMk/>
            <pc:sldMk cId="3002975268" sldId="274"/>
            <ac:spMk id="29" creationId="{BC5C200D-38AE-4157-CC4D-56B1E6421399}"/>
          </ac:spMkLst>
        </pc:spChg>
        <pc:spChg chg="add mod">
          <ac:chgData name="Ariel Khuzman" userId="44bd3a8ee2020114" providerId="LiveId" clId="{7D111082-8647-47A3-B782-03586228AC5B}" dt="2026-10-15T20:10:25.370" v="3864"/>
          <ac:spMkLst>
            <pc:docMk/>
            <pc:sldMk cId="3002975268" sldId="274"/>
            <ac:spMk id="30" creationId="{5C2DAE3E-16B6-B2FE-B4F0-A65400592B6A}"/>
          </ac:spMkLst>
        </pc:spChg>
        <pc:spChg chg="add mod">
          <ac:chgData name="Ariel Khuzman" userId="44bd3a8ee2020114" providerId="LiveId" clId="{7D111082-8647-47A3-B782-03586228AC5B}" dt="2026-10-15T20:10:25.370" v="3864"/>
          <ac:spMkLst>
            <pc:docMk/>
            <pc:sldMk cId="3002975268" sldId="274"/>
            <ac:spMk id="31" creationId="{037C9E29-79E7-55E3-5A65-612AD2BA8295}"/>
          </ac:spMkLst>
        </pc:spChg>
        <pc:spChg chg="add mod">
          <ac:chgData name="Ariel Khuzman" userId="44bd3a8ee2020114" providerId="LiveId" clId="{7D111082-8647-47A3-B782-03586228AC5B}" dt="2026-10-15T20:10:25.370" v="3864"/>
          <ac:spMkLst>
            <pc:docMk/>
            <pc:sldMk cId="3002975268" sldId="274"/>
            <ac:spMk id="32" creationId="{DD266B13-CED7-0A32-63BC-8995B421EB3C}"/>
          </ac:spMkLst>
        </pc:spChg>
        <pc:spChg chg="add mod">
          <ac:chgData name="Ariel Khuzman" userId="44bd3a8ee2020114" providerId="LiveId" clId="{7D111082-8647-47A3-B782-03586228AC5B}" dt="2026-10-15T20:10:25.370" v="3864"/>
          <ac:spMkLst>
            <pc:docMk/>
            <pc:sldMk cId="3002975268" sldId="274"/>
            <ac:spMk id="33" creationId="{14DD60F3-9708-C4E2-47B4-B4DA84A2FDEF}"/>
          </ac:spMkLst>
        </pc:spChg>
        <pc:spChg chg="add mod ord">
          <ac:chgData name="Ariel Khuzman" userId="44bd3a8ee2020114" providerId="LiveId" clId="{7D111082-8647-47A3-B782-03586228AC5B}" dt="2026-10-15T20:23:21.525" v="4041" actId="14100"/>
          <ac:spMkLst>
            <pc:docMk/>
            <pc:sldMk cId="3002975268" sldId="274"/>
            <ac:spMk id="34" creationId="{EEB2953B-99A0-2DD9-1192-C11C970F21CE}"/>
          </ac:spMkLst>
        </pc:spChg>
        <pc:grpChg chg="del">
          <ac:chgData name="Ariel Khuzman" userId="44bd3a8ee2020114" providerId="LiveId" clId="{7D111082-8647-47A3-B782-03586228AC5B}" dt="2026-10-15T20:10:17.773" v="3863" actId="478"/>
          <ac:grpSpMkLst>
            <pc:docMk/>
            <pc:sldMk cId="3002975268" sldId="274"/>
            <ac:grpSpMk id="7" creationId="{FFF4C776-66B7-492A-A87A-179C010727EB}"/>
          </ac:grpSpMkLst>
        </pc:grpChg>
        <pc:cxnChg chg="mod">
          <ac:chgData name="Ariel Khuzman" userId="44bd3a8ee2020114" providerId="LiveId" clId="{7D111082-8647-47A3-B782-03586228AC5B}" dt="2026-10-15T20:10:17.773" v="3863" actId="478"/>
          <ac:cxnSpMkLst>
            <pc:docMk/>
            <pc:sldMk cId="3002975268" sldId="274"/>
            <ac:cxnSpMk id="9" creationId="{02C73276-0ED7-4DF8-8F0C-7007DB62C804}"/>
          </ac:cxnSpMkLst>
        </pc:cxnChg>
        <pc:cxnChg chg="mod">
          <ac:chgData name="Ariel Khuzman" userId="44bd3a8ee2020114" providerId="LiveId" clId="{7D111082-8647-47A3-B782-03586228AC5B}" dt="2026-10-15T20:10:17.773" v="3863" actId="478"/>
          <ac:cxnSpMkLst>
            <pc:docMk/>
            <pc:sldMk cId="3002975268" sldId="274"/>
            <ac:cxnSpMk id="13" creationId="{99F5B8F6-1460-46FD-A215-84D9BF338D0D}"/>
          </ac:cxnSpMkLst>
        </pc:cxnChg>
        <pc:cxnChg chg="mod">
          <ac:chgData name="Ariel Khuzman" userId="44bd3a8ee2020114" providerId="LiveId" clId="{7D111082-8647-47A3-B782-03586228AC5B}" dt="2026-10-15T20:10:17.773" v="3863" actId="478"/>
          <ac:cxnSpMkLst>
            <pc:docMk/>
            <pc:sldMk cId="3002975268" sldId="274"/>
            <ac:cxnSpMk id="14" creationId="{66A1F537-C59F-488B-B4CE-37C382DB9FBB}"/>
          </ac:cxnSpMkLst>
        </pc:cxnChg>
        <pc:cxnChg chg="mod">
          <ac:chgData name="Ariel Khuzman" userId="44bd3a8ee2020114" providerId="LiveId" clId="{7D111082-8647-47A3-B782-03586228AC5B}" dt="2026-10-15T20:10:17.773" v="3863" actId="478"/>
          <ac:cxnSpMkLst>
            <pc:docMk/>
            <pc:sldMk cId="3002975268" sldId="274"/>
            <ac:cxnSpMk id="15" creationId="{5016538E-FD5C-4697-9F7A-C2355CA15B48}"/>
          </ac:cxnSpMkLst>
        </pc:cxnChg>
        <pc:cxnChg chg="add mod">
          <ac:chgData name="Ariel Khuzman" userId="44bd3a8ee2020114" providerId="LiveId" clId="{7D111082-8647-47A3-B782-03586228AC5B}" dt="2026-10-15T20:10:25.370" v="3864"/>
          <ac:cxnSpMkLst>
            <pc:docMk/>
            <pc:sldMk cId="3002975268" sldId="274"/>
            <ac:cxnSpMk id="26" creationId="{D128D0A4-4CCC-4B1B-C5EB-322EB277E690}"/>
          </ac:cxnSpMkLst>
        </pc:cxnChg>
      </pc:sldChg>
      <pc:sldChg chg="addSp delSp modSp mod addAnim delAnim modAnim">
        <pc:chgData name="Ariel Khuzman" userId="44bd3a8ee2020114" providerId="LiveId" clId="{7D111082-8647-47A3-B782-03586228AC5B}" dt="2026-10-16T07:44:36.505" v="6786"/>
        <pc:sldMkLst>
          <pc:docMk/>
          <pc:sldMk cId="3798203764" sldId="276"/>
        </pc:sldMkLst>
        <pc:spChg chg="mod">
          <ac:chgData name="Ariel Khuzman" userId="44bd3a8ee2020114" providerId="LiveId" clId="{7D111082-8647-47A3-B782-03586228AC5B}" dt="2026-10-16T07:14:02.835" v="6125"/>
          <ac:spMkLst>
            <pc:docMk/>
            <pc:sldMk cId="3798203764" sldId="276"/>
            <ac:spMk id="3" creationId="{52544A19-EA58-4B00-DDF8-5AF51C4B81E3}"/>
          </ac:spMkLst>
        </pc:spChg>
        <pc:spChg chg="mod">
          <ac:chgData name="Ariel Khuzman" userId="44bd3a8ee2020114" providerId="LiveId" clId="{7D111082-8647-47A3-B782-03586228AC5B}" dt="2026-10-16T07:13:33.981" v="6123" actId="20577"/>
          <ac:spMkLst>
            <pc:docMk/>
            <pc:sldMk cId="3798203764" sldId="276"/>
            <ac:spMk id="4" creationId="{287273BC-6D24-490D-AA84-E934040A631C}"/>
          </ac:spMkLst>
        </pc:spChg>
        <pc:spChg chg="mod">
          <ac:chgData name="Ariel Khuzman" userId="44bd3a8ee2020114" providerId="LiveId" clId="{7D111082-8647-47A3-B782-03586228AC5B}" dt="2026-10-16T07:44:36.505" v="6786"/>
          <ac:spMkLst>
            <pc:docMk/>
            <pc:sldMk cId="3798203764" sldId="276"/>
            <ac:spMk id="5" creationId="{6496BB58-A19A-4F08-95AE-8945B5EA35A8}"/>
          </ac:spMkLst>
        </pc:spChg>
        <pc:spChg chg="mod">
          <ac:chgData name="Ariel Khuzman" userId="44bd3a8ee2020114" providerId="LiveId" clId="{7D111082-8647-47A3-B782-03586228AC5B}" dt="2026-10-16T07:14:02.835" v="6125"/>
          <ac:spMkLst>
            <pc:docMk/>
            <pc:sldMk cId="3798203764" sldId="276"/>
            <ac:spMk id="10" creationId="{50A39B3D-CCEC-253F-B39A-9F5675A3FE3B}"/>
          </ac:spMkLst>
        </pc:spChg>
        <pc:spChg chg="mod">
          <ac:chgData name="Ariel Khuzman" userId="44bd3a8ee2020114" providerId="LiveId" clId="{7D111082-8647-47A3-B782-03586228AC5B}" dt="2026-10-16T07:14:07.508" v="6127" actId="20577"/>
          <ac:spMkLst>
            <pc:docMk/>
            <pc:sldMk cId="3798203764" sldId="276"/>
            <ac:spMk id="11" creationId="{79B0B115-9588-9906-D446-F1561AA93F35}"/>
          </ac:spMkLst>
        </pc:spChg>
        <pc:spChg chg="mod">
          <ac:chgData name="Ariel Khuzman" userId="44bd3a8ee2020114" providerId="LiveId" clId="{7D111082-8647-47A3-B782-03586228AC5B}" dt="2026-10-16T07:14:02.835" v="6125"/>
          <ac:spMkLst>
            <pc:docMk/>
            <pc:sldMk cId="3798203764" sldId="276"/>
            <ac:spMk id="12" creationId="{C2CD953F-95B3-9785-5634-598D344859A2}"/>
          </ac:spMkLst>
        </pc:spChg>
        <pc:spChg chg="mod">
          <ac:chgData name="Ariel Khuzman" userId="44bd3a8ee2020114" providerId="LiveId" clId="{7D111082-8647-47A3-B782-03586228AC5B}" dt="2026-10-16T07:14:02.835" v="6125"/>
          <ac:spMkLst>
            <pc:docMk/>
            <pc:sldMk cId="3798203764" sldId="276"/>
            <ac:spMk id="16" creationId="{9F831A8B-34AE-2AAA-0404-84DBBB5D61E5}"/>
          </ac:spMkLst>
        </pc:spChg>
        <pc:spChg chg="mod">
          <ac:chgData name="Ariel Khuzman" userId="44bd3a8ee2020114" providerId="LiveId" clId="{7D111082-8647-47A3-B782-03586228AC5B}" dt="2026-10-16T07:14:02.835" v="6125"/>
          <ac:spMkLst>
            <pc:docMk/>
            <pc:sldMk cId="3798203764" sldId="276"/>
            <ac:spMk id="17" creationId="{4D408E51-420D-71D4-A10B-90E6A398E734}"/>
          </ac:spMkLst>
        </pc:spChg>
        <pc:spChg chg="mod">
          <ac:chgData name="Ariel Khuzman" userId="44bd3a8ee2020114" providerId="LiveId" clId="{7D111082-8647-47A3-B782-03586228AC5B}" dt="2026-10-16T07:14:02.835" v="6125"/>
          <ac:spMkLst>
            <pc:docMk/>
            <pc:sldMk cId="3798203764" sldId="276"/>
            <ac:spMk id="18" creationId="{94154ADD-0E1D-E8E8-7DDB-08B2ED72A1BD}"/>
          </ac:spMkLst>
        </pc:spChg>
        <pc:spChg chg="mod">
          <ac:chgData name="Ariel Khuzman" userId="44bd3a8ee2020114" providerId="LiveId" clId="{7D111082-8647-47A3-B782-03586228AC5B}" dt="2026-10-16T07:14:02.835" v="6125"/>
          <ac:spMkLst>
            <pc:docMk/>
            <pc:sldMk cId="3798203764" sldId="276"/>
            <ac:spMk id="19" creationId="{8DB172E3-60D5-36E9-D688-6E457AB4BB62}"/>
          </ac:spMkLst>
        </pc:spChg>
        <pc:spChg chg="mod">
          <ac:chgData name="Ariel Khuzman" userId="44bd3a8ee2020114" providerId="LiveId" clId="{7D111082-8647-47A3-B782-03586228AC5B}" dt="2026-10-16T07:14:05.347" v="6126" actId="20577"/>
          <ac:spMkLst>
            <pc:docMk/>
            <pc:sldMk cId="3798203764" sldId="276"/>
            <ac:spMk id="20" creationId="{21C0248E-4BBA-6675-BFE9-C03AE27D037D}"/>
          </ac:spMkLst>
        </pc:spChg>
        <pc:spChg chg="mod">
          <ac:chgData name="Ariel Khuzman" userId="44bd3a8ee2020114" providerId="LiveId" clId="{7D111082-8647-47A3-B782-03586228AC5B}" dt="2026-10-16T07:15:33.326" v="6130"/>
          <ac:spMkLst>
            <pc:docMk/>
            <pc:sldMk cId="3798203764" sldId="276"/>
            <ac:spMk id="26" creationId="{F0C51F44-D79E-8ACB-7960-CF045836E626}"/>
          </ac:spMkLst>
        </pc:spChg>
        <pc:spChg chg="mod">
          <ac:chgData name="Ariel Khuzman" userId="44bd3a8ee2020114" providerId="LiveId" clId="{7D111082-8647-47A3-B782-03586228AC5B}" dt="2026-10-16T07:15:33.326" v="6130"/>
          <ac:spMkLst>
            <pc:docMk/>
            <pc:sldMk cId="3798203764" sldId="276"/>
            <ac:spMk id="27" creationId="{E84C7BC2-F658-F64A-120C-1737B94EA0AF}"/>
          </ac:spMkLst>
        </pc:spChg>
        <pc:spChg chg="mod">
          <ac:chgData name="Ariel Khuzman" userId="44bd3a8ee2020114" providerId="LiveId" clId="{7D111082-8647-47A3-B782-03586228AC5B}" dt="2026-10-16T07:15:33.326" v="6130"/>
          <ac:spMkLst>
            <pc:docMk/>
            <pc:sldMk cId="3798203764" sldId="276"/>
            <ac:spMk id="28" creationId="{EE7A95D5-CAD5-03D4-6E78-0FAA389B255B}"/>
          </ac:spMkLst>
        </pc:spChg>
        <pc:spChg chg="mod">
          <ac:chgData name="Ariel Khuzman" userId="44bd3a8ee2020114" providerId="LiveId" clId="{7D111082-8647-47A3-B782-03586228AC5B}" dt="2026-10-16T07:15:33.326" v="6130"/>
          <ac:spMkLst>
            <pc:docMk/>
            <pc:sldMk cId="3798203764" sldId="276"/>
            <ac:spMk id="29" creationId="{1662A7B4-663B-DA96-3EA8-978A9DB8E54B}"/>
          </ac:spMkLst>
        </pc:spChg>
        <pc:spChg chg="mod">
          <ac:chgData name="Ariel Khuzman" userId="44bd3a8ee2020114" providerId="LiveId" clId="{7D111082-8647-47A3-B782-03586228AC5B}" dt="2026-10-16T07:15:33.326" v="6130"/>
          <ac:spMkLst>
            <pc:docMk/>
            <pc:sldMk cId="3798203764" sldId="276"/>
            <ac:spMk id="30" creationId="{4E8D0DEE-DDCF-6C2B-D0E4-509B290740B6}"/>
          </ac:spMkLst>
        </pc:spChg>
        <pc:spChg chg="mod">
          <ac:chgData name="Ariel Khuzman" userId="44bd3a8ee2020114" providerId="LiveId" clId="{7D111082-8647-47A3-B782-03586228AC5B}" dt="2026-10-16T07:19:18.368" v="6293" actId="1037"/>
          <ac:spMkLst>
            <pc:docMk/>
            <pc:sldMk cId="3798203764" sldId="276"/>
            <ac:spMk id="34" creationId="{7EE2299F-63E0-2BCE-D8B5-273E44E49B80}"/>
          </ac:spMkLst>
        </pc:spChg>
        <pc:spChg chg="mod">
          <ac:chgData name="Ariel Khuzman" userId="44bd3a8ee2020114" providerId="LiveId" clId="{7D111082-8647-47A3-B782-03586228AC5B}" dt="2026-10-16T07:15:33.326" v="6130"/>
          <ac:spMkLst>
            <pc:docMk/>
            <pc:sldMk cId="3798203764" sldId="276"/>
            <ac:spMk id="38" creationId="{76848A45-E8D6-E7BB-7A53-C049A811FA92}"/>
          </ac:spMkLst>
        </pc:spChg>
        <pc:spChg chg="mod">
          <ac:chgData name="Ariel Khuzman" userId="44bd3a8ee2020114" providerId="LiveId" clId="{7D111082-8647-47A3-B782-03586228AC5B}" dt="2026-10-16T07:15:33.326" v="6130"/>
          <ac:spMkLst>
            <pc:docMk/>
            <pc:sldMk cId="3798203764" sldId="276"/>
            <ac:spMk id="41" creationId="{A38807E2-8A1A-DF4E-E220-3958C0E035E5}"/>
          </ac:spMkLst>
        </pc:spChg>
        <pc:spChg chg="mod">
          <ac:chgData name="Ariel Khuzman" userId="44bd3a8ee2020114" providerId="LiveId" clId="{7D111082-8647-47A3-B782-03586228AC5B}" dt="2026-10-16T07:15:33.326" v="6130"/>
          <ac:spMkLst>
            <pc:docMk/>
            <pc:sldMk cId="3798203764" sldId="276"/>
            <ac:spMk id="44" creationId="{08DEC591-16E8-0C3A-F0A8-151593B313A6}"/>
          </ac:spMkLst>
        </pc:spChg>
        <pc:spChg chg="mod">
          <ac:chgData name="Ariel Khuzman" userId="44bd3a8ee2020114" providerId="LiveId" clId="{7D111082-8647-47A3-B782-03586228AC5B}" dt="2026-10-16T07:15:33.326" v="6130"/>
          <ac:spMkLst>
            <pc:docMk/>
            <pc:sldMk cId="3798203764" sldId="276"/>
            <ac:spMk id="53" creationId="{99A269EE-E4A6-A593-0809-82898F79C6C3}"/>
          </ac:spMkLst>
        </pc:spChg>
        <pc:spChg chg="mod">
          <ac:chgData name="Ariel Khuzman" userId="44bd3a8ee2020114" providerId="LiveId" clId="{7D111082-8647-47A3-B782-03586228AC5B}" dt="2026-10-16T07:15:33.326" v="6130"/>
          <ac:spMkLst>
            <pc:docMk/>
            <pc:sldMk cId="3798203764" sldId="276"/>
            <ac:spMk id="54" creationId="{2F0F8954-53F3-5AF0-DDC3-93DA7132135C}"/>
          </ac:spMkLst>
        </pc:spChg>
        <pc:spChg chg="mod">
          <ac:chgData name="Ariel Khuzman" userId="44bd3a8ee2020114" providerId="LiveId" clId="{7D111082-8647-47A3-B782-03586228AC5B}" dt="2026-10-16T07:18:52.781" v="6265"/>
          <ac:spMkLst>
            <pc:docMk/>
            <pc:sldMk cId="3798203764" sldId="276"/>
            <ac:spMk id="62" creationId="{E7BFCE4A-E5EB-D34F-3382-B0BC366ABE98}"/>
          </ac:spMkLst>
        </pc:spChg>
        <pc:spChg chg="mod">
          <ac:chgData name="Ariel Khuzman" userId="44bd3a8ee2020114" providerId="LiveId" clId="{7D111082-8647-47A3-B782-03586228AC5B}" dt="2026-10-16T07:18:52.781" v="6265"/>
          <ac:spMkLst>
            <pc:docMk/>
            <pc:sldMk cId="3798203764" sldId="276"/>
            <ac:spMk id="64" creationId="{1C4B8657-2CD8-A4A6-6037-696C8FB16C18}"/>
          </ac:spMkLst>
        </pc:spChg>
        <pc:spChg chg="mod">
          <ac:chgData name="Ariel Khuzman" userId="44bd3a8ee2020114" providerId="LiveId" clId="{7D111082-8647-47A3-B782-03586228AC5B}" dt="2026-10-16T07:18:52.781" v="6265"/>
          <ac:spMkLst>
            <pc:docMk/>
            <pc:sldMk cId="3798203764" sldId="276"/>
            <ac:spMk id="65" creationId="{26491F4F-3112-81EB-BF96-1C71903E86DF}"/>
          </ac:spMkLst>
        </pc:spChg>
        <pc:spChg chg="mod">
          <ac:chgData name="Ariel Khuzman" userId="44bd3a8ee2020114" providerId="LiveId" clId="{7D111082-8647-47A3-B782-03586228AC5B}" dt="2026-10-16T07:18:52.781" v="6265"/>
          <ac:spMkLst>
            <pc:docMk/>
            <pc:sldMk cId="3798203764" sldId="276"/>
            <ac:spMk id="66" creationId="{9F5C5D9B-DE9F-C7E4-2FD1-F2E51868CB53}"/>
          </ac:spMkLst>
        </pc:spChg>
        <pc:spChg chg="mod">
          <ac:chgData name="Ariel Khuzman" userId="44bd3a8ee2020114" providerId="LiveId" clId="{7D111082-8647-47A3-B782-03586228AC5B}" dt="2026-10-16T07:18:52.781" v="6265"/>
          <ac:spMkLst>
            <pc:docMk/>
            <pc:sldMk cId="3798203764" sldId="276"/>
            <ac:spMk id="70" creationId="{1560E167-EE25-65F8-E5BF-D690F1AF6D2A}"/>
          </ac:spMkLst>
        </pc:spChg>
        <pc:spChg chg="mod">
          <ac:chgData name="Ariel Khuzman" userId="44bd3a8ee2020114" providerId="LiveId" clId="{7D111082-8647-47A3-B782-03586228AC5B}" dt="2026-10-16T07:18:52.781" v="6265"/>
          <ac:spMkLst>
            <pc:docMk/>
            <pc:sldMk cId="3798203764" sldId="276"/>
            <ac:spMk id="71" creationId="{91E6CAE1-817B-7276-5CCB-98DCB2567249}"/>
          </ac:spMkLst>
        </pc:spChg>
        <pc:spChg chg="mod">
          <ac:chgData name="Ariel Khuzman" userId="44bd3a8ee2020114" providerId="LiveId" clId="{7D111082-8647-47A3-B782-03586228AC5B}" dt="2026-10-16T07:18:52.781" v="6265"/>
          <ac:spMkLst>
            <pc:docMk/>
            <pc:sldMk cId="3798203764" sldId="276"/>
            <ac:spMk id="72" creationId="{E7C36077-8EEC-6B6A-9AD0-3CAC799516AA}"/>
          </ac:spMkLst>
        </pc:spChg>
        <pc:spChg chg="mod">
          <ac:chgData name="Ariel Khuzman" userId="44bd3a8ee2020114" providerId="LiveId" clId="{7D111082-8647-47A3-B782-03586228AC5B}" dt="2026-10-16T07:18:52.781" v="6265"/>
          <ac:spMkLst>
            <pc:docMk/>
            <pc:sldMk cId="3798203764" sldId="276"/>
            <ac:spMk id="73" creationId="{A13F86F5-0CE1-FA5F-6FF9-D4BE45E7E4FB}"/>
          </ac:spMkLst>
        </pc:spChg>
        <pc:spChg chg="mod">
          <ac:chgData name="Ariel Khuzman" userId="44bd3a8ee2020114" providerId="LiveId" clId="{7D111082-8647-47A3-B782-03586228AC5B}" dt="2026-10-16T07:18:52.781" v="6265"/>
          <ac:spMkLst>
            <pc:docMk/>
            <pc:sldMk cId="3798203764" sldId="276"/>
            <ac:spMk id="74" creationId="{BEE461EB-9579-82B0-715E-9005724992CD}"/>
          </ac:spMkLst>
        </pc:spChg>
        <pc:grpChg chg="add del mod">
          <ac:chgData name="Ariel Khuzman" userId="44bd3a8ee2020114" providerId="LiveId" clId="{7D111082-8647-47A3-B782-03586228AC5B}" dt="2026-10-16T07:17:37.306" v="6238" actId="478"/>
          <ac:grpSpMkLst>
            <pc:docMk/>
            <pc:sldMk cId="3798203764" sldId="276"/>
            <ac:grpSpMk id="2" creationId="{FBCA2A92-CA34-71CF-7744-574D30880CBE}"/>
          </ac:grpSpMkLst>
        </pc:grpChg>
        <pc:grpChg chg="mod">
          <ac:chgData name="Ariel Khuzman" userId="44bd3a8ee2020114" providerId="LiveId" clId="{7D111082-8647-47A3-B782-03586228AC5B}" dt="2026-10-16T07:19:18.368" v="6293" actId="1037"/>
          <ac:grpSpMkLst>
            <pc:docMk/>
            <pc:sldMk cId="3798203764" sldId="276"/>
            <ac:grpSpMk id="21" creationId="{782146B1-9DF3-64A2-B580-A8DD882224E4}"/>
          </ac:grpSpMkLst>
        </pc:grpChg>
        <pc:grpChg chg="mod">
          <ac:chgData name="Ariel Khuzman" userId="44bd3a8ee2020114" providerId="LiveId" clId="{7D111082-8647-47A3-B782-03586228AC5B}" dt="2026-10-16T07:19:18.368" v="6293" actId="1037"/>
          <ac:grpSpMkLst>
            <pc:docMk/>
            <pc:sldMk cId="3798203764" sldId="276"/>
            <ac:grpSpMk id="35" creationId="{359978F2-3AF7-BC62-7DDE-F19C82083F57}"/>
          </ac:grpSpMkLst>
        </pc:grpChg>
        <pc:grpChg chg="add mod">
          <ac:chgData name="Ariel Khuzman" userId="44bd3a8ee2020114" providerId="LiveId" clId="{7D111082-8647-47A3-B782-03586228AC5B}" dt="2026-10-16T07:22:27.442" v="6346" actId="1036"/>
          <ac:grpSpMkLst>
            <pc:docMk/>
            <pc:sldMk cId="3798203764" sldId="276"/>
            <ac:grpSpMk id="61" creationId="{2DE39C3D-87BD-445B-F3C4-011D01CC9ACF}"/>
          </ac:grpSpMkLst>
        </pc:grpChg>
        <pc:cxnChg chg="mod">
          <ac:chgData name="Ariel Khuzman" userId="44bd3a8ee2020114" providerId="LiveId" clId="{7D111082-8647-47A3-B782-03586228AC5B}" dt="2026-10-16T07:17:37.306" v="6238" actId="478"/>
          <ac:cxnSpMkLst>
            <pc:docMk/>
            <pc:sldMk cId="3798203764" sldId="276"/>
            <ac:cxnSpMk id="9" creationId="{8F5835D8-2D84-6ECB-14F7-AAC989A77333}"/>
          </ac:cxnSpMkLst>
        </pc:cxnChg>
        <pc:cxnChg chg="mod">
          <ac:chgData name="Ariel Khuzman" userId="44bd3a8ee2020114" providerId="LiveId" clId="{7D111082-8647-47A3-B782-03586228AC5B}" dt="2026-10-16T07:17:37.306" v="6238" actId="478"/>
          <ac:cxnSpMkLst>
            <pc:docMk/>
            <pc:sldMk cId="3798203764" sldId="276"/>
            <ac:cxnSpMk id="13" creationId="{8B0D5176-5E3A-1F6A-0550-A9044032F6EF}"/>
          </ac:cxnSpMkLst>
        </pc:cxnChg>
        <pc:cxnChg chg="mod">
          <ac:chgData name="Ariel Khuzman" userId="44bd3a8ee2020114" providerId="LiveId" clId="{7D111082-8647-47A3-B782-03586228AC5B}" dt="2026-10-16T07:17:37.306" v="6238" actId="478"/>
          <ac:cxnSpMkLst>
            <pc:docMk/>
            <pc:sldMk cId="3798203764" sldId="276"/>
            <ac:cxnSpMk id="14" creationId="{FBE55171-9163-C43B-AE78-F3D3068524C9}"/>
          </ac:cxnSpMkLst>
        </pc:cxnChg>
        <pc:cxnChg chg="mod">
          <ac:chgData name="Ariel Khuzman" userId="44bd3a8ee2020114" providerId="LiveId" clId="{7D111082-8647-47A3-B782-03586228AC5B}" dt="2026-10-16T07:17:37.306" v="6238" actId="478"/>
          <ac:cxnSpMkLst>
            <pc:docMk/>
            <pc:sldMk cId="3798203764" sldId="276"/>
            <ac:cxnSpMk id="15" creationId="{770F3FCE-A4CF-F0DB-5FA6-7FCD55F20D4F}"/>
          </ac:cxnSpMkLst>
        </pc:cxnChg>
        <pc:cxnChg chg="mod">
          <ac:chgData name="Ariel Khuzman" userId="44bd3a8ee2020114" providerId="LiveId" clId="{7D111082-8647-47A3-B782-03586228AC5B}" dt="2026-10-16T07:19:27.793" v="6294" actId="14100"/>
          <ac:cxnSpMkLst>
            <pc:docMk/>
            <pc:sldMk cId="3798203764" sldId="276"/>
            <ac:cxnSpMk id="63" creationId="{6B53F8BE-68FF-DC6C-1D22-120545AC2CA6}"/>
          </ac:cxnSpMkLst>
        </pc:cxnChg>
        <pc:cxnChg chg="mod">
          <ac:chgData name="Ariel Khuzman" userId="44bd3a8ee2020114" providerId="LiveId" clId="{7D111082-8647-47A3-B782-03586228AC5B}" dt="2026-10-16T07:19:34.448" v="6295" actId="14100"/>
          <ac:cxnSpMkLst>
            <pc:docMk/>
            <pc:sldMk cId="3798203764" sldId="276"/>
            <ac:cxnSpMk id="67" creationId="{5ED968B5-4804-F07B-0DC1-F7B3B69E60C3}"/>
          </ac:cxnSpMkLst>
        </pc:cxnChg>
      </pc:sldChg>
      <pc:sldChg chg="addSp modSp mod modAnim">
        <pc:chgData name="Ariel Khuzman" userId="44bd3a8ee2020114" providerId="LiveId" clId="{7D111082-8647-47A3-B782-03586228AC5B}" dt="2026-10-16T07:44:24.628" v="6785" actId="20577"/>
        <pc:sldMkLst>
          <pc:docMk/>
          <pc:sldMk cId="1296368001" sldId="277"/>
        </pc:sldMkLst>
        <pc:spChg chg="mod">
          <ac:chgData name="Ariel Khuzman" userId="44bd3a8ee2020114" providerId="LiveId" clId="{7D111082-8647-47A3-B782-03586228AC5B}" dt="2026-10-16T07:28:50.325" v="6437" actId="20577"/>
          <ac:spMkLst>
            <pc:docMk/>
            <pc:sldMk cId="1296368001" sldId="277"/>
            <ac:spMk id="2" creationId="{E5C43EAA-F6D6-40F2-947A-CB6C204B5761}"/>
          </ac:spMkLst>
        </pc:spChg>
        <pc:spChg chg="mod">
          <ac:chgData name="Ariel Khuzman" userId="44bd3a8ee2020114" providerId="LiveId" clId="{7D111082-8647-47A3-B782-03586228AC5B}" dt="2026-10-16T07:44:24.628" v="6785" actId="20577"/>
          <ac:spMkLst>
            <pc:docMk/>
            <pc:sldMk cId="1296368001" sldId="277"/>
            <ac:spMk id="3" creationId="{597303E1-6B0E-47B2-BFF7-80905FEF2801}"/>
          </ac:spMkLst>
        </pc:spChg>
        <pc:spChg chg="mod">
          <ac:chgData name="Ariel Khuzman" userId="44bd3a8ee2020114" providerId="LiveId" clId="{7D111082-8647-47A3-B782-03586228AC5B}" dt="2026-10-16T07:41:50.108" v="6767"/>
          <ac:spMkLst>
            <pc:docMk/>
            <pc:sldMk cId="1296368001" sldId="277"/>
            <ac:spMk id="12" creationId="{26DDE8FF-DF93-EE87-020A-1671C52849AD}"/>
          </ac:spMkLst>
        </pc:spChg>
        <pc:spChg chg="mod">
          <ac:chgData name="Ariel Khuzman" userId="44bd3a8ee2020114" providerId="LiveId" clId="{7D111082-8647-47A3-B782-03586228AC5B}" dt="2026-10-16T07:41:50.108" v="6767"/>
          <ac:spMkLst>
            <pc:docMk/>
            <pc:sldMk cId="1296368001" sldId="277"/>
            <ac:spMk id="13" creationId="{9A17C840-E9DF-61B5-05DC-E4A59C05623C}"/>
          </ac:spMkLst>
        </pc:spChg>
        <pc:spChg chg="mod">
          <ac:chgData name="Ariel Khuzman" userId="44bd3a8ee2020114" providerId="LiveId" clId="{7D111082-8647-47A3-B782-03586228AC5B}" dt="2026-10-16T07:41:50.108" v="6767"/>
          <ac:spMkLst>
            <pc:docMk/>
            <pc:sldMk cId="1296368001" sldId="277"/>
            <ac:spMk id="16" creationId="{AE06A120-ABE9-4540-37BE-BD2A2E25D58C}"/>
          </ac:spMkLst>
        </pc:spChg>
        <pc:spChg chg="add mod">
          <ac:chgData name="Ariel Khuzman" userId="44bd3a8ee2020114" providerId="LiveId" clId="{7D111082-8647-47A3-B782-03586228AC5B}" dt="2026-10-16T07:41:50.108" v="6767"/>
          <ac:spMkLst>
            <pc:docMk/>
            <pc:sldMk cId="1296368001" sldId="277"/>
            <ac:spMk id="20" creationId="{53CE5308-0AE1-2312-69BD-DD41969713F6}"/>
          </ac:spMkLst>
        </pc:spChg>
        <pc:spChg chg="mod">
          <ac:chgData name="Ariel Khuzman" userId="44bd3a8ee2020114" providerId="LiveId" clId="{7D111082-8647-47A3-B782-03586228AC5B}" dt="2026-10-16T07:41:50.108" v="6767"/>
          <ac:spMkLst>
            <pc:docMk/>
            <pc:sldMk cId="1296368001" sldId="277"/>
            <ac:spMk id="24" creationId="{CFDB3573-01D9-9FCD-CF39-F045B1C72443}"/>
          </ac:spMkLst>
        </pc:spChg>
        <pc:spChg chg="mod">
          <ac:chgData name="Ariel Khuzman" userId="44bd3a8ee2020114" providerId="LiveId" clId="{7D111082-8647-47A3-B782-03586228AC5B}" dt="2026-10-16T07:41:50.108" v="6767"/>
          <ac:spMkLst>
            <pc:docMk/>
            <pc:sldMk cId="1296368001" sldId="277"/>
            <ac:spMk id="27" creationId="{D5F0920E-6EBB-16C7-02F1-679496FDDC48}"/>
          </ac:spMkLst>
        </pc:spChg>
        <pc:spChg chg="mod">
          <ac:chgData name="Ariel Khuzman" userId="44bd3a8ee2020114" providerId="LiveId" clId="{7D111082-8647-47A3-B782-03586228AC5B}" dt="2026-10-16T07:41:50.108" v="6767"/>
          <ac:spMkLst>
            <pc:docMk/>
            <pc:sldMk cId="1296368001" sldId="277"/>
            <ac:spMk id="28" creationId="{10EC9E68-B818-330D-2543-8BDA5FD17528}"/>
          </ac:spMkLst>
        </pc:spChg>
        <pc:spChg chg="mod">
          <ac:chgData name="Ariel Khuzman" userId="44bd3a8ee2020114" providerId="LiveId" clId="{7D111082-8647-47A3-B782-03586228AC5B}" dt="2026-10-16T07:41:50.108" v="6767"/>
          <ac:spMkLst>
            <pc:docMk/>
            <pc:sldMk cId="1296368001" sldId="277"/>
            <ac:spMk id="29" creationId="{03BC9C46-722A-6E0B-4F20-7F5105D7A285}"/>
          </ac:spMkLst>
        </pc:spChg>
        <pc:spChg chg="mod">
          <ac:chgData name="Ariel Khuzman" userId="44bd3a8ee2020114" providerId="LiveId" clId="{7D111082-8647-47A3-B782-03586228AC5B}" dt="2026-10-16T07:41:50.108" v="6767"/>
          <ac:spMkLst>
            <pc:docMk/>
            <pc:sldMk cId="1296368001" sldId="277"/>
            <ac:spMk id="39" creationId="{F9B9602C-5AE1-D1F3-8067-414EC4965D3B}"/>
          </ac:spMkLst>
        </pc:spChg>
        <pc:spChg chg="mod">
          <ac:chgData name="Ariel Khuzman" userId="44bd3a8ee2020114" providerId="LiveId" clId="{7D111082-8647-47A3-B782-03586228AC5B}" dt="2026-10-16T07:41:50.108" v="6767"/>
          <ac:spMkLst>
            <pc:docMk/>
            <pc:sldMk cId="1296368001" sldId="277"/>
            <ac:spMk id="40" creationId="{C054BAF0-BD3C-1A74-5234-16AD926414B4}"/>
          </ac:spMkLst>
        </pc:spChg>
      </pc:sldChg>
      <pc:sldChg chg="addSp delSp modSp mod addAnim delAnim modAnim">
        <pc:chgData name="Ariel Khuzman" userId="44bd3a8ee2020114" providerId="LiveId" clId="{7D111082-8647-47A3-B782-03586228AC5B}" dt="2026-10-16T12:23:20.642" v="8344"/>
        <pc:sldMkLst>
          <pc:docMk/>
          <pc:sldMk cId="438767636" sldId="279"/>
        </pc:sldMkLst>
        <pc:spChg chg="mod">
          <ac:chgData name="Ariel Khuzman" userId="44bd3a8ee2020114" providerId="LiveId" clId="{7D111082-8647-47A3-B782-03586228AC5B}" dt="2026-10-15T20:27:01.010" v="4115" actId="20577"/>
          <ac:spMkLst>
            <pc:docMk/>
            <pc:sldMk cId="438767636" sldId="279"/>
            <ac:spMk id="2" creationId="{DD6AF354-D1D5-4AAC-BE4E-310F5B1B0B5C}"/>
          </ac:spMkLst>
        </pc:spChg>
        <pc:spChg chg="mod">
          <ac:chgData name="Ariel Khuzman" userId="44bd3a8ee2020114" providerId="LiveId" clId="{7D111082-8647-47A3-B782-03586228AC5B}" dt="2026-10-16T12:23:20.642" v="8344"/>
          <ac:spMkLst>
            <pc:docMk/>
            <pc:sldMk cId="438767636" sldId="279"/>
            <ac:spMk id="8" creationId="{71852679-144E-45F1-9BE7-1D451320A1C0}"/>
          </ac:spMkLst>
        </pc:spChg>
        <pc:spChg chg="add del mod">
          <ac:chgData name="Ariel Khuzman" userId="44bd3a8ee2020114" providerId="LiveId" clId="{7D111082-8647-47A3-B782-03586228AC5B}" dt="2026-10-15T20:26:39.270" v="4090"/>
          <ac:spMkLst>
            <pc:docMk/>
            <pc:sldMk cId="438767636" sldId="279"/>
            <ac:spMk id="9" creationId="{5F26508B-02AE-0110-5B8A-C381733E5CC0}"/>
          </ac:spMkLst>
        </pc:spChg>
        <pc:spChg chg="mod">
          <ac:chgData name="Ariel Khuzman" userId="44bd3a8ee2020114" providerId="LiveId" clId="{7D111082-8647-47A3-B782-03586228AC5B}" dt="2026-10-15T20:31:06.585" v="4238"/>
          <ac:spMkLst>
            <pc:docMk/>
            <pc:sldMk cId="438767636" sldId="279"/>
            <ac:spMk id="30" creationId="{A0399180-CFF2-8905-097B-731A88D70FAC}"/>
          </ac:spMkLst>
        </pc:spChg>
        <pc:spChg chg="mod">
          <ac:chgData name="Ariel Khuzman" userId="44bd3a8ee2020114" providerId="LiveId" clId="{7D111082-8647-47A3-B782-03586228AC5B}" dt="2026-10-15T20:31:06.585" v="4238"/>
          <ac:spMkLst>
            <pc:docMk/>
            <pc:sldMk cId="438767636" sldId="279"/>
            <ac:spMk id="32" creationId="{FDAD9C95-A8FF-AE0E-E646-5A54A3AC4762}"/>
          </ac:spMkLst>
        </pc:spChg>
        <pc:spChg chg="mod">
          <ac:chgData name="Ariel Khuzman" userId="44bd3a8ee2020114" providerId="LiveId" clId="{7D111082-8647-47A3-B782-03586228AC5B}" dt="2026-10-15T20:31:06.585" v="4238"/>
          <ac:spMkLst>
            <pc:docMk/>
            <pc:sldMk cId="438767636" sldId="279"/>
            <ac:spMk id="33" creationId="{EE40DFF0-1BC7-E974-DFB2-E719893BE4AA}"/>
          </ac:spMkLst>
        </pc:spChg>
        <pc:spChg chg="mod">
          <ac:chgData name="Ariel Khuzman" userId="44bd3a8ee2020114" providerId="LiveId" clId="{7D111082-8647-47A3-B782-03586228AC5B}" dt="2026-10-15T20:31:06.585" v="4238"/>
          <ac:spMkLst>
            <pc:docMk/>
            <pc:sldMk cId="438767636" sldId="279"/>
            <ac:spMk id="34" creationId="{F26F5036-9314-41E7-4735-985F396B8A47}"/>
          </ac:spMkLst>
        </pc:spChg>
        <pc:spChg chg="mod">
          <ac:chgData name="Ariel Khuzman" userId="44bd3a8ee2020114" providerId="LiveId" clId="{7D111082-8647-47A3-B782-03586228AC5B}" dt="2026-10-15T20:31:06.585" v="4238"/>
          <ac:spMkLst>
            <pc:docMk/>
            <pc:sldMk cId="438767636" sldId="279"/>
            <ac:spMk id="35" creationId="{AF1E6C11-63E5-8740-A290-37D8F10B3C20}"/>
          </ac:spMkLst>
        </pc:spChg>
        <pc:spChg chg="mod">
          <ac:chgData name="Ariel Khuzman" userId="44bd3a8ee2020114" providerId="LiveId" clId="{7D111082-8647-47A3-B782-03586228AC5B}" dt="2026-10-15T20:31:06.585" v="4238"/>
          <ac:spMkLst>
            <pc:docMk/>
            <pc:sldMk cId="438767636" sldId="279"/>
            <ac:spMk id="36" creationId="{62E6F8A1-C9CD-AE3C-F588-9CF989DB0D2C}"/>
          </ac:spMkLst>
        </pc:spChg>
        <pc:spChg chg="mod">
          <ac:chgData name="Ariel Khuzman" userId="44bd3a8ee2020114" providerId="LiveId" clId="{7D111082-8647-47A3-B782-03586228AC5B}" dt="2026-10-15T20:31:06.585" v="4238"/>
          <ac:spMkLst>
            <pc:docMk/>
            <pc:sldMk cId="438767636" sldId="279"/>
            <ac:spMk id="37" creationId="{2E52BE43-5303-F005-F1A8-22613D57F2CB}"/>
          </ac:spMkLst>
        </pc:spChg>
        <pc:spChg chg="mod">
          <ac:chgData name="Ariel Khuzman" userId="44bd3a8ee2020114" providerId="LiveId" clId="{7D111082-8647-47A3-B782-03586228AC5B}" dt="2026-10-15T20:31:06.585" v="4238"/>
          <ac:spMkLst>
            <pc:docMk/>
            <pc:sldMk cId="438767636" sldId="279"/>
            <ac:spMk id="38" creationId="{255AB9B9-9956-539D-EE89-69193C3BFE70}"/>
          </ac:spMkLst>
        </pc:spChg>
        <pc:spChg chg="mod">
          <ac:chgData name="Ariel Khuzman" userId="44bd3a8ee2020114" providerId="LiveId" clId="{7D111082-8647-47A3-B782-03586228AC5B}" dt="2026-10-15T20:31:06.585" v="4238"/>
          <ac:spMkLst>
            <pc:docMk/>
            <pc:sldMk cId="438767636" sldId="279"/>
            <ac:spMk id="39" creationId="{E91C8332-918C-E923-B77A-C285118A202F}"/>
          </ac:spMkLst>
        </pc:spChg>
        <pc:grpChg chg="add del mod">
          <ac:chgData name="Ariel Khuzman" userId="44bd3a8ee2020114" providerId="LiveId" clId="{7D111082-8647-47A3-B782-03586228AC5B}" dt="2026-10-15T20:31:14.241" v="4240" actId="478"/>
          <ac:grpSpMkLst>
            <pc:docMk/>
            <pc:sldMk cId="438767636" sldId="279"/>
            <ac:grpSpMk id="10" creationId="{CBDC5FA6-2526-8942-3B3B-E11395BA31A8}"/>
          </ac:grpSpMkLst>
        </pc:grpChg>
        <pc:grpChg chg="mod">
          <ac:chgData name="Ariel Khuzman" userId="44bd3a8ee2020114" providerId="LiveId" clId="{7D111082-8647-47A3-B782-03586228AC5B}" dt="2026-10-15T20:26:42.685" v="4099" actId="1036"/>
          <ac:grpSpMkLst>
            <pc:docMk/>
            <pc:sldMk cId="438767636" sldId="279"/>
            <ac:grpSpMk id="124" creationId="{336A6668-F0EC-482E-AA6B-00E5151289ED}"/>
          </ac:grpSpMkLst>
        </pc:grpChg>
        <pc:cxnChg chg="mod">
          <ac:chgData name="Ariel Khuzman" userId="44bd3a8ee2020114" providerId="LiveId" clId="{7D111082-8647-47A3-B782-03586228AC5B}" dt="2026-10-15T20:31:14.241" v="4240" actId="478"/>
          <ac:cxnSpMkLst>
            <pc:docMk/>
            <pc:sldMk cId="438767636" sldId="279"/>
            <ac:cxnSpMk id="14" creationId="{7D0F29E3-0C2C-0DFF-EDD8-A2301BB92148}"/>
          </ac:cxnSpMkLst>
        </pc:cxnChg>
        <pc:cxnChg chg="mod">
          <ac:chgData name="Ariel Khuzman" userId="44bd3a8ee2020114" providerId="LiveId" clId="{7D111082-8647-47A3-B782-03586228AC5B}" dt="2026-10-15T20:31:14.241" v="4240" actId="478"/>
          <ac:cxnSpMkLst>
            <pc:docMk/>
            <pc:sldMk cId="438767636" sldId="279"/>
            <ac:cxnSpMk id="16" creationId="{0E6C7FCE-88C8-B25A-8677-8AB780A9AE78}"/>
          </ac:cxnSpMkLst>
        </pc:cxnChg>
        <pc:cxnChg chg="mod">
          <ac:chgData name="Ariel Khuzman" userId="44bd3a8ee2020114" providerId="LiveId" clId="{7D111082-8647-47A3-B782-03586228AC5B}" dt="2026-10-15T20:31:14.241" v="4240" actId="478"/>
          <ac:cxnSpMkLst>
            <pc:docMk/>
            <pc:sldMk cId="438767636" sldId="279"/>
            <ac:cxnSpMk id="20" creationId="{87B938E5-E9A8-BCFA-2455-47BF598E0602}"/>
          </ac:cxnSpMkLst>
        </pc:cxnChg>
        <pc:cxnChg chg="mod">
          <ac:chgData name="Ariel Khuzman" userId="44bd3a8ee2020114" providerId="LiveId" clId="{7D111082-8647-47A3-B782-03586228AC5B}" dt="2026-10-15T20:31:14.241" v="4240" actId="478"/>
          <ac:cxnSpMkLst>
            <pc:docMk/>
            <pc:sldMk cId="438767636" sldId="279"/>
            <ac:cxnSpMk id="21" creationId="{8AEA7A40-EACB-C39C-BC7A-E84A1871CE69}"/>
          </ac:cxnSpMkLst>
        </pc:cxnChg>
        <pc:cxnChg chg="mod">
          <ac:chgData name="Ariel Khuzman" userId="44bd3a8ee2020114" providerId="LiveId" clId="{7D111082-8647-47A3-B782-03586228AC5B}" dt="2026-10-15T20:31:14.241" v="4240" actId="478"/>
          <ac:cxnSpMkLst>
            <pc:docMk/>
            <pc:sldMk cId="438767636" sldId="279"/>
            <ac:cxnSpMk id="24" creationId="{91DD3F3D-87A4-44BF-DD48-70BE28899780}"/>
          </ac:cxnSpMkLst>
        </pc:cxnChg>
        <pc:cxnChg chg="mod">
          <ac:chgData name="Ariel Khuzman" userId="44bd3a8ee2020114" providerId="LiveId" clId="{7D111082-8647-47A3-B782-03586228AC5B}" dt="2026-10-15T20:31:14.241" v="4240" actId="478"/>
          <ac:cxnSpMkLst>
            <pc:docMk/>
            <pc:sldMk cId="438767636" sldId="279"/>
            <ac:cxnSpMk id="27" creationId="{FD983127-AB9E-5F19-6E6B-82175906E059}"/>
          </ac:cxnSpMkLst>
        </pc:cxnChg>
        <pc:cxnChg chg="mod">
          <ac:chgData name="Ariel Khuzman" userId="44bd3a8ee2020114" providerId="LiveId" clId="{7D111082-8647-47A3-B782-03586228AC5B}" dt="2026-10-15T20:31:14.241" v="4240" actId="478"/>
          <ac:cxnSpMkLst>
            <pc:docMk/>
            <pc:sldMk cId="438767636" sldId="279"/>
            <ac:cxnSpMk id="40" creationId="{7CCF190E-39F6-DA2F-ED2B-8B837991D350}"/>
          </ac:cxnSpMkLst>
        </pc:cxnChg>
        <pc:cxnChg chg="mod">
          <ac:chgData name="Ariel Khuzman" userId="44bd3a8ee2020114" providerId="LiveId" clId="{7D111082-8647-47A3-B782-03586228AC5B}" dt="2026-10-15T20:31:14.241" v="4240" actId="478"/>
          <ac:cxnSpMkLst>
            <pc:docMk/>
            <pc:sldMk cId="438767636" sldId="279"/>
            <ac:cxnSpMk id="41" creationId="{47C33CCA-12B7-1F87-9467-FFEEA21734C7}"/>
          </ac:cxnSpMkLst>
        </pc:cxnChg>
        <pc:cxnChg chg="mod">
          <ac:chgData name="Ariel Khuzman" userId="44bd3a8ee2020114" providerId="LiveId" clId="{7D111082-8647-47A3-B782-03586228AC5B}" dt="2026-10-15T20:31:14.241" v="4240" actId="478"/>
          <ac:cxnSpMkLst>
            <pc:docMk/>
            <pc:sldMk cId="438767636" sldId="279"/>
            <ac:cxnSpMk id="42" creationId="{9AC3540A-39CA-2CAC-EA6A-1FEAE3958270}"/>
          </ac:cxnSpMkLst>
        </pc:cxnChg>
      </pc:sldChg>
      <pc:sldChg chg="modSp mod modAnim">
        <pc:chgData name="Ariel Khuzman" userId="44bd3a8ee2020114" providerId="LiveId" clId="{7D111082-8647-47A3-B782-03586228AC5B}" dt="2026-10-15T21:00:17.473" v="4705" actId="1035"/>
        <pc:sldMkLst>
          <pc:docMk/>
          <pc:sldMk cId="4140316327" sldId="283"/>
        </pc:sldMkLst>
        <pc:spChg chg="mod">
          <ac:chgData name="Ariel Khuzman" userId="44bd3a8ee2020114" providerId="LiveId" clId="{7D111082-8647-47A3-B782-03586228AC5B}" dt="2026-10-15T21:00:17.473" v="4705" actId="1035"/>
          <ac:spMkLst>
            <pc:docMk/>
            <pc:sldMk cId="4140316327" sldId="283"/>
            <ac:spMk id="3" creationId="{79918BB2-39E9-49CD-8E84-5108E4B441B3}"/>
          </ac:spMkLst>
        </pc:spChg>
        <pc:spChg chg="mod">
          <ac:chgData name="Ariel Khuzman" userId="44bd3a8ee2020114" providerId="LiveId" clId="{7D111082-8647-47A3-B782-03586228AC5B}" dt="2026-10-15T21:00:15.515" v="4703" actId="1035"/>
          <ac:spMkLst>
            <pc:docMk/>
            <pc:sldMk cId="4140316327" sldId="283"/>
            <ac:spMk id="182" creationId="{BFC180D8-F05A-4427-941C-F12B3E4079DF}"/>
          </ac:spMkLst>
        </pc:spChg>
        <pc:grpChg chg="mod">
          <ac:chgData name="Ariel Khuzman" userId="44bd3a8ee2020114" providerId="LiveId" clId="{7D111082-8647-47A3-B782-03586228AC5B}" dt="2026-10-15T20:49:00.798" v="4531" actId="1036"/>
          <ac:grpSpMkLst>
            <pc:docMk/>
            <pc:sldMk cId="4140316327" sldId="283"/>
            <ac:grpSpMk id="57" creationId="{7EEA9845-A765-452D-A30C-25010882039B}"/>
          </ac:grpSpMkLst>
        </pc:grpChg>
        <pc:grpChg chg="mod">
          <ac:chgData name="Ariel Khuzman" userId="44bd3a8ee2020114" providerId="LiveId" clId="{7D111082-8647-47A3-B782-03586228AC5B}" dt="2026-10-15T20:49:00.798" v="4531" actId="1036"/>
          <ac:grpSpMkLst>
            <pc:docMk/>
            <pc:sldMk cId="4140316327" sldId="283"/>
            <ac:grpSpMk id="70" creationId="{30858F3D-75C6-45D3-B74B-49D49148FCCF}"/>
          </ac:grpSpMkLst>
        </pc:grpChg>
      </pc:sldChg>
      <pc:sldChg chg="addSp modSp del mod">
        <pc:chgData name="Ariel Khuzman" userId="44bd3a8ee2020114" providerId="LiveId" clId="{7D111082-8647-47A3-B782-03586228AC5B}" dt="2026-10-16T07:21:02.304" v="6315" actId="47"/>
        <pc:sldMkLst>
          <pc:docMk/>
          <pc:sldMk cId="1461768144" sldId="285"/>
        </pc:sldMkLst>
        <pc:spChg chg="mod">
          <ac:chgData name="Ariel Khuzman" userId="44bd3a8ee2020114" providerId="LiveId" clId="{7D111082-8647-47A3-B782-03586228AC5B}" dt="2026-10-16T07:15:29.617" v="6129" actId="1076"/>
          <ac:spMkLst>
            <pc:docMk/>
            <pc:sldMk cId="1461768144" sldId="285"/>
            <ac:spMk id="3" creationId="{12812744-34C0-45CF-B133-F95E992E9C34}"/>
          </ac:spMkLst>
        </pc:spChg>
        <pc:spChg chg="mod">
          <ac:chgData name="Ariel Khuzman" userId="44bd3a8ee2020114" providerId="LiveId" clId="{7D111082-8647-47A3-B782-03586228AC5B}" dt="2026-10-16T07:17:35.293" v="6237"/>
          <ac:spMkLst>
            <pc:docMk/>
            <pc:sldMk cId="1461768144" sldId="285"/>
            <ac:spMk id="35" creationId="{ABAE7A84-7570-3237-5BBF-65AACD14997F}"/>
          </ac:spMkLst>
        </pc:spChg>
        <pc:spChg chg="mod">
          <ac:chgData name="Ariel Khuzman" userId="44bd3a8ee2020114" providerId="LiveId" clId="{7D111082-8647-47A3-B782-03586228AC5B}" dt="2026-10-16T07:17:35.293" v="6237"/>
          <ac:spMkLst>
            <pc:docMk/>
            <pc:sldMk cId="1461768144" sldId="285"/>
            <ac:spMk id="37" creationId="{1764DD0C-B427-2B5B-FDCA-8D1871DEA6AC}"/>
          </ac:spMkLst>
        </pc:spChg>
        <pc:spChg chg="mod">
          <ac:chgData name="Ariel Khuzman" userId="44bd3a8ee2020114" providerId="LiveId" clId="{7D111082-8647-47A3-B782-03586228AC5B}" dt="2026-10-16T07:17:35.293" v="6237"/>
          <ac:spMkLst>
            <pc:docMk/>
            <pc:sldMk cId="1461768144" sldId="285"/>
            <ac:spMk id="38" creationId="{7D5DAD67-595C-2445-C602-0001A920ED8F}"/>
          </ac:spMkLst>
        </pc:spChg>
        <pc:spChg chg="mod">
          <ac:chgData name="Ariel Khuzman" userId="44bd3a8ee2020114" providerId="LiveId" clId="{7D111082-8647-47A3-B782-03586228AC5B}" dt="2026-10-16T07:17:35.293" v="6237"/>
          <ac:spMkLst>
            <pc:docMk/>
            <pc:sldMk cId="1461768144" sldId="285"/>
            <ac:spMk id="40" creationId="{131EEE6D-3DE6-9CF6-23C7-C54C4866BA38}"/>
          </ac:spMkLst>
        </pc:spChg>
        <pc:spChg chg="mod">
          <ac:chgData name="Ariel Khuzman" userId="44bd3a8ee2020114" providerId="LiveId" clId="{7D111082-8647-47A3-B782-03586228AC5B}" dt="2026-10-16T07:17:35.293" v="6237"/>
          <ac:spMkLst>
            <pc:docMk/>
            <pc:sldMk cId="1461768144" sldId="285"/>
            <ac:spMk id="44" creationId="{7D71D0F2-C94F-6F03-49B6-1A0E5FA9B8CC}"/>
          </ac:spMkLst>
        </pc:spChg>
        <pc:spChg chg="mod">
          <ac:chgData name="Ariel Khuzman" userId="44bd3a8ee2020114" providerId="LiveId" clId="{7D111082-8647-47A3-B782-03586228AC5B}" dt="2026-10-16T07:17:35.293" v="6237"/>
          <ac:spMkLst>
            <pc:docMk/>
            <pc:sldMk cId="1461768144" sldId="285"/>
            <ac:spMk id="45" creationId="{E59BA8ED-B7AB-0069-0C6E-2F9D8B2C8BBD}"/>
          </ac:spMkLst>
        </pc:spChg>
        <pc:spChg chg="mod">
          <ac:chgData name="Ariel Khuzman" userId="44bd3a8ee2020114" providerId="LiveId" clId="{7D111082-8647-47A3-B782-03586228AC5B}" dt="2026-10-16T07:17:35.293" v="6237"/>
          <ac:spMkLst>
            <pc:docMk/>
            <pc:sldMk cId="1461768144" sldId="285"/>
            <ac:spMk id="46" creationId="{A7AACE14-D01E-3ABE-F68E-7BE685F44BD2}"/>
          </ac:spMkLst>
        </pc:spChg>
        <pc:spChg chg="mod">
          <ac:chgData name="Ariel Khuzman" userId="44bd3a8ee2020114" providerId="LiveId" clId="{7D111082-8647-47A3-B782-03586228AC5B}" dt="2026-10-16T07:17:35.293" v="6237"/>
          <ac:spMkLst>
            <pc:docMk/>
            <pc:sldMk cId="1461768144" sldId="285"/>
            <ac:spMk id="48" creationId="{9F7071F5-A2ED-9899-4954-7AC6689C79FC}"/>
          </ac:spMkLst>
        </pc:spChg>
        <pc:spChg chg="mod">
          <ac:chgData name="Ariel Khuzman" userId="44bd3a8ee2020114" providerId="LiveId" clId="{7D111082-8647-47A3-B782-03586228AC5B}" dt="2026-10-16T07:17:35.293" v="6237"/>
          <ac:spMkLst>
            <pc:docMk/>
            <pc:sldMk cId="1461768144" sldId="285"/>
            <ac:spMk id="50" creationId="{1B0364CD-6BEA-5B05-DF1B-7D4A20E36E71}"/>
          </ac:spMkLst>
        </pc:spChg>
        <pc:grpChg chg="add mod">
          <ac:chgData name="Ariel Khuzman" userId="44bd3a8ee2020114" providerId="LiveId" clId="{7D111082-8647-47A3-B782-03586228AC5B}" dt="2026-10-16T07:17:35.293" v="6237"/>
          <ac:grpSpMkLst>
            <pc:docMk/>
            <pc:sldMk cId="1461768144" sldId="285"/>
            <ac:grpSpMk id="34" creationId="{43FC4A48-3487-AF53-E21A-EF80A9A02F25}"/>
          </ac:grpSpMkLst>
        </pc:grpChg>
      </pc:sldChg>
      <pc:sldChg chg="addSp modSp mod modAnim">
        <pc:chgData name="Ariel Khuzman" userId="44bd3a8ee2020114" providerId="LiveId" clId="{7D111082-8647-47A3-B782-03586228AC5B}" dt="2026-10-16T12:50:16.293" v="8455" actId="1036"/>
        <pc:sldMkLst>
          <pc:docMk/>
          <pc:sldMk cId="1679129529" sldId="287"/>
        </pc:sldMkLst>
        <pc:spChg chg="mod">
          <ac:chgData name="Ariel Khuzman" userId="44bd3a8ee2020114" providerId="LiveId" clId="{7D111082-8647-47A3-B782-03586228AC5B}" dt="2026-10-16T12:48:51.072" v="8452" actId="20577"/>
          <ac:spMkLst>
            <pc:docMk/>
            <pc:sldMk cId="1679129529" sldId="287"/>
            <ac:spMk id="3" creationId="{5EA1CFAA-0B14-4845-8D67-866F66BD6912}"/>
          </ac:spMkLst>
        </pc:spChg>
        <pc:spChg chg="add mod ord">
          <ac:chgData name="Ariel Khuzman" userId="44bd3a8ee2020114" providerId="LiveId" clId="{7D111082-8647-47A3-B782-03586228AC5B}" dt="2026-10-16T12:50:16.293" v="8455" actId="1036"/>
          <ac:spMkLst>
            <pc:docMk/>
            <pc:sldMk cId="1679129529" sldId="287"/>
            <ac:spMk id="7" creationId="{404587E3-7B44-B500-BE23-5161B0DB3A6A}"/>
          </ac:spMkLst>
        </pc:spChg>
        <pc:spChg chg="mod">
          <ac:chgData name="Ariel Khuzman" userId="44bd3a8ee2020114" providerId="LiveId" clId="{7D111082-8647-47A3-B782-03586228AC5B}" dt="2026-10-16T11:24:21.648" v="7472" actId="5793"/>
          <ac:spMkLst>
            <pc:docMk/>
            <pc:sldMk cId="1679129529" sldId="287"/>
            <ac:spMk id="9" creationId="{C23BC6E9-7C9D-49E0-B0BE-E30293EE369F}"/>
          </ac:spMkLst>
        </pc:spChg>
      </pc:sldChg>
      <pc:sldChg chg="modSp mod addAnim delAnim modAnim">
        <pc:chgData name="Ariel Khuzman" userId="44bd3a8ee2020114" providerId="LiveId" clId="{7D111082-8647-47A3-B782-03586228AC5B}" dt="2026-10-16T12:32:37.721" v="8372"/>
        <pc:sldMkLst>
          <pc:docMk/>
          <pc:sldMk cId="124544040" sldId="288"/>
        </pc:sldMkLst>
        <pc:spChg chg="mod">
          <ac:chgData name="Ariel Khuzman" userId="44bd3a8ee2020114" providerId="LiveId" clId="{7D111082-8647-47A3-B782-03586228AC5B}" dt="2026-10-16T11:50:55.363" v="7985" actId="20577"/>
          <ac:spMkLst>
            <pc:docMk/>
            <pc:sldMk cId="124544040" sldId="288"/>
            <ac:spMk id="2" creationId="{AA3CAD37-2B68-46EB-BCE3-2EE8E9F0AE82}"/>
          </ac:spMkLst>
        </pc:spChg>
        <pc:spChg chg="mod">
          <ac:chgData name="Ariel Khuzman" userId="44bd3a8ee2020114" providerId="LiveId" clId="{7D111082-8647-47A3-B782-03586228AC5B}" dt="2026-10-16T11:52:19.205" v="7989" actId="20577"/>
          <ac:spMkLst>
            <pc:docMk/>
            <pc:sldMk cId="124544040" sldId="288"/>
            <ac:spMk id="3" creationId="{7C202563-741E-47E2-9D0E-ABB4785943B8}"/>
          </ac:spMkLst>
        </pc:spChg>
      </pc:sldChg>
      <pc:sldChg chg="addSp delSp modSp mod addAnim delAnim modAnim">
        <pc:chgData name="Ariel Khuzman" userId="44bd3a8ee2020114" providerId="LiveId" clId="{7D111082-8647-47A3-B782-03586228AC5B}" dt="2026-10-16T12:58:55.616" v="8481"/>
        <pc:sldMkLst>
          <pc:docMk/>
          <pc:sldMk cId="1746637546" sldId="289"/>
        </pc:sldMkLst>
        <pc:spChg chg="add del mod">
          <ac:chgData name="Ariel Khuzman" userId="44bd3a8ee2020114" providerId="LiveId" clId="{7D111082-8647-47A3-B782-03586228AC5B}" dt="2026-10-16T12:55:02.292" v="8470"/>
          <ac:spMkLst>
            <pc:docMk/>
            <pc:sldMk cId="1746637546" sldId="289"/>
            <ac:spMk id="3" creationId="{6CA64DE8-21C4-4BEE-AA15-0177AC9CA771}"/>
          </ac:spMkLst>
        </pc:spChg>
        <pc:spChg chg="add del mod">
          <ac:chgData name="Ariel Khuzman" userId="44bd3a8ee2020114" providerId="LiveId" clId="{7D111082-8647-47A3-B782-03586228AC5B}" dt="2026-10-16T11:56:43.978" v="8153" actId="478"/>
          <ac:spMkLst>
            <pc:docMk/>
            <pc:sldMk cId="1746637546" sldId="289"/>
            <ac:spMk id="8" creationId="{E29BD6D3-FF74-F3F9-D420-06CF48977B26}"/>
          </ac:spMkLst>
        </pc:spChg>
        <pc:spChg chg="add mod ord">
          <ac:chgData name="Ariel Khuzman" userId="44bd3a8ee2020114" providerId="LiveId" clId="{7D111082-8647-47A3-B782-03586228AC5B}" dt="2026-10-16T12:04:27.475" v="8282" actId="14100"/>
          <ac:spMkLst>
            <pc:docMk/>
            <pc:sldMk cId="1746637546" sldId="289"/>
            <ac:spMk id="9" creationId="{DAE5529C-A31F-8351-DD29-4C8B03AC5764}"/>
          </ac:spMkLst>
        </pc:spChg>
      </pc:sldChg>
      <pc:sldChg chg="modSp mod addAnim delAnim modAnim">
        <pc:chgData name="Ariel Khuzman" userId="44bd3a8ee2020114" providerId="LiveId" clId="{7D111082-8647-47A3-B782-03586228AC5B}" dt="2026-10-16T12:48:08.413" v="8416"/>
        <pc:sldMkLst>
          <pc:docMk/>
          <pc:sldMk cId="2715126874" sldId="290"/>
        </pc:sldMkLst>
        <pc:spChg chg="mod">
          <ac:chgData name="Ariel Khuzman" userId="44bd3a8ee2020114" providerId="LiveId" clId="{7D111082-8647-47A3-B782-03586228AC5B}" dt="2026-10-16T12:23:20.642" v="8344"/>
          <ac:spMkLst>
            <pc:docMk/>
            <pc:sldMk cId="2715126874" sldId="290"/>
            <ac:spMk id="3" creationId="{B38D8A1C-B0C8-4D2C-9236-E9D8AE0FAF12}"/>
          </ac:spMkLst>
        </pc:spChg>
      </pc:sldChg>
      <pc:sldChg chg="modSp mod addAnim delAnim modAnim">
        <pc:chgData name="Ariel Khuzman" userId="44bd3a8ee2020114" providerId="LiveId" clId="{7D111082-8647-47A3-B782-03586228AC5B}" dt="2026-10-16T11:10:37.398" v="7272"/>
        <pc:sldMkLst>
          <pc:docMk/>
          <pc:sldMk cId="2371631628" sldId="291"/>
        </pc:sldMkLst>
        <pc:spChg chg="mod">
          <ac:chgData name="Ariel Khuzman" userId="44bd3a8ee2020114" providerId="LiveId" clId="{7D111082-8647-47A3-B782-03586228AC5B}" dt="2026-10-16T11:10:37.398" v="7272"/>
          <ac:spMkLst>
            <pc:docMk/>
            <pc:sldMk cId="2371631628" sldId="291"/>
            <ac:spMk id="3" creationId="{9500CF3B-9C08-4D97-9514-9E006B4C0CE5}"/>
          </ac:spMkLst>
        </pc:spChg>
      </pc:sldChg>
      <pc:sldChg chg="addSp delSp modSp mod addAnim delAnim modAnim modNotes">
        <pc:chgData name="Ariel Khuzman" userId="44bd3a8ee2020114" providerId="LiveId" clId="{7D111082-8647-47A3-B782-03586228AC5B}" dt="2026-10-16T12:23:20.642" v="8344"/>
        <pc:sldMkLst>
          <pc:docMk/>
          <pc:sldMk cId="2291841876" sldId="293"/>
        </pc:sldMkLst>
        <pc:spChg chg="mod">
          <ac:chgData name="Ariel Khuzman" userId="44bd3a8ee2020114" providerId="LiveId" clId="{7D111082-8647-47A3-B782-03586228AC5B}" dt="2026-10-16T12:23:20.642" v="8344"/>
          <ac:spMkLst>
            <pc:docMk/>
            <pc:sldMk cId="2291841876" sldId="293"/>
            <ac:spMk id="3" creationId="{8ACEFFAD-FCFD-4B40-80F7-B288B617960A}"/>
          </ac:spMkLst>
        </pc:spChg>
        <pc:spChg chg="del">
          <ac:chgData name="Ariel Khuzman" userId="44bd3a8ee2020114" providerId="LiveId" clId="{7D111082-8647-47A3-B782-03586228AC5B}" dt="2026-10-16T11:07:44.008" v="7238" actId="478"/>
          <ac:spMkLst>
            <pc:docMk/>
            <pc:sldMk cId="2291841876" sldId="293"/>
            <ac:spMk id="7" creationId="{80BCC490-B9E1-4B16-9CF4-EA4994226FCA}"/>
          </ac:spMkLst>
        </pc:spChg>
        <pc:spChg chg="add del">
          <ac:chgData name="Ariel Khuzman" userId="44bd3a8ee2020114" providerId="LiveId" clId="{7D111082-8647-47A3-B782-03586228AC5B}" dt="2026-10-16T11:10:01.279" v="7264" actId="478"/>
          <ac:spMkLst>
            <pc:docMk/>
            <pc:sldMk cId="2291841876" sldId="293"/>
            <ac:spMk id="9" creationId="{653292D3-354C-3188-B230-A77BF901DD30}"/>
          </ac:spMkLst>
        </pc:spChg>
        <pc:spChg chg="add">
          <ac:chgData name="Ariel Khuzman" userId="44bd3a8ee2020114" providerId="LiveId" clId="{7D111082-8647-47A3-B782-03586228AC5B}" dt="2026-10-16T11:10:01.453" v="7265" actId="22"/>
          <ac:spMkLst>
            <pc:docMk/>
            <pc:sldMk cId="2291841876" sldId="293"/>
            <ac:spMk id="11" creationId="{99613C12-69E8-3651-C28E-BA274C7396E4}"/>
          </ac:spMkLst>
        </pc:spChg>
      </pc:sldChg>
      <pc:sldChg chg="addSp delSp modSp mod addAnim delAnim modAnim">
        <pc:chgData name="Ariel Khuzman" userId="44bd3a8ee2020114" providerId="LiveId" clId="{7D111082-8647-47A3-B782-03586228AC5B}" dt="2026-10-16T12:54:47.442" v="8469"/>
        <pc:sldMkLst>
          <pc:docMk/>
          <pc:sldMk cId="3180585284" sldId="295"/>
        </pc:sldMkLst>
        <pc:spChg chg="mod">
          <ac:chgData name="Ariel Khuzman" userId="44bd3a8ee2020114" providerId="LiveId" clId="{7D111082-8647-47A3-B782-03586228AC5B}" dt="2026-10-15T19:51:58.961" v="3308" actId="20577"/>
          <ac:spMkLst>
            <pc:docMk/>
            <pc:sldMk cId="3180585284" sldId="295"/>
            <ac:spMk id="2" creationId="{238EFA75-4695-43B0-9D22-5070ACB5212F}"/>
          </ac:spMkLst>
        </pc:spChg>
        <pc:spChg chg="mod">
          <ac:chgData name="Ariel Khuzman" userId="44bd3a8ee2020114" providerId="LiveId" clId="{7D111082-8647-47A3-B782-03586228AC5B}" dt="2026-10-16T12:54:47.442" v="8469"/>
          <ac:spMkLst>
            <pc:docMk/>
            <pc:sldMk cId="3180585284" sldId="295"/>
            <ac:spMk id="3" creationId="{75FA15FC-0EB5-460B-BA0E-8090115669F4}"/>
          </ac:spMkLst>
        </pc:spChg>
        <pc:spChg chg="add mod">
          <ac:chgData name="Ariel Khuzman" userId="44bd3a8ee2020114" providerId="LiveId" clId="{7D111082-8647-47A3-B782-03586228AC5B}" dt="2026-10-15T19:52:32.579" v="3344"/>
          <ac:spMkLst>
            <pc:docMk/>
            <pc:sldMk cId="3180585284" sldId="295"/>
            <ac:spMk id="8" creationId="{729A0955-CADC-7DED-4DDD-D75ACDE99C6B}"/>
          </ac:spMkLst>
        </pc:spChg>
        <pc:spChg chg="add mod">
          <ac:chgData name="Ariel Khuzman" userId="44bd3a8ee2020114" providerId="LiveId" clId="{7D111082-8647-47A3-B782-03586228AC5B}" dt="2026-10-15T19:52:32.579" v="3344"/>
          <ac:spMkLst>
            <pc:docMk/>
            <pc:sldMk cId="3180585284" sldId="295"/>
            <ac:spMk id="10" creationId="{BF94B52A-92D8-56AB-9CA8-1097E5637AE6}"/>
          </ac:spMkLst>
        </pc:spChg>
        <pc:spChg chg="add mod">
          <ac:chgData name="Ariel Khuzman" userId="44bd3a8ee2020114" providerId="LiveId" clId="{7D111082-8647-47A3-B782-03586228AC5B}" dt="2026-10-15T19:52:32.579" v="3344"/>
          <ac:spMkLst>
            <pc:docMk/>
            <pc:sldMk cId="3180585284" sldId="295"/>
            <ac:spMk id="11" creationId="{C255F2A5-C0D2-82C1-43B4-80C05138DA59}"/>
          </ac:spMkLst>
        </pc:spChg>
        <pc:spChg chg="add mod">
          <ac:chgData name="Ariel Khuzman" userId="44bd3a8ee2020114" providerId="LiveId" clId="{7D111082-8647-47A3-B782-03586228AC5B}" dt="2026-10-15T19:52:32.579" v="3344"/>
          <ac:spMkLst>
            <pc:docMk/>
            <pc:sldMk cId="3180585284" sldId="295"/>
            <ac:spMk id="12" creationId="{67DC2595-72A0-57F8-E123-6400BFFC0EBC}"/>
          </ac:spMkLst>
        </pc:spChg>
        <pc:spChg chg="add mod">
          <ac:chgData name="Ariel Khuzman" userId="44bd3a8ee2020114" providerId="LiveId" clId="{7D111082-8647-47A3-B782-03586228AC5B}" dt="2026-10-15T19:52:35.532" v="3345"/>
          <ac:spMkLst>
            <pc:docMk/>
            <pc:sldMk cId="3180585284" sldId="295"/>
            <ac:spMk id="16" creationId="{70C02CF1-0046-330B-095C-C15ACF925A5A}"/>
          </ac:spMkLst>
        </pc:spChg>
        <pc:spChg chg="add mod">
          <ac:chgData name="Ariel Khuzman" userId="44bd3a8ee2020114" providerId="LiveId" clId="{7D111082-8647-47A3-B782-03586228AC5B}" dt="2026-10-15T19:52:32.579" v="3344"/>
          <ac:spMkLst>
            <pc:docMk/>
            <pc:sldMk cId="3180585284" sldId="295"/>
            <ac:spMk id="17" creationId="{C1728CFD-37B3-26AD-E2BB-EF1FB04C49CF}"/>
          </ac:spMkLst>
        </pc:spChg>
        <pc:spChg chg="add mod">
          <ac:chgData name="Ariel Khuzman" userId="44bd3a8ee2020114" providerId="LiveId" clId="{7D111082-8647-47A3-B782-03586228AC5B}" dt="2026-10-15T19:52:32.579" v="3344"/>
          <ac:spMkLst>
            <pc:docMk/>
            <pc:sldMk cId="3180585284" sldId="295"/>
            <ac:spMk id="18" creationId="{B0E5E4FC-446C-68DE-93B9-ADFBA952714D}"/>
          </ac:spMkLst>
        </pc:spChg>
        <pc:spChg chg="add mod">
          <ac:chgData name="Ariel Khuzman" userId="44bd3a8ee2020114" providerId="LiveId" clId="{7D111082-8647-47A3-B782-03586228AC5B}" dt="2026-10-15T19:52:32.579" v="3344"/>
          <ac:spMkLst>
            <pc:docMk/>
            <pc:sldMk cId="3180585284" sldId="295"/>
            <ac:spMk id="31" creationId="{C7D3A4E3-4947-7F99-A60C-E94871B2AE6B}"/>
          </ac:spMkLst>
        </pc:spChg>
        <pc:spChg chg="add mod">
          <ac:chgData name="Ariel Khuzman" userId="44bd3a8ee2020114" providerId="LiveId" clId="{7D111082-8647-47A3-B782-03586228AC5B}" dt="2026-10-15T19:52:32.579" v="3344"/>
          <ac:spMkLst>
            <pc:docMk/>
            <pc:sldMk cId="3180585284" sldId="295"/>
            <ac:spMk id="32" creationId="{F978C544-F3F3-FEF5-EA50-85BF132CD4EE}"/>
          </ac:spMkLst>
        </pc:spChg>
        <pc:spChg chg="add mod">
          <ac:chgData name="Ariel Khuzman" userId="44bd3a8ee2020114" providerId="LiveId" clId="{7D111082-8647-47A3-B782-03586228AC5B}" dt="2026-10-15T19:52:32.579" v="3344"/>
          <ac:spMkLst>
            <pc:docMk/>
            <pc:sldMk cId="3180585284" sldId="295"/>
            <ac:spMk id="33" creationId="{B5F2913F-D0ED-ABEA-74E6-A0F1A582A33A}"/>
          </ac:spMkLst>
        </pc:spChg>
        <pc:spChg chg="add mod">
          <ac:chgData name="Ariel Khuzman" userId="44bd3a8ee2020114" providerId="LiveId" clId="{7D111082-8647-47A3-B782-03586228AC5B}" dt="2026-10-15T20:00:03.642" v="3761" actId="1036"/>
          <ac:spMkLst>
            <pc:docMk/>
            <pc:sldMk cId="3180585284" sldId="295"/>
            <ac:spMk id="34" creationId="{09BA8449-9B50-E64D-8833-3A4CB7B0B2FC}"/>
          </ac:spMkLst>
        </pc:spChg>
        <pc:spChg chg="add mod">
          <ac:chgData name="Ariel Khuzman" userId="44bd3a8ee2020114" providerId="LiveId" clId="{7D111082-8647-47A3-B782-03586228AC5B}" dt="2026-10-15T20:00:03.642" v="3761" actId="1036"/>
          <ac:spMkLst>
            <pc:docMk/>
            <pc:sldMk cId="3180585284" sldId="295"/>
            <ac:spMk id="36" creationId="{B8D7B0E5-C54A-BCB7-EB43-4CF9E8EEE414}"/>
          </ac:spMkLst>
        </pc:spChg>
        <pc:spChg chg="add mod">
          <ac:chgData name="Ariel Khuzman" userId="44bd3a8ee2020114" providerId="LiveId" clId="{7D111082-8647-47A3-B782-03586228AC5B}" dt="2026-10-15T20:00:03.642" v="3761" actId="1036"/>
          <ac:spMkLst>
            <pc:docMk/>
            <pc:sldMk cId="3180585284" sldId="295"/>
            <ac:spMk id="37" creationId="{86298213-C163-38C4-4FB7-194B08C41561}"/>
          </ac:spMkLst>
        </pc:spChg>
        <pc:spChg chg="add mod">
          <ac:chgData name="Ariel Khuzman" userId="44bd3a8ee2020114" providerId="LiveId" clId="{7D111082-8647-47A3-B782-03586228AC5B}" dt="2026-10-15T20:00:03.642" v="3761" actId="1036"/>
          <ac:spMkLst>
            <pc:docMk/>
            <pc:sldMk cId="3180585284" sldId="295"/>
            <ac:spMk id="38" creationId="{CD06CD95-0705-E0AD-957D-9456B1388CA4}"/>
          </ac:spMkLst>
        </pc:spChg>
        <pc:spChg chg="add del mod">
          <ac:chgData name="Ariel Khuzman" userId="44bd3a8ee2020114" providerId="LiveId" clId="{7D111082-8647-47A3-B782-03586228AC5B}" dt="2026-10-15T19:52:42.131" v="3347" actId="478"/>
          <ac:spMkLst>
            <pc:docMk/>
            <pc:sldMk cId="3180585284" sldId="295"/>
            <ac:spMk id="42" creationId="{60F746FB-E667-221C-F863-00AB32B23E1B}"/>
          </ac:spMkLst>
        </pc:spChg>
        <pc:spChg chg="add mod">
          <ac:chgData name="Ariel Khuzman" userId="44bd3a8ee2020114" providerId="LiveId" clId="{7D111082-8647-47A3-B782-03586228AC5B}" dt="2026-10-15T20:00:03.642" v="3761" actId="1036"/>
          <ac:spMkLst>
            <pc:docMk/>
            <pc:sldMk cId="3180585284" sldId="295"/>
            <ac:spMk id="44" creationId="{793D32E7-5E2C-4C1D-59AF-AC2CC0D9C64B}"/>
          </ac:spMkLst>
        </pc:spChg>
        <pc:spChg chg="add mod">
          <ac:chgData name="Ariel Khuzman" userId="44bd3a8ee2020114" providerId="LiveId" clId="{7D111082-8647-47A3-B782-03586228AC5B}" dt="2026-10-15T20:00:29.650" v="3781" actId="1037"/>
          <ac:spMkLst>
            <pc:docMk/>
            <pc:sldMk cId="3180585284" sldId="295"/>
            <ac:spMk id="45" creationId="{40F7CB79-D32F-3DF6-D72B-FBA1BEBB5246}"/>
          </ac:spMkLst>
        </pc:spChg>
        <pc:spChg chg="add mod">
          <ac:chgData name="Ariel Khuzman" userId="44bd3a8ee2020114" providerId="LiveId" clId="{7D111082-8647-47A3-B782-03586228AC5B}" dt="2026-10-15T20:00:03.642" v="3761" actId="1036"/>
          <ac:spMkLst>
            <pc:docMk/>
            <pc:sldMk cId="3180585284" sldId="295"/>
            <ac:spMk id="46" creationId="{A63D2904-E791-D06D-81FE-45E1F5C4C344}"/>
          </ac:spMkLst>
        </pc:spChg>
        <pc:spChg chg="add mod">
          <ac:chgData name="Ariel Khuzman" userId="44bd3a8ee2020114" providerId="LiveId" clId="{7D111082-8647-47A3-B782-03586228AC5B}" dt="2026-10-15T20:00:03.642" v="3761" actId="1036"/>
          <ac:spMkLst>
            <pc:docMk/>
            <pc:sldMk cId="3180585284" sldId="295"/>
            <ac:spMk id="47" creationId="{22210BEC-A7C2-7448-CF87-212FDF2AAA42}"/>
          </ac:spMkLst>
        </pc:spChg>
        <pc:spChg chg="add mod">
          <ac:chgData name="Ariel Khuzman" userId="44bd3a8ee2020114" providerId="LiveId" clId="{7D111082-8647-47A3-B782-03586228AC5B}" dt="2026-10-15T20:00:03.642" v="3761" actId="1036"/>
          <ac:spMkLst>
            <pc:docMk/>
            <pc:sldMk cId="3180585284" sldId="295"/>
            <ac:spMk id="48" creationId="{392F7FF5-12ED-A986-1174-293E602643A7}"/>
          </ac:spMkLst>
        </pc:spChg>
        <pc:spChg chg="add mod ord">
          <ac:chgData name="Ariel Khuzman" userId="44bd3a8ee2020114" providerId="LiveId" clId="{7D111082-8647-47A3-B782-03586228AC5B}" dt="2026-10-15T20:02:41.356" v="3802" actId="207"/>
          <ac:spMkLst>
            <pc:docMk/>
            <pc:sldMk cId="3180585284" sldId="295"/>
            <ac:spMk id="49" creationId="{E9D721FF-A623-2253-7CE8-50D26BEFB516}"/>
          </ac:spMkLst>
        </pc:spChg>
        <pc:spChg chg="add mod ord">
          <ac:chgData name="Ariel Khuzman" userId="44bd3a8ee2020114" providerId="LiveId" clId="{7D111082-8647-47A3-B782-03586228AC5B}" dt="2026-10-15T20:05:50.065" v="3842" actId="14100"/>
          <ac:spMkLst>
            <pc:docMk/>
            <pc:sldMk cId="3180585284" sldId="295"/>
            <ac:spMk id="50" creationId="{FCB07D85-EEDC-1698-C954-0184F08D13B2}"/>
          </ac:spMkLst>
        </pc:spChg>
        <pc:grpChg chg="del">
          <ac:chgData name="Ariel Khuzman" userId="44bd3a8ee2020114" providerId="LiveId" clId="{7D111082-8647-47A3-B782-03586228AC5B}" dt="2026-10-15T19:51:44.207" v="3290" actId="478"/>
          <ac:grpSpMkLst>
            <pc:docMk/>
            <pc:sldMk cId="3180585284" sldId="295"/>
            <ac:grpSpMk id="7" creationId="{5EED1E1C-C93D-4714-8463-78A26BD15C98}"/>
          </ac:grpSpMkLst>
        </pc:grpChg>
        <pc:cxnChg chg="mod">
          <ac:chgData name="Ariel Khuzman" userId="44bd3a8ee2020114" providerId="LiveId" clId="{7D111082-8647-47A3-B782-03586228AC5B}" dt="2026-10-15T19:51:44.207" v="3290" actId="478"/>
          <ac:cxnSpMkLst>
            <pc:docMk/>
            <pc:sldMk cId="3180585284" sldId="295"/>
            <ac:cxnSpMk id="20" creationId="{28BC4B0A-8174-47EC-9D47-FDBC9C83F7E1}"/>
          </ac:cxnSpMkLst>
        </pc:cxnChg>
        <pc:cxnChg chg="mod">
          <ac:chgData name="Ariel Khuzman" userId="44bd3a8ee2020114" providerId="LiveId" clId="{7D111082-8647-47A3-B782-03586228AC5B}" dt="2026-10-15T19:51:44.207" v="3290" actId="478"/>
          <ac:cxnSpMkLst>
            <pc:docMk/>
            <pc:sldMk cId="3180585284" sldId="295"/>
            <ac:cxnSpMk id="24" creationId="{32C0ED61-D5FF-4CFA-9966-A835BF9CFA18}"/>
          </ac:cxnSpMkLst>
        </pc:cxnChg>
        <pc:cxnChg chg="mod">
          <ac:chgData name="Ariel Khuzman" userId="44bd3a8ee2020114" providerId="LiveId" clId="{7D111082-8647-47A3-B782-03586228AC5B}" dt="2026-10-15T19:51:44.207" v="3290" actId="478"/>
          <ac:cxnSpMkLst>
            <pc:docMk/>
            <pc:sldMk cId="3180585284" sldId="295"/>
            <ac:cxnSpMk id="25" creationId="{C35C5933-4976-42EE-AC45-F16D90C8EB8D}"/>
          </ac:cxnSpMkLst>
        </pc:cxnChg>
        <pc:cxnChg chg="mod">
          <ac:chgData name="Ariel Khuzman" userId="44bd3a8ee2020114" providerId="LiveId" clId="{7D111082-8647-47A3-B782-03586228AC5B}" dt="2026-10-15T19:51:44.207" v="3290" actId="478"/>
          <ac:cxnSpMkLst>
            <pc:docMk/>
            <pc:sldMk cId="3180585284" sldId="295"/>
            <ac:cxnSpMk id="26" creationId="{CEF38819-08D6-46C4-9BC3-36029577F090}"/>
          </ac:cxnSpMkLst>
        </pc:cxnChg>
        <pc:cxnChg chg="mod">
          <ac:chgData name="Ariel Khuzman" userId="44bd3a8ee2020114" providerId="LiveId" clId="{7D111082-8647-47A3-B782-03586228AC5B}" dt="2026-10-15T20:00:03.642" v="3761" actId="1036"/>
          <ac:cxnSpMkLst>
            <pc:docMk/>
            <pc:sldMk cId="3180585284" sldId="295"/>
            <ac:cxnSpMk id="35" creationId="{1C441570-3325-7D6A-E986-4315A5B9DB0E}"/>
          </ac:cxnSpMkLst>
        </pc:cxnChg>
      </pc:sldChg>
      <pc:sldChg chg="addSp modSp mod addAnim delAnim modAnim">
        <pc:chgData name="Ariel Khuzman" userId="44bd3a8ee2020114" providerId="LiveId" clId="{7D111082-8647-47A3-B782-03586228AC5B}" dt="2026-10-16T12:24:36.619" v="8346"/>
        <pc:sldMkLst>
          <pc:docMk/>
          <pc:sldMk cId="1281482309" sldId="296"/>
        </pc:sldMkLst>
        <pc:spChg chg="mod">
          <ac:chgData name="Ariel Khuzman" userId="44bd3a8ee2020114" providerId="LiveId" clId="{7D111082-8647-47A3-B782-03586228AC5B}" dt="2026-10-16T11:09:02.813" v="7256" actId="20577"/>
          <ac:spMkLst>
            <pc:docMk/>
            <pc:sldMk cId="1281482309" sldId="296"/>
            <ac:spMk id="3" creationId="{BC11C9DA-FF91-42B5-A75A-75F3F82D5E04}"/>
          </ac:spMkLst>
        </pc:spChg>
        <pc:spChg chg="mod">
          <ac:chgData name="Ariel Khuzman" userId="44bd3a8ee2020114" providerId="LiveId" clId="{7D111082-8647-47A3-B782-03586228AC5B}" dt="2026-10-16T06:07:13.088" v="5193"/>
          <ac:spMkLst>
            <pc:docMk/>
            <pc:sldMk cId="1281482309" sldId="296"/>
            <ac:spMk id="14" creationId="{05A11797-4489-9C7F-46F7-ED7553C182F4}"/>
          </ac:spMkLst>
        </pc:spChg>
        <pc:spChg chg="mod">
          <ac:chgData name="Ariel Khuzman" userId="44bd3a8ee2020114" providerId="LiveId" clId="{7D111082-8647-47A3-B782-03586228AC5B}" dt="2026-10-16T06:07:13.088" v="5193"/>
          <ac:spMkLst>
            <pc:docMk/>
            <pc:sldMk cId="1281482309" sldId="296"/>
            <ac:spMk id="16" creationId="{DF651BD7-27EA-4CBB-029C-5ADFEBC0DF9B}"/>
          </ac:spMkLst>
        </pc:spChg>
        <pc:spChg chg="mod">
          <ac:chgData name="Ariel Khuzman" userId="44bd3a8ee2020114" providerId="LiveId" clId="{7D111082-8647-47A3-B782-03586228AC5B}" dt="2026-10-16T06:07:13.088" v="5193"/>
          <ac:spMkLst>
            <pc:docMk/>
            <pc:sldMk cId="1281482309" sldId="296"/>
            <ac:spMk id="26" creationId="{31714F98-02B1-7414-5109-31206FDA47F8}"/>
          </ac:spMkLst>
        </pc:spChg>
        <pc:spChg chg="mod">
          <ac:chgData name="Ariel Khuzman" userId="44bd3a8ee2020114" providerId="LiveId" clId="{7D111082-8647-47A3-B782-03586228AC5B}" dt="2026-10-16T06:07:13.088" v="5193"/>
          <ac:spMkLst>
            <pc:docMk/>
            <pc:sldMk cId="1281482309" sldId="296"/>
            <ac:spMk id="27" creationId="{34C2A24B-0A1F-A155-3D7A-08529439A276}"/>
          </ac:spMkLst>
        </pc:spChg>
        <pc:spChg chg="mod">
          <ac:chgData name="Ariel Khuzman" userId="44bd3a8ee2020114" providerId="LiveId" clId="{7D111082-8647-47A3-B782-03586228AC5B}" dt="2026-10-16T06:07:13.088" v="5193"/>
          <ac:spMkLst>
            <pc:docMk/>
            <pc:sldMk cId="1281482309" sldId="296"/>
            <ac:spMk id="28" creationId="{86D27E97-5896-3596-27B0-28F47239C984}"/>
          </ac:spMkLst>
        </pc:spChg>
        <pc:spChg chg="mod">
          <ac:chgData name="Ariel Khuzman" userId="44bd3a8ee2020114" providerId="LiveId" clId="{7D111082-8647-47A3-B782-03586228AC5B}" dt="2026-10-16T06:07:13.088" v="5193"/>
          <ac:spMkLst>
            <pc:docMk/>
            <pc:sldMk cId="1281482309" sldId="296"/>
            <ac:spMk id="29" creationId="{6E994F2A-11C1-B48C-F88C-57DE16CEAC68}"/>
          </ac:spMkLst>
        </pc:spChg>
        <pc:spChg chg="mod">
          <ac:chgData name="Ariel Khuzman" userId="44bd3a8ee2020114" providerId="LiveId" clId="{7D111082-8647-47A3-B782-03586228AC5B}" dt="2026-10-16T06:07:13.088" v="5193"/>
          <ac:spMkLst>
            <pc:docMk/>
            <pc:sldMk cId="1281482309" sldId="296"/>
            <ac:spMk id="30" creationId="{C4F11408-8DAA-9AC7-6710-76BB69CA3369}"/>
          </ac:spMkLst>
        </pc:spChg>
        <pc:spChg chg="add mod">
          <ac:chgData name="Ariel Khuzman" userId="44bd3a8ee2020114" providerId="LiveId" clId="{7D111082-8647-47A3-B782-03586228AC5B}" dt="2026-10-16T06:07:13.088" v="5193"/>
          <ac:spMkLst>
            <pc:docMk/>
            <pc:sldMk cId="1281482309" sldId="296"/>
            <ac:spMk id="34" creationId="{29A48630-64D6-3354-1DA3-3B3CBC6BEABA}"/>
          </ac:spMkLst>
        </pc:spChg>
        <pc:spChg chg="add mod">
          <ac:chgData name="Ariel Khuzman" userId="44bd3a8ee2020114" providerId="LiveId" clId="{7D111082-8647-47A3-B782-03586228AC5B}" dt="2026-10-16T06:07:13.088" v="5193"/>
          <ac:spMkLst>
            <pc:docMk/>
            <pc:sldMk cId="1281482309" sldId="296"/>
            <ac:spMk id="35" creationId="{A7728973-1021-9235-7E5F-97BB41A48105}"/>
          </ac:spMkLst>
        </pc:spChg>
        <pc:spChg chg="add mod">
          <ac:chgData name="Ariel Khuzman" userId="44bd3a8ee2020114" providerId="LiveId" clId="{7D111082-8647-47A3-B782-03586228AC5B}" dt="2026-10-16T06:07:13.088" v="5193"/>
          <ac:spMkLst>
            <pc:docMk/>
            <pc:sldMk cId="1281482309" sldId="296"/>
            <ac:spMk id="36" creationId="{E27F1FC4-35D9-7302-6ED8-0A3BCE8C9333}"/>
          </ac:spMkLst>
        </pc:spChg>
        <pc:spChg chg="mod">
          <ac:chgData name="Ariel Khuzman" userId="44bd3a8ee2020114" providerId="LiveId" clId="{7D111082-8647-47A3-B782-03586228AC5B}" dt="2026-10-16T06:07:21.186" v="5195"/>
          <ac:spMkLst>
            <pc:docMk/>
            <pc:sldMk cId="1281482309" sldId="296"/>
            <ac:spMk id="46" creationId="{12F2C6F5-CBAA-B546-9355-7BEB92F9EDB2}"/>
          </ac:spMkLst>
        </pc:spChg>
        <pc:spChg chg="mod">
          <ac:chgData name="Ariel Khuzman" userId="44bd3a8ee2020114" providerId="LiveId" clId="{7D111082-8647-47A3-B782-03586228AC5B}" dt="2026-10-16T06:07:21.186" v="5195"/>
          <ac:spMkLst>
            <pc:docMk/>
            <pc:sldMk cId="1281482309" sldId="296"/>
            <ac:spMk id="47" creationId="{AB6E5CA3-A637-AA37-1674-CEF9CA10E83F}"/>
          </ac:spMkLst>
        </pc:spChg>
        <pc:spChg chg="mod">
          <ac:chgData name="Ariel Khuzman" userId="44bd3a8ee2020114" providerId="LiveId" clId="{7D111082-8647-47A3-B782-03586228AC5B}" dt="2026-10-16T06:07:21.186" v="5195"/>
          <ac:spMkLst>
            <pc:docMk/>
            <pc:sldMk cId="1281482309" sldId="296"/>
            <ac:spMk id="57" creationId="{E2CE3035-A214-B443-B443-26DBC55B9086}"/>
          </ac:spMkLst>
        </pc:spChg>
        <pc:spChg chg="mod">
          <ac:chgData name="Ariel Khuzman" userId="44bd3a8ee2020114" providerId="LiveId" clId="{7D111082-8647-47A3-B782-03586228AC5B}" dt="2026-10-16T06:07:21.186" v="5195"/>
          <ac:spMkLst>
            <pc:docMk/>
            <pc:sldMk cId="1281482309" sldId="296"/>
            <ac:spMk id="58" creationId="{BFD06064-860E-6097-4D3F-5199274F0A00}"/>
          </ac:spMkLst>
        </pc:spChg>
        <pc:spChg chg="mod">
          <ac:chgData name="Ariel Khuzman" userId="44bd3a8ee2020114" providerId="LiveId" clId="{7D111082-8647-47A3-B782-03586228AC5B}" dt="2026-10-16T06:07:21.186" v="5195"/>
          <ac:spMkLst>
            <pc:docMk/>
            <pc:sldMk cId="1281482309" sldId="296"/>
            <ac:spMk id="59" creationId="{E1204746-F778-A58B-698C-CDE796CBC35D}"/>
          </ac:spMkLst>
        </pc:spChg>
        <pc:spChg chg="mod">
          <ac:chgData name="Ariel Khuzman" userId="44bd3a8ee2020114" providerId="LiveId" clId="{7D111082-8647-47A3-B782-03586228AC5B}" dt="2026-10-16T06:07:21.186" v="5195"/>
          <ac:spMkLst>
            <pc:docMk/>
            <pc:sldMk cId="1281482309" sldId="296"/>
            <ac:spMk id="60" creationId="{57266681-4358-D200-A3B9-65FF0F81E2A2}"/>
          </ac:spMkLst>
        </pc:spChg>
        <pc:spChg chg="mod">
          <ac:chgData name="Ariel Khuzman" userId="44bd3a8ee2020114" providerId="LiveId" clId="{7D111082-8647-47A3-B782-03586228AC5B}" dt="2026-10-16T06:07:21.186" v="5195"/>
          <ac:spMkLst>
            <pc:docMk/>
            <pc:sldMk cId="1281482309" sldId="296"/>
            <ac:spMk id="69" creationId="{0816A91C-6B2D-3207-0672-3B6FFCC981AF}"/>
          </ac:spMkLst>
        </pc:spChg>
        <pc:spChg chg="mod">
          <ac:chgData name="Ariel Khuzman" userId="44bd3a8ee2020114" providerId="LiveId" clId="{7D111082-8647-47A3-B782-03586228AC5B}" dt="2026-10-16T06:07:21.186" v="5195"/>
          <ac:spMkLst>
            <pc:docMk/>
            <pc:sldMk cId="1281482309" sldId="296"/>
            <ac:spMk id="71" creationId="{698BD7DD-3D54-85E6-E6E6-D8E811DE9C86}"/>
          </ac:spMkLst>
        </pc:spChg>
        <pc:spChg chg="add mod">
          <ac:chgData name="Ariel Khuzman" userId="44bd3a8ee2020114" providerId="LiveId" clId="{7D111082-8647-47A3-B782-03586228AC5B}" dt="2026-10-16T06:07:21.186" v="5195"/>
          <ac:spMkLst>
            <pc:docMk/>
            <pc:sldMk cId="1281482309" sldId="296"/>
            <ac:spMk id="78" creationId="{2162C696-3CC1-F3D1-C630-615CE9CF46AD}"/>
          </ac:spMkLst>
        </pc:spChg>
        <pc:spChg chg="add mod">
          <ac:chgData name="Ariel Khuzman" userId="44bd3a8ee2020114" providerId="LiveId" clId="{7D111082-8647-47A3-B782-03586228AC5B}" dt="2026-10-16T06:07:21.186" v="5195"/>
          <ac:spMkLst>
            <pc:docMk/>
            <pc:sldMk cId="1281482309" sldId="296"/>
            <ac:spMk id="79" creationId="{D91E85F3-13C9-F893-7EED-01C84DD37ADD}"/>
          </ac:spMkLst>
        </pc:spChg>
        <pc:spChg chg="add mod">
          <ac:chgData name="Ariel Khuzman" userId="44bd3a8ee2020114" providerId="LiveId" clId="{7D111082-8647-47A3-B782-03586228AC5B}" dt="2026-10-16T06:08:47.584" v="5209" actId="1076"/>
          <ac:spMkLst>
            <pc:docMk/>
            <pc:sldMk cId="1281482309" sldId="296"/>
            <ac:spMk id="81" creationId="{618C9ED3-B723-0220-CFCD-FF1914D4CF27}"/>
          </ac:spMkLst>
        </pc:spChg>
        <pc:spChg chg="add mod ord">
          <ac:chgData name="Ariel Khuzman" userId="44bd3a8ee2020114" providerId="LiveId" clId="{7D111082-8647-47A3-B782-03586228AC5B}" dt="2026-10-16T11:09:07.803" v="7257" actId="14100"/>
          <ac:spMkLst>
            <pc:docMk/>
            <pc:sldMk cId="1281482309" sldId="296"/>
            <ac:spMk id="82" creationId="{CCB09A1F-D4C9-CF70-8089-0FADC6630136}"/>
          </ac:spMkLst>
        </pc:spChg>
      </pc:sldChg>
      <pc:sldChg chg="addSp delSp modSp mod addAnim delAnim modAnim">
        <pc:chgData name="Ariel Khuzman" userId="44bd3a8ee2020114" providerId="LiveId" clId="{7D111082-8647-47A3-B782-03586228AC5B}" dt="2026-10-16T12:31:05.449" v="8370" actId="20577"/>
        <pc:sldMkLst>
          <pc:docMk/>
          <pc:sldMk cId="1403168955" sldId="297"/>
        </pc:sldMkLst>
        <pc:spChg chg="mod">
          <ac:chgData name="Ariel Khuzman" userId="44bd3a8ee2020114" providerId="LiveId" clId="{7D111082-8647-47A3-B782-03586228AC5B}" dt="2026-10-16T12:31:05.449" v="8370" actId="20577"/>
          <ac:spMkLst>
            <pc:docMk/>
            <pc:sldMk cId="1403168955" sldId="297"/>
            <ac:spMk id="3" creationId="{DFA88C7F-B0E3-41E7-B869-19391C99FD27}"/>
          </ac:spMkLst>
        </pc:spChg>
        <pc:spChg chg="mod">
          <ac:chgData name="Ariel Khuzman" userId="44bd3a8ee2020114" providerId="LiveId" clId="{7D111082-8647-47A3-B782-03586228AC5B}" dt="2026-10-16T11:15:39.949" v="7311"/>
          <ac:spMkLst>
            <pc:docMk/>
            <pc:sldMk cId="1403168955" sldId="297"/>
            <ac:spMk id="22" creationId="{3D1AF9F7-0A7B-9D2E-A91C-C3AAA1524F9D}"/>
          </ac:spMkLst>
        </pc:spChg>
        <pc:spChg chg="mod">
          <ac:chgData name="Ariel Khuzman" userId="44bd3a8ee2020114" providerId="LiveId" clId="{7D111082-8647-47A3-B782-03586228AC5B}" dt="2026-10-16T11:15:39.949" v="7311"/>
          <ac:spMkLst>
            <pc:docMk/>
            <pc:sldMk cId="1403168955" sldId="297"/>
            <ac:spMk id="25" creationId="{BA8F96A7-03E7-598F-396B-3A9DBD442C91}"/>
          </ac:spMkLst>
        </pc:spChg>
        <pc:spChg chg="add mod">
          <ac:chgData name="Ariel Khuzman" userId="44bd3a8ee2020114" providerId="LiveId" clId="{7D111082-8647-47A3-B782-03586228AC5B}" dt="2026-10-16T11:15:39.949" v="7311"/>
          <ac:spMkLst>
            <pc:docMk/>
            <pc:sldMk cId="1403168955" sldId="297"/>
            <ac:spMk id="30" creationId="{BB9FF7FB-5AEE-20F4-BC69-0FEF929A8D9D}"/>
          </ac:spMkLst>
        </pc:spChg>
        <pc:spChg chg="mod">
          <ac:chgData name="Ariel Khuzman" userId="44bd3a8ee2020114" providerId="LiveId" clId="{7D111082-8647-47A3-B782-03586228AC5B}" dt="2026-10-16T11:15:39.949" v="7311"/>
          <ac:spMkLst>
            <pc:docMk/>
            <pc:sldMk cId="1403168955" sldId="297"/>
            <ac:spMk id="34" creationId="{0797188A-D7FD-C47A-329C-D732A4942FAD}"/>
          </ac:spMkLst>
        </pc:spChg>
        <pc:spChg chg="mod">
          <ac:chgData name="Ariel Khuzman" userId="44bd3a8ee2020114" providerId="LiveId" clId="{7D111082-8647-47A3-B782-03586228AC5B}" dt="2026-10-16T11:15:39.949" v="7311"/>
          <ac:spMkLst>
            <pc:docMk/>
            <pc:sldMk cId="1403168955" sldId="297"/>
            <ac:spMk id="37" creationId="{B6E031C6-22BF-8817-9F0B-67C00EDC8A95}"/>
          </ac:spMkLst>
        </pc:spChg>
        <pc:spChg chg="mod">
          <ac:chgData name="Ariel Khuzman" userId="44bd3a8ee2020114" providerId="LiveId" clId="{7D111082-8647-47A3-B782-03586228AC5B}" dt="2026-10-16T11:15:39.949" v="7311"/>
          <ac:spMkLst>
            <pc:docMk/>
            <pc:sldMk cId="1403168955" sldId="297"/>
            <ac:spMk id="38" creationId="{0E614C76-07EF-0CF0-593C-EF3DFE9C67E0}"/>
          </ac:spMkLst>
        </pc:spChg>
        <pc:spChg chg="mod">
          <ac:chgData name="Ariel Khuzman" userId="44bd3a8ee2020114" providerId="LiveId" clId="{7D111082-8647-47A3-B782-03586228AC5B}" dt="2026-10-16T11:15:39.949" v="7311"/>
          <ac:spMkLst>
            <pc:docMk/>
            <pc:sldMk cId="1403168955" sldId="297"/>
            <ac:spMk id="50" creationId="{5F7F2EA2-FDFC-D80B-20EB-371DE04DF573}"/>
          </ac:spMkLst>
        </pc:spChg>
        <pc:spChg chg="mod">
          <ac:chgData name="Ariel Khuzman" userId="44bd3a8ee2020114" providerId="LiveId" clId="{7D111082-8647-47A3-B782-03586228AC5B}" dt="2026-10-16T11:15:39.949" v="7311"/>
          <ac:spMkLst>
            <pc:docMk/>
            <pc:sldMk cId="1403168955" sldId="297"/>
            <ac:spMk id="51" creationId="{FC236B50-1F24-3655-13CA-DCE3213EA3D3}"/>
          </ac:spMkLst>
        </pc:spChg>
        <pc:spChg chg="mod">
          <ac:chgData name="Ariel Khuzman" userId="44bd3a8ee2020114" providerId="LiveId" clId="{7D111082-8647-47A3-B782-03586228AC5B}" dt="2026-10-16T11:15:39.949" v="7311"/>
          <ac:spMkLst>
            <pc:docMk/>
            <pc:sldMk cId="1403168955" sldId="297"/>
            <ac:spMk id="52" creationId="{4627EB20-D9D3-EACF-96A6-4FD9DB416F40}"/>
          </ac:spMkLst>
        </pc:spChg>
        <pc:spChg chg="mod">
          <ac:chgData name="Ariel Khuzman" userId="44bd3a8ee2020114" providerId="LiveId" clId="{7D111082-8647-47A3-B782-03586228AC5B}" dt="2026-10-16T11:15:39.949" v="7311"/>
          <ac:spMkLst>
            <pc:docMk/>
            <pc:sldMk cId="1403168955" sldId="297"/>
            <ac:spMk id="53" creationId="{5E3C87C8-214C-F1DD-4199-74EB18107A82}"/>
          </ac:spMkLst>
        </pc:spChg>
        <pc:grpChg chg="del">
          <ac:chgData name="Ariel Khuzman" userId="44bd3a8ee2020114" providerId="LiveId" clId="{7D111082-8647-47A3-B782-03586228AC5B}" dt="2026-10-16T11:12:33.115" v="7287" actId="478"/>
          <ac:grpSpMkLst>
            <pc:docMk/>
            <pc:sldMk cId="1403168955" sldId="297"/>
            <ac:grpSpMk id="10" creationId="{D44D494D-AD5D-4FEF-870B-591932BAB3A2}"/>
          </ac:grpSpMkLst>
        </pc:grpChg>
        <pc:cxnChg chg="mod">
          <ac:chgData name="Ariel Khuzman" userId="44bd3a8ee2020114" providerId="LiveId" clId="{7D111082-8647-47A3-B782-03586228AC5B}" dt="2026-10-16T11:12:33.115" v="7287" actId="478"/>
          <ac:cxnSpMkLst>
            <pc:docMk/>
            <pc:sldMk cId="1403168955" sldId="297"/>
            <ac:cxnSpMk id="8" creationId="{C564B90F-04D5-23E7-F236-91EB07F17E9B}"/>
          </ac:cxnSpMkLst>
        </pc:cxnChg>
        <pc:cxnChg chg="mod">
          <ac:chgData name="Ariel Khuzman" userId="44bd3a8ee2020114" providerId="LiveId" clId="{7D111082-8647-47A3-B782-03586228AC5B}" dt="2026-10-16T11:12:33.115" v="7287" actId="478"/>
          <ac:cxnSpMkLst>
            <pc:docMk/>
            <pc:sldMk cId="1403168955" sldId="297"/>
            <ac:cxnSpMk id="14" creationId="{A8F0B4D1-C60A-365A-FBF2-C530A1EC1C65}"/>
          </ac:cxnSpMkLst>
        </pc:cxnChg>
        <pc:cxnChg chg="mod">
          <ac:chgData name="Ariel Khuzman" userId="44bd3a8ee2020114" providerId="LiveId" clId="{7D111082-8647-47A3-B782-03586228AC5B}" dt="2026-10-16T11:12:33.115" v="7287" actId="478"/>
          <ac:cxnSpMkLst>
            <pc:docMk/>
            <pc:sldMk cId="1403168955" sldId="297"/>
            <ac:cxnSpMk id="19" creationId="{D9EF3FAB-80FA-250D-CA2E-1CAED9506A5B}"/>
          </ac:cxnSpMkLst>
        </pc:cxnChg>
      </pc:sldChg>
      <pc:sldChg chg="del">
        <pc:chgData name="Ariel Khuzman" userId="44bd3a8ee2020114" providerId="LiveId" clId="{7D111082-8647-47A3-B782-03586228AC5B}" dt="2026-10-15T20:32:26.755" v="4263" actId="47"/>
        <pc:sldMkLst>
          <pc:docMk/>
          <pc:sldMk cId="2489876048" sldId="299"/>
        </pc:sldMkLst>
      </pc:sldChg>
      <pc:sldChg chg="del">
        <pc:chgData name="Ariel Khuzman" userId="44bd3a8ee2020114" providerId="LiveId" clId="{7D111082-8647-47A3-B782-03586228AC5B}" dt="2026-10-15T20:31:42.174" v="4244" actId="47"/>
        <pc:sldMkLst>
          <pc:docMk/>
          <pc:sldMk cId="559716036" sldId="300"/>
        </pc:sldMkLst>
      </pc:sldChg>
      <pc:sldChg chg="delSp del mod delAnim">
        <pc:chgData name="Ariel Khuzman" userId="44bd3a8ee2020114" providerId="LiveId" clId="{7D111082-8647-47A3-B782-03586228AC5B}" dt="2026-10-16T11:33:43.520" v="7617" actId="47"/>
        <pc:sldMkLst>
          <pc:docMk/>
          <pc:sldMk cId="653520737" sldId="301"/>
        </pc:sldMkLst>
        <pc:spChg chg="del">
          <ac:chgData name="Ariel Khuzman" userId="44bd3a8ee2020114" providerId="LiveId" clId="{7D111082-8647-47A3-B782-03586228AC5B}" dt="2026-10-16T11:33:39.371" v="7616" actId="478"/>
          <ac:spMkLst>
            <pc:docMk/>
            <pc:sldMk cId="653520737" sldId="301"/>
            <ac:spMk id="8" creationId="{44D8997A-9BFC-41B8-BAB9-011A507ECD66}"/>
          </ac:spMkLst>
        </pc:spChg>
      </pc:sldChg>
      <pc:sldChg chg="addSp modSp add mod modAnim">
        <pc:chgData name="Ariel Khuzman" userId="44bd3a8ee2020114" providerId="LiveId" clId="{7D111082-8647-47A3-B782-03586228AC5B}" dt="2026-10-15T13:08:03.280" v="534"/>
        <pc:sldMkLst>
          <pc:docMk/>
          <pc:sldMk cId="3096584122" sldId="302"/>
        </pc:sldMkLst>
        <pc:spChg chg="mod">
          <ac:chgData name="Ariel Khuzman" userId="44bd3a8ee2020114" providerId="LiveId" clId="{7D111082-8647-47A3-B782-03586228AC5B}" dt="2026-10-15T13:08:03.280" v="534"/>
          <ac:spMkLst>
            <pc:docMk/>
            <pc:sldMk cId="3096584122" sldId="302"/>
            <ac:spMk id="2" creationId="{1F818EE0-EA29-91E5-C821-CA1FA9DF58FC}"/>
          </ac:spMkLst>
        </pc:spChg>
        <pc:spChg chg="mod">
          <ac:chgData name="Ariel Khuzman" userId="44bd3a8ee2020114" providerId="LiveId" clId="{7D111082-8647-47A3-B782-03586228AC5B}" dt="2026-10-15T12:55:51.548" v="436" actId="20577"/>
          <ac:spMkLst>
            <pc:docMk/>
            <pc:sldMk cId="3096584122" sldId="302"/>
            <ac:spMk id="3" creationId="{FAB8B0CE-60EA-C701-5D6C-F8B7A06396BF}"/>
          </ac:spMkLst>
        </pc:spChg>
        <pc:picChg chg="add mod">
          <ac:chgData name="Ariel Khuzman" userId="44bd3a8ee2020114" providerId="LiveId" clId="{7D111082-8647-47A3-B782-03586228AC5B}" dt="2026-10-15T12:56:07.880" v="437" actId="14100"/>
          <ac:picMkLst>
            <pc:docMk/>
            <pc:sldMk cId="3096584122" sldId="302"/>
            <ac:picMk id="8" creationId="{7BD94897-AF13-36D5-94BE-3F77906CD6E7}"/>
          </ac:picMkLst>
        </pc:picChg>
      </pc:sldChg>
      <pc:sldChg chg="addSp delSp modSp add mod modAnim">
        <pc:chgData name="Ariel Khuzman" userId="44bd3a8ee2020114" providerId="LiveId" clId="{7D111082-8647-47A3-B782-03586228AC5B}" dt="2026-10-15T13:07:58.876" v="533"/>
        <pc:sldMkLst>
          <pc:docMk/>
          <pc:sldMk cId="1938924858" sldId="303"/>
        </pc:sldMkLst>
        <pc:spChg chg="mod">
          <ac:chgData name="Ariel Khuzman" userId="44bd3a8ee2020114" providerId="LiveId" clId="{7D111082-8647-47A3-B782-03586228AC5B}" dt="2026-10-15T13:07:58.876" v="533"/>
          <ac:spMkLst>
            <pc:docMk/>
            <pc:sldMk cId="1938924858" sldId="303"/>
            <ac:spMk id="2" creationId="{79BA436D-4D25-10BD-EB60-7C07FAE71BE1}"/>
          </ac:spMkLst>
        </pc:spChg>
        <pc:spChg chg="mod">
          <ac:chgData name="Ariel Khuzman" userId="44bd3a8ee2020114" providerId="LiveId" clId="{7D111082-8647-47A3-B782-03586228AC5B}" dt="2026-10-15T13:01:14.839" v="502" actId="20577"/>
          <ac:spMkLst>
            <pc:docMk/>
            <pc:sldMk cId="1938924858" sldId="303"/>
            <ac:spMk id="3" creationId="{675265A3-56FB-EE73-24FB-BE91C82743BD}"/>
          </ac:spMkLst>
        </pc:spChg>
        <pc:picChg chg="del">
          <ac:chgData name="Ariel Khuzman" userId="44bd3a8ee2020114" providerId="LiveId" clId="{7D111082-8647-47A3-B782-03586228AC5B}" dt="2026-10-15T12:56:12.391" v="438" actId="478"/>
          <ac:picMkLst>
            <pc:docMk/>
            <pc:sldMk cId="1938924858" sldId="303"/>
            <ac:picMk id="8" creationId="{E0606E5C-FDD5-AD07-CA52-7446DE0976FF}"/>
          </ac:picMkLst>
        </pc:picChg>
        <pc:picChg chg="add">
          <ac:chgData name="Ariel Khuzman" userId="44bd3a8ee2020114" providerId="LiveId" clId="{7D111082-8647-47A3-B782-03586228AC5B}" dt="2026-10-15T12:56:12.600" v="439" actId="22"/>
          <ac:picMkLst>
            <pc:docMk/>
            <pc:sldMk cId="1938924858" sldId="303"/>
            <ac:picMk id="9" creationId="{27849AE0-C339-5720-14A3-DC0B84A15FC7}"/>
          </ac:picMkLst>
        </pc:picChg>
      </pc:sldChg>
      <pc:sldChg chg="addSp delSp modSp add mod modAnim">
        <pc:chgData name="Ariel Khuzman" userId="44bd3a8ee2020114" providerId="LiveId" clId="{7D111082-8647-47A3-B782-03586228AC5B}" dt="2026-10-15T13:07:57.194" v="532"/>
        <pc:sldMkLst>
          <pc:docMk/>
          <pc:sldMk cId="468874277" sldId="304"/>
        </pc:sldMkLst>
        <pc:spChg chg="mod">
          <ac:chgData name="Ariel Khuzman" userId="44bd3a8ee2020114" providerId="LiveId" clId="{7D111082-8647-47A3-B782-03586228AC5B}" dt="2026-10-15T13:07:57.194" v="532"/>
          <ac:spMkLst>
            <pc:docMk/>
            <pc:sldMk cId="468874277" sldId="304"/>
            <ac:spMk id="2" creationId="{1D03A359-F1AB-9801-D7CD-D57E9EE562CD}"/>
          </ac:spMkLst>
        </pc:spChg>
        <pc:spChg chg="mod">
          <ac:chgData name="Ariel Khuzman" userId="44bd3a8ee2020114" providerId="LiveId" clId="{7D111082-8647-47A3-B782-03586228AC5B}" dt="2026-10-15T13:02:52.673" v="517" actId="113"/>
          <ac:spMkLst>
            <pc:docMk/>
            <pc:sldMk cId="468874277" sldId="304"/>
            <ac:spMk id="3" creationId="{D6C0E0B9-57C2-2805-C681-8133A285DF4B}"/>
          </ac:spMkLst>
        </pc:spChg>
        <pc:picChg chg="del">
          <ac:chgData name="Ariel Khuzman" userId="44bd3a8ee2020114" providerId="LiveId" clId="{7D111082-8647-47A3-B782-03586228AC5B}" dt="2026-10-15T12:56:14.372" v="440" actId="478"/>
          <ac:picMkLst>
            <pc:docMk/>
            <pc:sldMk cId="468874277" sldId="304"/>
            <ac:picMk id="8" creationId="{C813565A-014E-3092-F8F6-DA55361AD4DA}"/>
          </ac:picMkLst>
        </pc:picChg>
        <pc:picChg chg="add">
          <ac:chgData name="Ariel Khuzman" userId="44bd3a8ee2020114" providerId="LiveId" clId="{7D111082-8647-47A3-B782-03586228AC5B}" dt="2026-10-15T12:56:14.542" v="441" actId="22"/>
          <ac:picMkLst>
            <pc:docMk/>
            <pc:sldMk cId="468874277" sldId="304"/>
            <ac:picMk id="9" creationId="{88693524-10B6-4176-6B3B-A75590E91820}"/>
          </ac:picMkLst>
        </pc:picChg>
      </pc:sldChg>
      <pc:sldChg chg="addSp modSp add mod modAnim">
        <pc:chgData name="Ariel Khuzman" userId="44bd3a8ee2020114" providerId="LiveId" clId="{7D111082-8647-47A3-B782-03586228AC5B}" dt="2026-10-15T13:07:55.128" v="531"/>
        <pc:sldMkLst>
          <pc:docMk/>
          <pc:sldMk cId="766042228" sldId="305"/>
        </pc:sldMkLst>
        <pc:spChg chg="mod">
          <ac:chgData name="Ariel Khuzman" userId="44bd3a8ee2020114" providerId="LiveId" clId="{7D111082-8647-47A3-B782-03586228AC5B}" dt="2026-10-15T13:07:55.128" v="531"/>
          <ac:spMkLst>
            <pc:docMk/>
            <pc:sldMk cId="766042228" sldId="305"/>
            <ac:spMk id="2" creationId="{ABB3529A-EDDD-C877-ADE0-26D6577C7785}"/>
          </ac:spMkLst>
        </pc:spChg>
        <pc:spChg chg="mod">
          <ac:chgData name="Ariel Khuzman" userId="44bd3a8ee2020114" providerId="LiveId" clId="{7D111082-8647-47A3-B782-03586228AC5B}" dt="2026-10-15T13:03:07.601" v="518" actId="113"/>
          <ac:spMkLst>
            <pc:docMk/>
            <pc:sldMk cId="766042228" sldId="305"/>
            <ac:spMk id="3" creationId="{17F8E32F-B92F-1D51-5711-5F90CBD01FCE}"/>
          </ac:spMkLst>
        </pc:spChg>
        <pc:spChg chg="add mod">
          <ac:chgData name="Ariel Khuzman" userId="44bd3a8ee2020114" providerId="LiveId" clId="{7D111082-8647-47A3-B782-03586228AC5B}" dt="2026-10-15T13:00:08.276" v="481" actId="208"/>
          <ac:spMkLst>
            <pc:docMk/>
            <pc:sldMk cId="766042228" sldId="305"/>
            <ac:spMk id="7" creationId="{3074FFC1-8D38-422D-D22B-9842778E05B2}"/>
          </ac:spMkLst>
        </pc:spChg>
      </pc:sldChg>
      <pc:sldChg chg="modSp add mod">
        <pc:chgData name="Ariel Khuzman" userId="44bd3a8ee2020114" providerId="LiveId" clId="{7D111082-8647-47A3-B782-03586228AC5B}" dt="2026-10-16T12:56:59.266" v="8479" actId="1035"/>
        <pc:sldMkLst>
          <pc:docMk/>
          <pc:sldMk cId="616447083" sldId="306"/>
        </pc:sldMkLst>
        <pc:spChg chg="mod">
          <ac:chgData name="Ariel Khuzman" userId="44bd3a8ee2020114" providerId="LiveId" clId="{7D111082-8647-47A3-B782-03586228AC5B}" dt="2026-10-16T12:51:46.445" v="8465" actId="20577"/>
          <ac:spMkLst>
            <pc:docMk/>
            <pc:sldMk cId="616447083" sldId="306"/>
            <ac:spMk id="3" creationId="{11319F1A-5EB7-A4CB-9663-226FC5414849}"/>
          </ac:spMkLst>
        </pc:spChg>
        <pc:spChg chg="mod">
          <ac:chgData name="Ariel Khuzman" userId="44bd3a8ee2020114" providerId="LiveId" clId="{7D111082-8647-47A3-B782-03586228AC5B}" dt="2026-10-16T12:15:12.835" v="8291" actId="1035"/>
          <ac:spMkLst>
            <pc:docMk/>
            <pc:sldMk cId="616447083" sldId="306"/>
            <ac:spMk id="4" creationId="{DBF35714-9AD7-8B60-A6B6-7A321DB47AED}"/>
          </ac:spMkLst>
        </pc:spChg>
        <pc:spChg chg="mod">
          <ac:chgData name="Ariel Khuzman" userId="44bd3a8ee2020114" providerId="LiveId" clId="{7D111082-8647-47A3-B782-03586228AC5B}" dt="2026-10-16T12:56:59.266" v="8479" actId="1035"/>
          <ac:spMkLst>
            <pc:docMk/>
            <pc:sldMk cId="616447083" sldId="306"/>
            <ac:spMk id="8" creationId="{5B946372-95EC-17FF-7D1E-317C3905984C}"/>
          </ac:spMkLst>
        </pc:spChg>
        <pc:spChg chg="mod">
          <ac:chgData name="Ariel Khuzman" userId="44bd3a8ee2020114" providerId="LiveId" clId="{7D111082-8647-47A3-B782-03586228AC5B}" dt="2026-10-15T13:56:41.109" v="1665" actId="20577"/>
          <ac:spMkLst>
            <pc:docMk/>
            <pc:sldMk cId="616447083" sldId="306"/>
            <ac:spMk id="11" creationId="{A264D775-D4CE-67AA-E684-E23896CA90AB}"/>
          </ac:spMkLst>
        </pc:spChg>
      </pc:sldChg>
      <pc:sldChg chg="addSp delSp modSp add mod modAnim">
        <pc:chgData name="Ariel Khuzman" userId="44bd3a8ee2020114" providerId="LiveId" clId="{7D111082-8647-47A3-B782-03586228AC5B}" dt="2026-10-16T12:23:20.642" v="8344"/>
        <pc:sldMkLst>
          <pc:docMk/>
          <pc:sldMk cId="989201851" sldId="307"/>
        </pc:sldMkLst>
        <pc:spChg chg="mod">
          <ac:chgData name="Ariel Khuzman" userId="44bd3a8ee2020114" providerId="LiveId" clId="{7D111082-8647-47A3-B782-03586228AC5B}" dt="2026-10-16T12:23:20.642" v="8344"/>
          <ac:spMkLst>
            <pc:docMk/>
            <pc:sldMk cId="989201851" sldId="307"/>
            <ac:spMk id="8" creationId="{A7057BA2-D2E2-6A6B-9FF0-ADF3D06A936E}"/>
          </ac:spMkLst>
        </pc:spChg>
        <pc:spChg chg="mod">
          <ac:chgData name="Ariel Khuzman" userId="44bd3a8ee2020114" providerId="LiveId" clId="{7D111082-8647-47A3-B782-03586228AC5B}" dt="2026-10-15T20:31:16.940" v="4242"/>
          <ac:spMkLst>
            <pc:docMk/>
            <pc:sldMk cId="989201851" sldId="307"/>
            <ac:spMk id="28" creationId="{2D523AA5-C650-F35B-E339-D4DB95038241}"/>
          </ac:spMkLst>
        </pc:spChg>
        <pc:spChg chg="mod">
          <ac:chgData name="Ariel Khuzman" userId="44bd3a8ee2020114" providerId="LiveId" clId="{7D111082-8647-47A3-B782-03586228AC5B}" dt="2026-10-15T20:31:16.940" v="4242"/>
          <ac:spMkLst>
            <pc:docMk/>
            <pc:sldMk cId="989201851" sldId="307"/>
            <ac:spMk id="30" creationId="{DF5D56B3-2E9C-7078-33AE-B13AC02187EE}"/>
          </ac:spMkLst>
        </pc:spChg>
        <pc:spChg chg="mod">
          <ac:chgData name="Ariel Khuzman" userId="44bd3a8ee2020114" providerId="LiveId" clId="{7D111082-8647-47A3-B782-03586228AC5B}" dt="2026-10-15T20:31:16.940" v="4242"/>
          <ac:spMkLst>
            <pc:docMk/>
            <pc:sldMk cId="989201851" sldId="307"/>
            <ac:spMk id="32" creationId="{A2F50186-6163-C760-0DEE-7066D0284BD9}"/>
          </ac:spMkLst>
        </pc:spChg>
        <pc:spChg chg="mod">
          <ac:chgData name="Ariel Khuzman" userId="44bd3a8ee2020114" providerId="LiveId" clId="{7D111082-8647-47A3-B782-03586228AC5B}" dt="2026-10-15T20:31:16.940" v="4242"/>
          <ac:spMkLst>
            <pc:docMk/>
            <pc:sldMk cId="989201851" sldId="307"/>
            <ac:spMk id="33" creationId="{5BC5F476-DD9A-39DD-A465-7AF762E4760A}"/>
          </ac:spMkLst>
        </pc:spChg>
        <pc:spChg chg="mod">
          <ac:chgData name="Ariel Khuzman" userId="44bd3a8ee2020114" providerId="LiveId" clId="{7D111082-8647-47A3-B782-03586228AC5B}" dt="2026-10-15T20:31:16.940" v="4242"/>
          <ac:spMkLst>
            <pc:docMk/>
            <pc:sldMk cId="989201851" sldId="307"/>
            <ac:spMk id="34" creationId="{283BD523-2813-DC3B-9A8D-282EF1EF6CFC}"/>
          </ac:spMkLst>
        </pc:spChg>
        <pc:spChg chg="mod">
          <ac:chgData name="Ariel Khuzman" userId="44bd3a8ee2020114" providerId="LiveId" clId="{7D111082-8647-47A3-B782-03586228AC5B}" dt="2026-10-15T20:31:16.940" v="4242"/>
          <ac:spMkLst>
            <pc:docMk/>
            <pc:sldMk cId="989201851" sldId="307"/>
            <ac:spMk id="35" creationId="{C12112B6-D58D-F542-D877-DBA0C48A83B5}"/>
          </ac:spMkLst>
        </pc:spChg>
        <pc:spChg chg="mod">
          <ac:chgData name="Ariel Khuzman" userId="44bd3a8ee2020114" providerId="LiveId" clId="{7D111082-8647-47A3-B782-03586228AC5B}" dt="2026-10-15T20:31:16.940" v="4242"/>
          <ac:spMkLst>
            <pc:docMk/>
            <pc:sldMk cId="989201851" sldId="307"/>
            <ac:spMk id="36" creationId="{34B81FA3-6E99-5773-7E62-F1D661186049}"/>
          </ac:spMkLst>
        </pc:spChg>
        <pc:spChg chg="mod">
          <ac:chgData name="Ariel Khuzman" userId="44bd3a8ee2020114" providerId="LiveId" clId="{7D111082-8647-47A3-B782-03586228AC5B}" dt="2026-10-15T20:31:16.940" v="4242"/>
          <ac:spMkLst>
            <pc:docMk/>
            <pc:sldMk cId="989201851" sldId="307"/>
            <ac:spMk id="37" creationId="{97B0447E-B247-F120-6112-CA977D49D0D8}"/>
          </ac:spMkLst>
        </pc:spChg>
        <pc:spChg chg="mod">
          <ac:chgData name="Ariel Khuzman" userId="44bd3a8ee2020114" providerId="LiveId" clId="{7D111082-8647-47A3-B782-03586228AC5B}" dt="2026-10-15T20:31:16.940" v="4242"/>
          <ac:spMkLst>
            <pc:docMk/>
            <pc:sldMk cId="989201851" sldId="307"/>
            <ac:spMk id="38" creationId="{D31A73BC-1AD3-D685-A96B-35E7B78D6234}"/>
          </ac:spMkLst>
        </pc:spChg>
        <pc:grpChg chg="add mod">
          <ac:chgData name="Ariel Khuzman" userId="44bd3a8ee2020114" providerId="LiveId" clId="{7D111082-8647-47A3-B782-03586228AC5B}" dt="2026-10-15T20:31:35.361" v="4243" actId="1035"/>
          <ac:grpSpMkLst>
            <pc:docMk/>
            <pc:sldMk cId="989201851" sldId="307"/>
            <ac:grpSpMk id="9" creationId="{9E4E6126-A3AC-04D7-5EC8-0FEE3B31052B}"/>
          </ac:grpSpMkLst>
        </pc:grpChg>
        <pc:grpChg chg="del">
          <ac:chgData name="Ariel Khuzman" userId="44bd3a8ee2020114" providerId="LiveId" clId="{7D111082-8647-47A3-B782-03586228AC5B}" dt="2026-10-15T20:31:16.791" v="4241" actId="478"/>
          <ac:grpSpMkLst>
            <pc:docMk/>
            <pc:sldMk cId="989201851" sldId="307"/>
            <ac:grpSpMk id="124" creationId="{8A7479AF-C33F-C74D-297B-F0981ACBD6F0}"/>
          </ac:grpSpMkLst>
        </pc:grpChg>
        <pc:cxnChg chg="mod">
          <ac:chgData name="Ariel Khuzman" userId="44bd3a8ee2020114" providerId="LiveId" clId="{7D111082-8647-47A3-B782-03586228AC5B}" dt="2026-10-16T12:21:33.847" v="8340" actId="208"/>
          <ac:cxnSpMkLst>
            <pc:docMk/>
            <pc:sldMk cId="989201851" sldId="307"/>
            <ac:cxnSpMk id="12" creationId="{74D8B55D-D645-4FFA-B11A-DA9656410A64}"/>
          </ac:cxnSpMkLst>
        </pc:cxnChg>
        <pc:cxnChg chg="mod">
          <ac:chgData name="Ariel Khuzman" userId="44bd3a8ee2020114" providerId="LiveId" clId="{7D111082-8647-47A3-B782-03586228AC5B}" dt="2026-10-15T20:31:16.791" v="4241" actId="478"/>
          <ac:cxnSpMkLst>
            <pc:docMk/>
            <pc:sldMk cId="989201851" sldId="307"/>
            <ac:cxnSpMk id="29" creationId="{899E7E2E-85FA-9076-2BBA-B43E55B4EC75}"/>
          </ac:cxnSpMkLst>
        </pc:cxnChg>
        <pc:cxnChg chg="mod">
          <ac:chgData name="Ariel Khuzman" userId="44bd3a8ee2020114" providerId="LiveId" clId="{7D111082-8647-47A3-B782-03586228AC5B}" dt="2026-10-15T20:31:16.791" v="4241" actId="478"/>
          <ac:cxnSpMkLst>
            <pc:docMk/>
            <pc:sldMk cId="989201851" sldId="307"/>
            <ac:cxnSpMk id="31" creationId="{592E6961-A209-FC3B-2752-604EA8F2864A}"/>
          </ac:cxnSpMkLst>
        </pc:cxnChg>
        <pc:cxnChg chg="mod">
          <ac:chgData name="Ariel Khuzman" userId="44bd3a8ee2020114" providerId="LiveId" clId="{7D111082-8647-47A3-B782-03586228AC5B}" dt="2026-10-15T20:31:16.791" v="4241" actId="478"/>
          <ac:cxnSpMkLst>
            <pc:docMk/>
            <pc:sldMk cId="989201851" sldId="307"/>
            <ac:cxnSpMk id="43" creationId="{69F50BCC-B29D-3ABF-5DAA-463217CA8DAD}"/>
          </ac:cxnSpMkLst>
        </pc:cxnChg>
        <pc:cxnChg chg="mod">
          <ac:chgData name="Ariel Khuzman" userId="44bd3a8ee2020114" providerId="LiveId" clId="{7D111082-8647-47A3-B782-03586228AC5B}" dt="2026-10-15T20:31:16.791" v="4241" actId="478"/>
          <ac:cxnSpMkLst>
            <pc:docMk/>
            <pc:sldMk cId="989201851" sldId="307"/>
            <ac:cxnSpMk id="86" creationId="{E85938D8-E88B-16DC-008A-84284730C4E9}"/>
          </ac:cxnSpMkLst>
        </pc:cxnChg>
        <pc:cxnChg chg="mod">
          <ac:chgData name="Ariel Khuzman" userId="44bd3a8ee2020114" providerId="LiveId" clId="{7D111082-8647-47A3-B782-03586228AC5B}" dt="2026-10-15T20:31:16.791" v="4241" actId="478"/>
          <ac:cxnSpMkLst>
            <pc:docMk/>
            <pc:sldMk cId="989201851" sldId="307"/>
            <ac:cxnSpMk id="92" creationId="{28E61DA4-0264-4FC9-08BB-7104671B5195}"/>
          </ac:cxnSpMkLst>
        </pc:cxnChg>
        <pc:cxnChg chg="mod">
          <ac:chgData name="Ariel Khuzman" userId="44bd3a8ee2020114" providerId="LiveId" clId="{7D111082-8647-47A3-B782-03586228AC5B}" dt="2026-10-15T20:31:16.791" v="4241" actId="478"/>
          <ac:cxnSpMkLst>
            <pc:docMk/>
            <pc:sldMk cId="989201851" sldId="307"/>
            <ac:cxnSpMk id="97" creationId="{5605CDCE-7B8F-C6CC-70CB-7A6A72465D09}"/>
          </ac:cxnSpMkLst>
        </pc:cxnChg>
        <pc:cxnChg chg="mod">
          <ac:chgData name="Ariel Khuzman" userId="44bd3a8ee2020114" providerId="LiveId" clId="{7D111082-8647-47A3-B782-03586228AC5B}" dt="2026-10-15T20:31:16.791" v="4241" actId="478"/>
          <ac:cxnSpMkLst>
            <pc:docMk/>
            <pc:sldMk cId="989201851" sldId="307"/>
            <ac:cxnSpMk id="108" creationId="{0CA80866-E5B2-A9A4-8891-FCC53F1F323F}"/>
          </ac:cxnSpMkLst>
        </pc:cxnChg>
        <pc:cxnChg chg="mod">
          <ac:chgData name="Ariel Khuzman" userId="44bd3a8ee2020114" providerId="LiveId" clId="{7D111082-8647-47A3-B782-03586228AC5B}" dt="2026-10-15T20:31:16.791" v="4241" actId="478"/>
          <ac:cxnSpMkLst>
            <pc:docMk/>
            <pc:sldMk cId="989201851" sldId="307"/>
            <ac:cxnSpMk id="112" creationId="{9D0B88B7-35AE-3920-0125-D52A90621FCC}"/>
          </ac:cxnSpMkLst>
        </pc:cxnChg>
        <pc:cxnChg chg="mod">
          <ac:chgData name="Ariel Khuzman" userId="44bd3a8ee2020114" providerId="LiveId" clId="{7D111082-8647-47A3-B782-03586228AC5B}" dt="2026-10-15T20:31:16.791" v="4241" actId="478"/>
          <ac:cxnSpMkLst>
            <pc:docMk/>
            <pc:sldMk cId="989201851" sldId="307"/>
            <ac:cxnSpMk id="117" creationId="{394ED551-9340-93FA-3AA9-8113E1F0EEA6}"/>
          </ac:cxnSpMkLst>
        </pc:cxnChg>
      </pc:sldChg>
      <pc:sldChg chg="addSp delSp modSp add mod modAnim">
        <pc:chgData name="Ariel Khuzman" userId="44bd3a8ee2020114" providerId="LiveId" clId="{7D111082-8647-47A3-B782-03586228AC5B}" dt="2026-10-16T12:23:20.642" v="8344"/>
        <pc:sldMkLst>
          <pc:docMk/>
          <pc:sldMk cId="1759258286" sldId="308"/>
        </pc:sldMkLst>
        <pc:spChg chg="mod">
          <ac:chgData name="Ariel Khuzman" userId="44bd3a8ee2020114" providerId="LiveId" clId="{7D111082-8647-47A3-B782-03586228AC5B}" dt="2026-10-16T12:23:20.642" v="8344"/>
          <ac:spMkLst>
            <pc:docMk/>
            <pc:sldMk cId="1759258286" sldId="308"/>
            <ac:spMk id="8" creationId="{BF3868EB-0FD6-0091-2E0D-0FFA0E9882C5}"/>
          </ac:spMkLst>
        </pc:spChg>
        <pc:spChg chg="mod">
          <ac:chgData name="Ariel Khuzman" userId="44bd3a8ee2020114" providerId="LiveId" clId="{7D111082-8647-47A3-B782-03586228AC5B}" dt="2026-10-15T20:31:49.298" v="4245"/>
          <ac:spMkLst>
            <pc:docMk/>
            <pc:sldMk cId="1759258286" sldId="308"/>
            <ac:spMk id="28" creationId="{807F3AFF-EA2B-626C-F03E-948AD714D8BB}"/>
          </ac:spMkLst>
        </pc:spChg>
        <pc:spChg chg="mod">
          <ac:chgData name="Ariel Khuzman" userId="44bd3a8ee2020114" providerId="LiveId" clId="{7D111082-8647-47A3-B782-03586228AC5B}" dt="2026-10-15T20:31:49.298" v="4245"/>
          <ac:spMkLst>
            <pc:docMk/>
            <pc:sldMk cId="1759258286" sldId="308"/>
            <ac:spMk id="30" creationId="{099CCB35-848E-6787-0E5C-434576D03D90}"/>
          </ac:spMkLst>
        </pc:spChg>
        <pc:spChg chg="mod">
          <ac:chgData name="Ariel Khuzman" userId="44bd3a8ee2020114" providerId="LiveId" clId="{7D111082-8647-47A3-B782-03586228AC5B}" dt="2026-10-15T20:31:49.298" v="4245"/>
          <ac:spMkLst>
            <pc:docMk/>
            <pc:sldMk cId="1759258286" sldId="308"/>
            <ac:spMk id="32" creationId="{20B36E88-75A5-4752-3968-8F62E645CBFD}"/>
          </ac:spMkLst>
        </pc:spChg>
        <pc:spChg chg="mod">
          <ac:chgData name="Ariel Khuzman" userId="44bd3a8ee2020114" providerId="LiveId" clId="{7D111082-8647-47A3-B782-03586228AC5B}" dt="2026-10-15T20:31:49.298" v="4245"/>
          <ac:spMkLst>
            <pc:docMk/>
            <pc:sldMk cId="1759258286" sldId="308"/>
            <ac:spMk id="33" creationId="{A5361B83-007E-5D4F-2A8E-ED842CAB7CD0}"/>
          </ac:spMkLst>
        </pc:spChg>
        <pc:spChg chg="mod">
          <ac:chgData name="Ariel Khuzman" userId="44bd3a8ee2020114" providerId="LiveId" clId="{7D111082-8647-47A3-B782-03586228AC5B}" dt="2026-10-15T20:31:49.298" v="4245"/>
          <ac:spMkLst>
            <pc:docMk/>
            <pc:sldMk cId="1759258286" sldId="308"/>
            <ac:spMk id="34" creationId="{6B54A0FC-AC84-2C50-E073-3D35F6179E83}"/>
          </ac:spMkLst>
        </pc:spChg>
        <pc:spChg chg="mod">
          <ac:chgData name="Ariel Khuzman" userId="44bd3a8ee2020114" providerId="LiveId" clId="{7D111082-8647-47A3-B782-03586228AC5B}" dt="2026-10-15T20:31:49.298" v="4245"/>
          <ac:spMkLst>
            <pc:docMk/>
            <pc:sldMk cId="1759258286" sldId="308"/>
            <ac:spMk id="35" creationId="{3D977DEB-DDA4-A00B-DABB-50E2DF5FA479}"/>
          </ac:spMkLst>
        </pc:spChg>
        <pc:spChg chg="mod">
          <ac:chgData name="Ariel Khuzman" userId="44bd3a8ee2020114" providerId="LiveId" clId="{7D111082-8647-47A3-B782-03586228AC5B}" dt="2026-10-15T20:31:49.298" v="4245"/>
          <ac:spMkLst>
            <pc:docMk/>
            <pc:sldMk cId="1759258286" sldId="308"/>
            <ac:spMk id="36" creationId="{A7E25740-72AF-5B00-F6F8-97F1A398C273}"/>
          </ac:spMkLst>
        </pc:spChg>
        <pc:spChg chg="mod">
          <ac:chgData name="Ariel Khuzman" userId="44bd3a8ee2020114" providerId="LiveId" clId="{7D111082-8647-47A3-B782-03586228AC5B}" dt="2026-10-15T20:31:49.298" v="4245"/>
          <ac:spMkLst>
            <pc:docMk/>
            <pc:sldMk cId="1759258286" sldId="308"/>
            <ac:spMk id="37" creationId="{3FD1BF3C-BB9F-74C5-AA70-7CBFA6A7D126}"/>
          </ac:spMkLst>
        </pc:spChg>
        <pc:spChg chg="mod">
          <ac:chgData name="Ariel Khuzman" userId="44bd3a8ee2020114" providerId="LiveId" clId="{7D111082-8647-47A3-B782-03586228AC5B}" dt="2026-10-15T20:31:49.298" v="4245"/>
          <ac:spMkLst>
            <pc:docMk/>
            <pc:sldMk cId="1759258286" sldId="308"/>
            <ac:spMk id="38" creationId="{E6AB7ADE-A41E-FCEC-F084-6C1F18C84BF4}"/>
          </ac:spMkLst>
        </pc:spChg>
        <pc:grpChg chg="mod ord">
          <ac:chgData name="Ariel Khuzman" userId="44bd3a8ee2020114" providerId="LiveId" clId="{7D111082-8647-47A3-B782-03586228AC5B}" dt="2026-10-15T20:32:07.405" v="4262" actId="166"/>
          <ac:grpSpMkLst>
            <pc:docMk/>
            <pc:sldMk cId="1759258286" sldId="308"/>
            <ac:grpSpMk id="9" creationId="{0AFD7CBC-8727-9B22-6F01-50E46243EC0C}"/>
          </ac:grpSpMkLst>
        </pc:grpChg>
        <pc:grpChg chg="mod">
          <ac:chgData name="Ariel Khuzman" userId="44bd3a8ee2020114" providerId="LiveId" clId="{7D111082-8647-47A3-B782-03586228AC5B}" dt="2026-10-15T20:31:49.298" v="4245"/>
          <ac:grpSpMkLst>
            <pc:docMk/>
            <pc:sldMk cId="1759258286" sldId="308"/>
            <ac:grpSpMk id="21" creationId="{B1DD5E44-B85E-E257-A900-291F64748915}"/>
          </ac:grpSpMkLst>
        </pc:grpChg>
        <pc:grpChg chg="del">
          <ac:chgData name="Ariel Khuzman" userId="44bd3a8ee2020114" providerId="LiveId" clId="{7D111082-8647-47A3-B782-03586228AC5B}" dt="2026-10-15T20:32:01.357" v="4261" actId="478"/>
          <ac:grpSpMkLst>
            <pc:docMk/>
            <pc:sldMk cId="1759258286" sldId="308"/>
            <ac:grpSpMk id="124" creationId="{F3E1ACAC-4186-F6DF-733B-F9725D728F2D}"/>
          </ac:grpSpMkLst>
        </pc:grpChg>
        <pc:cxnChg chg="mod">
          <ac:chgData name="Ariel Khuzman" userId="44bd3a8ee2020114" providerId="LiveId" clId="{7D111082-8647-47A3-B782-03586228AC5B}" dt="2026-10-16T12:21:25.951" v="8339" actId="208"/>
          <ac:cxnSpMkLst>
            <pc:docMk/>
            <pc:sldMk cId="1759258286" sldId="308"/>
            <ac:cxnSpMk id="16" creationId="{CDE56B6C-E298-9661-3A8A-F89178307C26}"/>
          </ac:cxnSpMkLst>
        </pc:cxnChg>
        <pc:cxnChg chg="mod">
          <ac:chgData name="Ariel Khuzman" userId="44bd3a8ee2020114" providerId="LiveId" clId="{7D111082-8647-47A3-B782-03586228AC5B}" dt="2026-10-16T12:21:21.924" v="8338" actId="208"/>
          <ac:cxnSpMkLst>
            <pc:docMk/>
            <pc:sldMk cId="1759258286" sldId="308"/>
            <ac:cxnSpMk id="18" creationId="{35420628-5211-4D74-675A-7D5A7B03241A}"/>
          </ac:cxnSpMkLst>
        </pc:cxnChg>
        <pc:cxnChg chg="mod">
          <ac:chgData name="Ariel Khuzman" userId="44bd3a8ee2020114" providerId="LiveId" clId="{7D111082-8647-47A3-B782-03586228AC5B}" dt="2026-10-16T12:21:21.924" v="8338" actId="208"/>
          <ac:cxnSpMkLst>
            <pc:docMk/>
            <pc:sldMk cId="1759258286" sldId="308"/>
            <ac:cxnSpMk id="20" creationId="{ABB5ED91-54A1-5027-E292-12ABE522412F}"/>
          </ac:cxnSpMkLst>
        </pc:cxnChg>
        <pc:cxnChg chg="mod">
          <ac:chgData name="Ariel Khuzman" userId="44bd3a8ee2020114" providerId="LiveId" clId="{7D111082-8647-47A3-B782-03586228AC5B}" dt="2026-10-16T12:21:21.924" v="8338" actId="208"/>
          <ac:cxnSpMkLst>
            <pc:docMk/>
            <pc:sldMk cId="1759258286" sldId="308"/>
            <ac:cxnSpMk id="22" creationId="{AE9A5995-5ED5-45B4-D136-1AF2882618E7}"/>
          </ac:cxnSpMkLst>
        </pc:cxnChg>
        <pc:cxnChg chg="mod">
          <ac:chgData name="Ariel Khuzman" userId="44bd3a8ee2020114" providerId="LiveId" clId="{7D111082-8647-47A3-B782-03586228AC5B}" dt="2026-10-16T12:21:21.924" v="8338" actId="208"/>
          <ac:cxnSpMkLst>
            <pc:docMk/>
            <pc:sldMk cId="1759258286" sldId="308"/>
            <ac:cxnSpMk id="26" creationId="{11746E7E-6F27-D2CF-F280-AAD4C95B933C}"/>
          </ac:cxnSpMkLst>
        </pc:cxnChg>
        <pc:cxnChg chg="mod">
          <ac:chgData name="Ariel Khuzman" userId="44bd3a8ee2020114" providerId="LiveId" clId="{7D111082-8647-47A3-B782-03586228AC5B}" dt="2026-10-15T20:32:01.357" v="4261" actId="478"/>
          <ac:cxnSpMkLst>
            <pc:docMk/>
            <pc:sldMk cId="1759258286" sldId="308"/>
            <ac:cxnSpMk id="29" creationId="{78FFA248-8A50-F42F-7F39-2CED5E0276E2}"/>
          </ac:cxnSpMkLst>
        </pc:cxnChg>
        <pc:cxnChg chg="mod">
          <ac:chgData name="Ariel Khuzman" userId="44bd3a8ee2020114" providerId="LiveId" clId="{7D111082-8647-47A3-B782-03586228AC5B}" dt="2026-10-15T20:32:01.357" v="4261" actId="478"/>
          <ac:cxnSpMkLst>
            <pc:docMk/>
            <pc:sldMk cId="1759258286" sldId="308"/>
            <ac:cxnSpMk id="31" creationId="{D54F3A83-8776-0875-C0DD-99E3925948DC}"/>
          </ac:cxnSpMkLst>
        </pc:cxnChg>
        <pc:cxnChg chg="mod">
          <ac:chgData name="Ariel Khuzman" userId="44bd3a8ee2020114" providerId="LiveId" clId="{7D111082-8647-47A3-B782-03586228AC5B}" dt="2026-10-16T12:21:21.924" v="8338" actId="208"/>
          <ac:cxnSpMkLst>
            <pc:docMk/>
            <pc:sldMk cId="1759258286" sldId="308"/>
            <ac:cxnSpMk id="39" creationId="{28E75474-BC7C-DB0E-863B-632669F447D1}"/>
          </ac:cxnSpMkLst>
        </pc:cxnChg>
        <pc:cxnChg chg="mod">
          <ac:chgData name="Ariel Khuzman" userId="44bd3a8ee2020114" providerId="LiveId" clId="{7D111082-8647-47A3-B782-03586228AC5B}" dt="2026-10-15T20:32:01.357" v="4261" actId="478"/>
          <ac:cxnSpMkLst>
            <pc:docMk/>
            <pc:sldMk cId="1759258286" sldId="308"/>
            <ac:cxnSpMk id="43" creationId="{E3ADEDF6-31CC-36E1-77F7-8B5E58C78D24}"/>
          </ac:cxnSpMkLst>
        </pc:cxnChg>
        <pc:cxnChg chg="mod">
          <ac:chgData name="Ariel Khuzman" userId="44bd3a8ee2020114" providerId="LiveId" clId="{7D111082-8647-47A3-B782-03586228AC5B}" dt="2026-10-15T20:32:01.357" v="4261" actId="478"/>
          <ac:cxnSpMkLst>
            <pc:docMk/>
            <pc:sldMk cId="1759258286" sldId="308"/>
            <ac:cxnSpMk id="86" creationId="{75839B0E-9579-FB9E-DAE5-43B381CBAEA3}"/>
          </ac:cxnSpMkLst>
        </pc:cxnChg>
        <pc:cxnChg chg="mod">
          <ac:chgData name="Ariel Khuzman" userId="44bd3a8ee2020114" providerId="LiveId" clId="{7D111082-8647-47A3-B782-03586228AC5B}" dt="2026-10-15T20:32:01.357" v="4261" actId="478"/>
          <ac:cxnSpMkLst>
            <pc:docMk/>
            <pc:sldMk cId="1759258286" sldId="308"/>
            <ac:cxnSpMk id="92" creationId="{04EE5DCC-9251-80DF-CD5C-085C0FFBA9DE}"/>
          </ac:cxnSpMkLst>
        </pc:cxnChg>
        <pc:cxnChg chg="mod">
          <ac:chgData name="Ariel Khuzman" userId="44bd3a8ee2020114" providerId="LiveId" clId="{7D111082-8647-47A3-B782-03586228AC5B}" dt="2026-10-15T20:32:01.357" v="4261" actId="478"/>
          <ac:cxnSpMkLst>
            <pc:docMk/>
            <pc:sldMk cId="1759258286" sldId="308"/>
            <ac:cxnSpMk id="97" creationId="{77EAAD78-F0E6-E6A1-6B8C-069ED47074B4}"/>
          </ac:cxnSpMkLst>
        </pc:cxnChg>
        <pc:cxnChg chg="mod">
          <ac:chgData name="Ariel Khuzman" userId="44bd3a8ee2020114" providerId="LiveId" clId="{7D111082-8647-47A3-B782-03586228AC5B}" dt="2026-10-15T20:32:01.357" v="4261" actId="478"/>
          <ac:cxnSpMkLst>
            <pc:docMk/>
            <pc:sldMk cId="1759258286" sldId="308"/>
            <ac:cxnSpMk id="106" creationId="{EF390483-48DC-3290-99A7-0325BBB98DC2}"/>
          </ac:cxnSpMkLst>
        </pc:cxnChg>
        <pc:cxnChg chg="mod">
          <ac:chgData name="Ariel Khuzman" userId="44bd3a8ee2020114" providerId="LiveId" clId="{7D111082-8647-47A3-B782-03586228AC5B}" dt="2026-10-15T20:32:01.357" v="4261" actId="478"/>
          <ac:cxnSpMkLst>
            <pc:docMk/>
            <pc:sldMk cId="1759258286" sldId="308"/>
            <ac:cxnSpMk id="108" creationId="{C2B59C14-AF5F-5217-3AF5-55BA8959470A}"/>
          </ac:cxnSpMkLst>
        </pc:cxnChg>
        <pc:cxnChg chg="mod">
          <ac:chgData name="Ariel Khuzman" userId="44bd3a8ee2020114" providerId="LiveId" clId="{7D111082-8647-47A3-B782-03586228AC5B}" dt="2026-10-15T20:32:01.357" v="4261" actId="478"/>
          <ac:cxnSpMkLst>
            <pc:docMk/>
            <pc:sldMk cId="1759258286" sldId="308"/>
            <ac:cxnSpMk id="112" creationId="{1A7212CE-16AD-3A12-2248-C8F0C3962668}"/>
          </ac:cxnSpMkLst>
        </pc:cxnChg>
      </pc:sldChg>
      <pc:sldChg chg="modSp new mod">
        <pc:chgData name="Ariel Khuzman" userId="44bd3a8ee2020114" providerId="LiveId" clId="{7D111082-8647-47A3-B782-03586228AC5B}" dt="2026-10-16T05:26:49.161" v="4819" actId="20577"/>
        <pc:sldMkLst>
          <pc:docMk/>
          <pc:sldMk cId="1504687740" sldId="309"/>
        </pc:sldMkLst>
        <pc:spChg chg="mod">
          <ac:chgData name="Ariel Khuzman" userId="44bd3a8ee2020114" providerId="LiveId" clId="{7D111082-8647-47A3-B782-03586228AC5B}" dt="2026-10-16T05:26:24.188" v="4789" actId="20577"/>
          <ac:spMkLst>
            <pc:docMk/>
            <pc:sldMk cId="1504687740" sldId="309"/>
            <ac:spMk id="2" creationId="{C2B04637-A7F6-5921-2CF6-34C698C2AD78}"/>
          </ac:spMkLst>
        </pc:spChg>
        <pc:spChg chg="mod">
          <ac:chgData name="Ariel Khuzman" userId="44bd3a8ee2020114" providerId="LiveId" clId="{7D111082-8647-47A3-B782-03586228AC5B}" dt="2026-10-16T05:26:49.161" v="4819" actId="20577"/>
          <ac:spMkLst>
            <pc:docMk/>
            <pc:sldMk cId="1504687740" sldId="309"/>
            <ac:spMk id="3" creationId="{8D94E184-135A-F51D-E384-354A6455D976}"/>
          </ac:spMkLst>
        </pc:spChg>
      </pc:sldChg>
      <pc:sldChg chg="modSp add mod">
        <pc:chgData name="Ariel Khuzman" userId="44bd3a8ee2020114" providerId="LiveId" clId="{7D111082-8647-47A3-B782-03586228AC5B}" dt="2026-10-16T07:12:08.284" v="6118" actId="207"/>
        <pc:sldMkLst>
          <pc:docMk/>
          <pc:sldMk cId="1877500422" sldId="310"/>
        </pc:sldMkLst>
        <pc:spChg chg="mod">
          <ac:chgData name="Ariel Khuzman" userId="44bd3a8ee2020114" providerId="LiveId" clId="{7D111082-8647-47A3-B782-03586228AC5B}" dt="2026-10-16T07:12:08.284" v="6118" actId="207"/>
          <ac:spMkLst>
            <pc:docMk/>
            <pc:sldMk cId="1877500422" sldId="310"/>
            <ac:spMk id="3" creationId="{4F7FB61E-15A6-0E98-E0FD-9F891126BFFD}"/>
          </ac:spMkLst>
        </pc:spChg>
      </pc:sldChg>
      <pc:sldChg chg="modSp add mod ord">
        <pc:chgData name="Ariel Khuzman" userId="44bd3a8ee2020114" providerId="LiveId" clId="{7D111082-8647-47A3-B782-03586228AC5B}" dt="2026-10-16T07:12:20.763" v="6120" actId="207"/>
        <pc:sldMkLst>
          <pc:docMk/>
          <pc:sldMk cId="2669211588" sldId="311"/>
        </pc:sldMkLst>
        <pc:spChg chg="mod">
          <ac:chgData name="Ariel Khuzman" userId="44bd3a8ee2020114" providerId="LiveId" clId="{7D111082-8647-47A3-B782-03586228AC5B}" dt="2026-10-16T07:12:20.763" v="6120" actId="207"/>
          <ac:spMkLst>
            <pc:docMk/>
            <pc:sldMk cId="2669211588" sldId="311"/>
            <ac:spMk id="3" creationId="{807BBA63-68BA-F10E-15FA-EA081521A5A2}"/>
          </ac:spMkLst>
        </pc:spChg>
      </pc:sldChg>
      <pc:sldChg chg="modSp add mod">
        <pc:chgData name="Ariel Khuzman" userId="44bd3a8ee2020114" providerId="LiveId" clId="{7D111082-8647-47A3-B782-03586228AC5B}" dt="2026-10-16T06:59:12.505" v="5964" actId="207"/>
        <pc:sldMkLst>
          <pc:docMk/>
          <pc:sldMk cId="3296707952" sldId="312"/>
        </pc:sldMkLst>
        <pc:spChg chg="mod">
          <ac:chgData name="Ariel Khuzman" userId="44bd3a8ee2020114" providerId="LiveId" clId="{7D111082-8647-47A3-B782-03586228AC5B}" dt="2026-10-16T06:59:12.505" v="5964" actId="207"/>
          <ac:spMkLst>
            <pc:docMk/>
            <pc:sldMk cId="3296707952" sldId="312"/>
            <ac:spMk id="3" creationId="{D5E88592-DD58-E986-3170-6CB6E7FA4486}"/>
          </ac:spMkLst>
        </pc:spChg>
      </pc:sldChg>
      <pc:sldChg chg="addSp delSp modSp add mod addAnim delAnim modAnim">
        <pc:chgData name="Ariel Khuzman" userId="44bd3a8ee2020114" providerId="LiveId" clId="{7D111082-8647-47A3-B782-03586228AC5B}" dt="2026-10-16T12:54:47.442" v="8469"/>
        <pc:sldMkLst>
          <pc:docMk/>
          <pc:sldMk cId="3684226161" sldId="313"/>
        </pc:sldMkLst>
        <pc:spChg chg="mod">
          <ac:chgData name="Ariel Khuzman" userId="44bd3a8ee2020114" providerId="LiveId" clId="{7D111082-8647-47A3-B782-03586228AC5B}" dt="2026-10-16T05:30:29.703" v="4854" actId="20577"/>
          <ac:spMkLst>
            <pc:docMk/>
            <pc:sldMk cId="3684226161" sldId="313"/>
            <ac:spMk id="2" creationId="{83EAA099-963C-7320-B685-18FC4A20A025}"/>
          </ac:spMkLst>
        </pc:spChg>
        <pc:spChg chg="mod">
          <ac:chgData name="Ariel Khuzman" userId="44bd3a8ee2020114" providerId="LiveId" clId="{7D111082-8647-47A3-B782-03586228AC5B}" dt="2026-10-16T12:54:47.442" v="8469"/>
          <ac:spMkLst>
            <pc:docMk/>
            <pc:sldMk cId="3684226161" sldId="313"/>
            <ac:spMk id="3" creationId="{9C9E6E68-8F5C-6162-2850-2BFF57A24566}"/>
          </ac:spMkLst>
        </pc:spChg>
        <pc:spChg chg="add del mod">
          <ac:chgData name="Ariel Khuzman" userId="44bd3a8ee2020114" providerId="LiveId" clId="{7D111082-8647-47A3-B782-03586228AC5B}" dt="2026-10-16T05:34:40.744" v="4991"/>
          <ac:spMkLst>
            <pc:docMk/>
            <pc:sldMk cId="3684226161" sldId="313"/>
            <ac:spMk id="7" creationId="{9F52DCFA-B7FF-1F0C-53CE-9C947014DEA0}"/>
          </ac:spMkLst>
        </pc:spChg>
        <pc:spChg chg="mod">
          <ac:chgData name="Ariel Khuzman" userId="44bd3a8ee2020114" providerId="LiveId" clId="{7D111082-8647-47A3-B782-03586228AC5B}" dt="2026-10-16T05:53:55.193" v="5005"/>
          <ac:spMkLst>
            <pc:docMk/>
            <pc:sldMk cId="3684226161" sldId="313"/>
            <ac:spMk id="15" creationId="{1D5DFF6F-7F5A-E27F-50B8-F362863AC2E5}"/>
          </ac:spMkLst>
        </pc:spChg>
        <pc:spChg chg="mod">
          <ac:chgData name="Ariel Khuzman" userId="44bd3a8ee2020114" providerId="LiveId" clId="{7D111082-8647-47A3-B782-03586228AC5B}" dt="2026-10-16T05:53:55.193" v="5005"/>
          <ac:spMkLst>
            <pc:docMk/>
            <pc:sldMk cId="3684226161" sldId="313"/>
            <ac:spMk id="16" creationId="{DEA8E4EB-0A9E-B740-C912-52B4EE35538E}"/>
          </ac:spMkLst>
        </pc:spChg>
        <pc:spChg chg="mod">
          <ac:chgData name="Ariel Khuzman" userId="44bd3a8ee2020114" providerId="LiveId" clId="{7D111082-8647-47A3-B782-03586228AC5B}" dt="2026-10-16T05:53:55.193" v="5005"/>
          <ac:spMkLst>
            <pc:docMk/>
            <pc:sldMk cId="3684226161" sldId="313"/>
            <ac:spMk id="17" creationId="{C4B43FB3-329D-3512-3FF7-AB10FEB641A4}"/>
          </ac:spMkLst>
        </pc:spChg>
        <pc:spChg chg="mod">
          <ac:chgData name="Ariel Khuzman" userId="44bd3a8ee2020114" providerId="LiveId" clId="{7D111082-8647-47A3-B782-03586228AC5B}" dt="2026-10-16T05:53:55.193" v="5005"/>
          <ac:spMkLst>
            <pc:docMk/>
            <pc:sldMk cId="3684226161" sldId="313"/>
            <ac:spMk id="18" creationId="{6000DA25-C2DA-59C1-05B2-486A68AD8A9C}"/>
          </ac:spMkLst>
        </pc:spChg>
        <pc:spChg chg="mod">
          <ac:chgData name="Ariel Khuzman" userId="44bd3a8ee2020114" providerId="LiveId" clId="{7D111082-8647-47A3-B782-03586228AC5B}" dt="2026-10-16T05:53:55.193" v="5005"/>
          <ac:spMkLst>
            <pc:docMk/>
            <pc:sldMk cId="3684226161" sldId="313"/>
            <ac:spMk id="19" creationId="{936B30F7-702E-DC5D-9064-8D9FD7C66C05}"/>
          </ac:spMkLst>
        </pc:spChg>
        <pc:spChg chg="mod">
          <ac:chgData name="Ariel Khuzman" userId="44bd3a8ee2020114" providerId="LiveId" clId="{7D111082-8647-47A3-B782-03586228AC5B}" dt="2026-10-16T05:53:55.193" v="5005"/>
          <ac:spMkLst>
            <pc:docMk/>
            <pc:sldMk cId="3684226161" sldId="313"/>
            <ac:spMk id="28" creationId="{14640950-99EA-3ED6-F819-EB0896FE2732}"/>
          </ac:spMkLst>
        </pc:spChg>
        <pc:spChg chg="mod">
          <ac:chgData name="Ariel Khuzman" userId="44bd3a8ee2020114" providerId="LiveId" clId="{7D111082-8647-47A3-B782-03586228AC5B}" dt="2026-10-16T05:53:55.193" v="5005"/>
          <ac:spMkLst>
            <pc:docMk/>
            <pc:sldMk cId="3684226161" sldId="313"/>
            <ac:spMk id="31" creationId="{2250E0DD-70C4-8423-F67A-5DF5FAEF4925}"/>
          </ac:spMkLst>
        </pc:spChg>
        <pc:spChg chg="mod">
          <ac:chgData name="Ariel Khuzman" userId="44bd3a8ee2020114" providerId="LiveId" clId="{7D111082-8647-47A3-B782-03586228AC5B}" dt="2026-10-16T05:57:38.381" v="5068" actId="164"/>
          <ac:spMkLst>
            <pc:docMk/>
            <pc:sldMk cId="3684226161" sldId="313"/>
            <ac:spMk id="34" creationId="{F418FB69-2164-34FF-4BC9-D2FFBCE2D603}"/>
          </ac:spMkLst>
        </pc:spChg>
        <pc:spChg chg="mod">
          <ac:chgData name="Ariel Khuzman" userId="44bd3a8ee2020114" providerId="LiveId" clId="{7D111082-8647-47A3-B782-03586228AC5B}" dt="2026-10-16T05:57:38.381" v="5068" actId="164"/>
          <ac:spMkLst>
            <pc:docMk/>
            <pc:sldMk cId="3684226161" sldId="313"/>
            <ac:spMk id="36" creationId="{09B90D8F-AA1E-34C6-CCDC-06DE52F60502}"/>
          </ac:spMkLst>
        </pc:spChg>
        <pc:spChg chg="mod">
          <ac:chgData name="Ariel Khuzman" userId="44bd3a8ee2020114" providerId="LiveId" clId="{7D111082-8647-47A3-B782-03586228AC5B}" dt="2026-10-16T05:58:51.167" v="5098" actId="20577"/>
          <ac:spMkLst>
            <pc:docMk/>
            <pc:sldMk cId="3684226161" sldId="313"/>
            <ac:spMk id="37" creationId="{A348CBEE-F646-CA0B-6050-74D1D0F04F18}"/>
          </ac:spMkLst>
        </pc:spChg>
        <pc:spChg chg="mod">
          <ac:chgData name="Ariel Khuzman" userId="44bd3a8ee2020114" providerId="LiveId" clId="{7D111082-8647-47A3-B782-03586228AC5B}" dt="2026-10-16T05:57:38.381" v="5068" actId="164"/>
          <ac:spMkLst>
            <pc:docMk/>
            <pc:sldMk cId="3684226161" sldId="313"/>
            <ac:spMk id="38" creationId="{71988B98-D712-EA29-E5B3-230A994F4F69}"/>
          </ac:spMkLst>
        </pc:spChg>
        <pc:spChg chg="mod">
          <ac:chgData name="Ariel Khuzman" userId="44bd3a8ee2020114" providerId="LiveId" clId="{7D111082-8647-47A3-B782-03586228AC5B}" dt="2026-10-16T05:57:38.381" v="5068" actId="164"/>
          <ac:spMkLst>
            <pc:docMk/>
            <pc:sldMk cId="3684226161" sldId="313"/>
            <ac:spMk id="44" creationId="{FD7DAAD2-143E-AB74-9E98-05009266E355}"/>
          </ac:spMkLst>
        </pc:spChg>
        <pc:spChg chg="mod">
          <ac:chgData name="Ariel Khuzman" userId="44bd3a8ee2020114" providerId="LiveId" clId="{7D111082-8647-47A3-B782-03586228AC5B}" dt="2026-10-16T05:57:38.381" v="5068" actId="164"/>
          <ac:spMkLst>
            <pc:docMk/>
            <pc:sldMk cId="3684226161" sldId="313"/>
            <ac:spMk id="45" creationId="{43DF242D-FBB2-BB48-519E-5D3CD6A03AB1}"/>
          </ac:spMkLst>
        </pc:spChg>
        <pc:spChg chg="mod">
          <ac:chgData name="Ariel Khuzman" userId="44bd3a8ee2020114" providerId="LiveId" clId="{7D111082-8647-47A3-B782-03586228AC5B}" dt="2026-10-16T05:57:38.381" v="5068" actId="164"/>
          <ac:spMkLst>
            <pc:docMk/>
            <pc:sldMk cId="3684226161" sldId="313"/>
            <ac:spMk id="46" creationId="{33DD545C-C0C8-2150-BD42-9EB30F3B1021}"/>
          </ac:spMkLst>
        </pc:spChg>
        <pc:spChg chg="mod">
          <ac:chgData name="Ariel Khuzman" userId="44bd3a8ee2020114" providerId="LiveId" clId="{7D111082-8647-47A3-B782-03586228AC5B}" dt="2026-10-16T05:57:38.381" v="5068" actId="164"/>
          <ac:spMkLst>
            <pc:docMk/>
            <pc:sldMk cId="3684226161" sldId="313"/>
            <ac:spMk id="47" creationId="{0DAC19AD-F18A-979D-04E0-237685B5E6CA}"/>
          </ac:spMkLst>
        </pc:spChg>
        <pc:spChg chg="mod">
          <ac:chgData name="Ariel Khuzman" userId="44bd3a8ee2020114" providerId="LiveId" clId="{7D111082-8647-47A3-B782-03586228AC5B}" dt="2026-10-16T05:58:45.124" v="5093" actId="20577"/>
          <ac:spMkLst>
            <pc:docMk/>
            <pc:sldMk cId="3684226161" sldId="313"/>
            <ac:spMk id="48" creationId="{29E4BE7C-B1EB-A7F7-F0BE-792FF1B01DFB}"/>
          </ac:spMkLst>
        </pc:spChg>
        <pc:spChg chg="del mod">
          <ac:chgData name="Ariel Khuzman" userId="44bd3a8ee2020114" providerId="LiveId" clId="{7D111082-8647-47A3-B782-03586228AC5B}" dt="2026-10-16T05:34:49.206" v="4993" actId="478"/>
          <ac:spMkLst>
            <pc:docMk/>
            <pc:sldMk cId="3684226161" sldId="313"/>
            <ac:spMk id="49" creationId="{53618834-A838-87FA-4208-E5A670153599}"/>
          </ac:spMkLst>
        </pc:spChg>
        <pc:spChg chg="add del mod">
          <ac:chgData name="Ariel Khuzman" userId="44bd3a8ee2020114" providerId="LiveId" clId="{7D111082-8647-47A3-B782-03586228AC5B}" dt="2026-10-16T06:16:13.554" v="5327" actId="21"/>
          <ac:spMkLst>
            <pc:docMk/>
            <pc:sldMk cId="3684226161" sldId="313"/>
            <ac:spMk id="50" creationId="{CCB09A1F-D4C9-CF70-8089-0FADC6630136}"/>
          </ac:spMkLst>
        </pc:spChg>
        <pc:spChg chg="mod">
          <ac:chgData name="Ariel Khuzman" userId="44bd3a8ee2020114" providerId="LiveId" clId="{7D111082-8647-47A3-B782-03586228AC5B}" dt="2026-10-16T05:53:55.193" v="5005"/>
          <ac:spMkLst>
            <pc:docMk/>
            <pc:sldMk cId="3684226161" sldId="313"/>
            <ac:spMk id="57" creationId="{BF22C689-3885-3ABD-9C30-4B6A6C56F9CB}"/>
          </ac:spMkLst>
        </pc:spChg>
        <pc:spChg chg="mod">
          <ac:chgData name="Ariel Khuzman" userId="44bd3a8ee2020114" providerId="LiveId" clId="{7D111082-8647-47A3-B782-03586228AC5B}" dt="2026-10-16T05:53:55.193" v="5005"/>
          <ac:spMkLst>
            <pc:docMk/>
            <pc:sldMk cId="3684226161" sldId="313"/>
            <ac:spMk id="58" creationId="{3B14706C-9193-D8D4-A039-75B24F050E38}"/>
          </ac:spMkLst>
        </pc:spChg>
        <pc:spChg chg="add mod">
          <ac:chgData name="Ariel Khuzman" userId="44bd3a8ee2020114" providerId="LiveId" clId="{7D111082-8647-47A3-B782-03586228AC5B}" dt="2026-10-16T05:53:55.193" v="5005"/>
          <ac:spMkLst>
            <pc:docMk/>
            <pc:sldMk cId="3684226161" sldId="313"/>
            <ac:spMk id="63" creationId="{C3A28D5D-4803-BBD2-06A8-14B5E63CF3FA}"/>
          </ac:spMkLst>
        </pc:spChg>
        <pc:spChg chg="add mod">
          <ac:chgData name="Ariel Khuzman" userId="44bd3a8ee2020114" providerId="LiveId" clId="{7D111082-8647-47A3-B782-03586228AC5B}" dt="2026-10-16T05:54:59.733" v="5041" actId="1076"/>
          <ac:spMkLst>
            <pc:docMk/>
            <pc:sldMk cId="3684226161" sldId="313"/>
            <ac:spMk id="64" creationId="{E5264E6E-95CD-DC85-FCCD-2FC0E7389896}"/>
          </ac:spMkLst>
        </pc:spChg>
        <pc:spChg chg="add mod">
          <ac:chgData name="Ariel Khuzman" userId="44bd3a8ee2020114" providerId="LiveId" clId="{7D111082-8647-47A3-B782-03586228AC5B}" dt="2026-10-16T05:55:17.392" v="5054" actId="1038"/>
          <ac:spMkLst>
            <pc:docMk/>
            <pc:sldMk cId="3684226161" sldId="313"/>
            <ac:spMk id="66" creationId="{EC74B3DF-C841-BBBB-ED49-0E8E7C1E8975}"/>
          </ac:spMkLst>
        </pc:spChg>
        <pc:grpChg chg="add mod">
          <ac:chgData name="Ariel Khuzman" userId="44bd3a8ee2020114" providerId="LiveId" clId="{7D111082-8647-47A3-B782-03586228AC5B}" dt="2026-10-16T05:57:38.381" v="5068" actId="164"/>
          <ac:grpSpMkLst>
            <pc:docMk/>
            <pc:sldMk cId="3684226161" sldId="313"/>
            <ac:grpSpMk id="67" creationId="{94BA8E6A-8F50-AF15-4E1F-1071F028CD7B}"/>
          </ac:grpSpMkLst>
        </pc:grpChg>
        <pc:cxnChg chg="mod">
          <ac:chgData name="Ariel Khuzman" userId="44bd3a8ee2020114" providerId="LiveId" clId="{7D111082-8647-47A3-B782-03586228AC5B}" dt="2026-10-16T05:53:44.584" v="5004" actId="1076"/>
          <ac:cxnSpMkLst>
            <pc:docMk/>
            <pc:sldMk cId="3684226161" sldId="313"/>
            <ac:cxnSpMk id="35" creationId="{AB717E25-352F-2568-525B-962F99EE79D9}"/>
          </ac:cxnSpMkLst>
        </pc:cxnChg>
      </pc:sldChg>
      <pc:sldChg chg="modSp add mod">
        <pc:chgData name="Ariel Khuzman" userId="44bd3a8ee2020114" providerId="LiveId" clId="{7D111082-8647-47A3-B782-03586228AC5B}" dt="2026-10-16T06:58:30.296" v="5960" actId="207"/>
        <pc:sldMkLst>
          <pc:docMk/>
          <pc:sldMk cId="2215422078" sldId="314"/>
        </pc:sldMkLst>
        <pc:spChg chg="mod">
          <ac:chgData name="Ariel Khuzman" userId="44bd3a8ee2020114" providerId="LiveId" clId="{7D111082-8647-47A3-B782-03586228AC5B}" dt="2026-10-16T06:58:30.296" v="5960" actId="207"/>
          <ac:spMkLst>
            <pc:docMk/>
            <pc:sldMk cId="2215422078" sldId="314"/>
            <ac:spMk id="3" creationId="{79A820D4-DD1A-3F3E-BC4F-0B3EDB58B727}"/>
          </ac:spMkLst>
        </pc:spChg>
      </pc:sldChg>
      <pc:sldChg chg="modSp add mod">
        <pc:chgData name="Ariel Khuzman" userId="44bd3a8ee2020114" providerId="LiveId" clId="{7D111082-8647-47A3-B782-03586228AC5B}" dt="2026-10-16T06:59:06.613" v="5963" actId="207"/>
        <pc:sldMkLst>
          <pc:docMk/>
          <pc:sldMk cId="1692842314" sldId="315"/>
        </pc:sldMkLst>
        <pc:spChg chg="mod">
          <ac:chgData name="Ariel Khuzman" userId="44bd3a8ee2020114" providerId="LiveId" clId="{7D111082-8647-47A3-B782-03586228AC5B}" dt="2026-10-16T06:59:06.613" v="5963" actId="207"/>
          <ac:spMkLst>
            <pc:docMk/>
            <pc:sldMk cId="1692842314" sldId="315"/>
            <ac:spMk id="3" creationId="{E83E70D4-BC47-3BA7-AA08-0DA428587AAF}"/>
          </ac:spMkLst>
        </pc:spChg>
      </pc:sldChg>
      <pc:sldChg chg="modSp add mod">
        <pc:chgData name="Ariel Khuzman" userId="44bd3a8ee2020114" providerId="LiveId" clId="{7D111082-8647-47A3-B782-03586228AC5B}" dt="2026-10-16T07:11:46.609" v="6116" actId="207"/>
        <pc:sldMkLst>
          <pc:docMk/>
          <pc:sldMk cId="640179648" sldId="316"/>
        </pc:sldMkLst>
        <pc:spChg chg="mod">
          <ac:chgData name="Ariel Khuzman" userId="44bd3a8ee2020114" providerId="LiveId" clId="{7D111082-8647-47A3-B782-03586228AC5B}" dt="2026-10-16T07:11:46.609" v="6116" actId="207"/>
          <ac:spMkLst>
            <pc:docMk/>
            <pc:sldMk cId="640179648" sldId="316"/>
            <ac:spMk id="3" creationId="{A8083177-780B-7F02-97AC-CDCB00E08A31}"/>
          </ac:spMkLst>
        </pc:spChg>
      </pc:sldChg>
      <pc:sldChg chg="add">
        <pc:chgData name="Ariel Khuzman" userId="44bd3a8ee2020114" providerId="LiveId" clId="{7D111082-8647-47A3-B782-03586228AC5B}" dt="2026-10-16T07:28:00.579" v="6436"/>
        <pc:sldMkLst>
          <pc:docMk/>
          <pc:sldMk cId="2182062097" sldId="317"/>
        </pc:sldMkLst>
      </pc:sldChg>
      <pc:sldChg chg="add">
        <pc:chgData name="Ariel Khuzman" userId="44bd3a8ee2020114" providerId="LiveId" clId="{7D111082-8647-47A3-B782-03586228AC5B}" dt="2026-10-16T07:28:00.579" v="6436"/>
        <pc:sldMkLst>
          <pc:docMk/>
          <pc:sldMk cId="1680901714" sldId="318"/>
        </pc:sldMkLst>
      </pc:sldChg>
      <pc:sldChg chg="add">
        <pc:chgData name="Ariel Khuzman" userId="44bd3a8ee2020114" providerId="LiveId" clId="{7D111082-8647-47A3-B782-03586228AC5B}" dt="2026-10-16T07:43:10.683" v="6774"/>
        <pc:sldMkLst>
          <pc:docMk/>
          <pc:sldMk cId="1651105830" sldId="319"/>
        </pc:sldMkLst>
      </pc:sldChg>
      <pc:sldChg chg="add">
        <pc:chgData name="Ariel Khuzman" userId="44bd3a8ee2020114" providerId="LiveId" clId="{7D111082-8647-47A3-B782-03586228AC5B}" dt="2026-10-16T07:43:10.683" v="6774"/>
        <pc:sldMkLst>
          <pc:docMk/>
          <pc:sldMk cId="205509722" sldId="320"/>
        </pc:sldMkLst>
      </pc:sldChg>
      <pc:sldChg chg="addSp delSp modSp add mod delAnim modAnim">
        <pc:chgData name="Ariel Khuzman" userId="44bd3a8ee2020114" providerId="LiveId" clId="{7D111082-8647-47A3-B782-03586228AC5B}" dt="2026-10-16T12:54:47.442" v="8469"/>
        <pc:sldMkLst>
          <pc:docMk/>
          <pc:sldMk cId="1549625942" sldId="321"/>
        </pc:sldMkLst>
        <pc:spChg chg="mod">
          <ac:chgData name="Ariel Khuzman" userId="44bd3a8ee2020114" providerId="LiveId" clId="{7D111082-8647-47A3-B782-03586228AC5B}" dt="2026-10-16T12:54:47.442" v="8469"/>
          <ac:spMkLst>
            <pc:docMk/>
            <pc:sldMk cId="1549625942" sldId="321"/>
            <ac:spMk id="3" creationId="{DC4B7F28-E367-D56A-EFC4-0A39550D2813}"/>
          </ac:spMkLst>
        </pc:spChg>
        <pc:spChg chg="mod">
          <ac:chgData name="Ariel Khuzman" userId="44bd3a8ee2020114" providerId="LiveId" clId="{7D111082-8647-47A3-B782-03586228AC5B}" dt="2026-10-16T08:02:19.757" v="6792" actId="20577"/>
          <ac:spMkLst>
            <pc:docMk/>
            <pc:sldMk cId="1549625942" sldId="321"/>
            <ac:spMk id="37" creationId="{134BE2B5-1F5B-F9C1-B24F-430D17F77986}"/>
          </ac:spMkLst>
        </pc:spChg>
        <pc:spChg chg="mod">
          <ac:chgData name="Ariel Khuzman" userId="44bd3a8ee2020114" providerId="LiveId" clId="{7D111082-8647-47A3-B782-03586228AC5B}" dt="2026-10-16T08:02:21.954" v="6793" actId="20577"/>
          <ac:spMkLst>
            <pc:docMk/>
            <pc:sldMk cId="1549625942" sldId="321"/>
            <ac:spMk id="48" creationId="{CD517BDB-9349-FCED-B944-426E7ACF6E0F}"/>
          </ac:spMkLst>
        </pc:spChg>
        <pc:spChg chg="mod">
          <ac:chgData name="Ariel Khuzman" userId="44bd3a8ee2020114" providerId="LiveId" clId="{7D111082-8647-47A3-B782-03586228AC5B}" dt="2026-10-16T08:06:02.952" v="6894" actId="14100"/>
          <ac:spMkLst>
            <pc:docMk/>
            <pc:sldMk cId="1549625942" sldId="321"/>
            <ac:spMk id="50" creationId="{37C6945A-9D6D-DD3C-411F-D4FB76526D9F}"/>
          </ac:spMkLst>
        </pc:spChg>
        <pc:spChg chg="del">
          <ac:chgData name="Ariel Khuzman" userId="44bd3a8ee2020114" providerId="LiveId" clId="{7D111082-8647-47A3-B782-03586228AC5B}" dt="2026-10-16T08:02:26.621" v="6794" actId="478"/>
          <ac:spMkLst>
            <pc:docMk/>
            <pc:sldMk cId="1549625942" sldId="321"/>
            <ac:spMk id="63" creationId="{D18BEB03-A186-C469-E4A6-8A61AD206769}"/>
          </ac:spMkLst>
        </pc:spChg>
        <pc:spChg chg="del">
          <ac:chgData name="Ariel Khuzman" userId="44bd3a8ee2020114" providerId="LiveId" clId="{7D111082-8647-47A3-B782-03586228AC5B}" dt="2026-10-16T08:02:26.621" v="6794" actId="478"/>
          <ac:spMkLst>
            <pc:docMk/>
            <pc:sldMk cId="1549625942" sldId="321"/>
            <ac:spMk id="64" creationId="{B22052FE-FD71-43E4-1474-056671391E03}"/>
          </ac:spMkLst>
        </pc:spChg>
        <pc:spChg chg="del">
          <ac:chgData name="Ariel Khuzman" userId="44bd3a8ee2020114" providerId="LiveId" clId="{7D111082-8647-47A3-B782-03586228AC5B}" dt="2026-10-16T08:02:26.621" v="6794" actId="478"/>
          <ac:spMkLst>
            <pc:docMk/>
            <pc:sldMk cId="1549625942" sldId="321"/>
            <ac:spMk id="66" creationId="{6A6F2EDC-C56C-3167-2D44-59EE16448B42}"/>
          </ac:spMkLst>
        </pc:spChg>
        <pc:spChg chg="mod">
          <ac:chgData name="Ariel Khuzman" userId="44bd3a8ee2020114" providerId="LiveId" clId="{7D111082-8647-47A3-B782-03586228AC5B}" dt="2026-10-16T08:02:33.381" v="6795"/>
          <ac:spMkLst>
            <pc:docMk/>
            <pc:sldMk cId="1549625942" sldId="321"/>
            <ac:spMk id="70" creationId="{AEF03A5C-4840-FEBF-0FD6-F75F3DAE6BCE}"/>
          </ac:spMkLst>
        </pc:spChg>
        <pc:spChg chg="mod">
          <ac:chgData name="Ariel Khuzman" userId="44bd3a8ee2020114" providerId="LiveId" clId="{7D111082-8647-47A3-B782-03586228AC5B}" dt="2026-10-16T08:02:33.381" v="6795"/>
          <ac:spMkLst>
            <pc:docMk/>
            <pc:sldMk cId="1549625942" sldId="321"/>
            <ac:spMk id="72" creationId="{94209511-E469-F544-DCD4-D824143F4D64}"/>
          </ac:spMkLst>
        </pc:spChg>
        <pc:spChg chg="mod">
          <ac:chgData name="Ariel Khuzman" userId="44bd3a8ee2020114" providerId="LiveId" clId="{7D111082-8647-47A3-B782-03586228AC5B}" dt="2026-10-16T08:02:33.381" v="6795"/>
          <ac:spMkLst>
            <pc:docMk/>
            <pc:sldMk cId="1549625942" sldId="321"/>
            <ac:spMk id="74" creationId="{B1E38888-EEDE-045B-F6B4-9CC68A4DFEFF}"/>
          </ac:spMkLst>
        </pc:spChg>
        <pc:spChg chg="add mod">
          <ac:chgData name="Ariel Khuzman" userId="44bd3a8ee2020114" providerId="LiveId" clId="{7D111082-8647-47A3-B782-03586228AC5B}" dt="2026-10-16T08:02:33.381" v="6795"/>
          <ac:spMkLst>
            <pc:docMk/>
            <pc:sldMk cId="1549625942" sldId="321"/>
            <ac:spMk id="78" creationId="{FA435561-7A07-751C-0C2A-6A8004F5A8B5}"/>
          </ac:spMkLst>
        </pc:spChg>
        <pc:spChg chg="mod">
          <ac:chgData name="Ariel Khuzman" userId="44bd3a8ee2020114" providerId="LiveId" clId="{7D111082-8647-47A3-B782-03586228AC5B}" dt="2026-10-16T08:02:33.381" v="6795"/>
          <ac:spMkLst>
            <pc:docMk/>
            <pc:sldMk cId="1549625942" sldId="321"/>
            <ac:spMk id="82" creationId="{9A48FED7-CC16-9CAB-651F-576F48DB07EF}"/>
          </ac:spMkLst>
        </pc:spChg>
        <pc:spChg chg="mod">
          <ac:chgData name="Ariel Khuzman" userId="44bd3a8ee2020114" providerId="LiveId" clId="{7D111082-8647-47A3-B782-03586228AC5B}" dt="2026-10-16T08:02:33.381" v="6795"/>
          <ac:spMkLst>
            <pc:docMk/>
            <pc:sldMk cId="1549625942" sldId="321"/>
            <ac:spMk id="86" creationId="{93C6C6D3-BF6E-AFE8-2B46-CF63F49B1284}"/>
          </ac:spMkLst>
        </pc:spChg>
        <pc:spChg chg="mod">
          <ac:chgData name="Ariel Khuzman" userId="44bd3a8ee2020114" providerId="LiveId" clId="{7D111082-8647-47A3-B782-03586228AC5B}" dt="2026-10-16T08:02:33.381" v="6795"/>
          <ac:spMkLst>
            <pc:docMk/>
            <pc:sldMk cId="1549625942" sldId="321"/>
            <ac:spMk id="87" creationId="{C2B18A8D-AC83-54EE-8005-7E2DAA4A109C}"/>
          </ac:spMkLst>
        </pc:spChg>
        <pc:spChg chg="mod">
          <ac:chgData name="Ariel Khuzman" userId="44bd3a8ee2020114" providerId="LiveId" clId="{7D111082-8647-47A3-B782-03586228AC5B}" dt="2026-10-16T08:02:33.381" v="6795"/>
          <ac:spMkLst>
            <pc:docMk/>
            <pc:sldMk cId="1549625942" sldId="321"/>
            <ac:spMk id="97" creationId="{453D26FA-4684-3B48-28A7-B541C5ABA3EF}"/>
          </ac:spMkLst>
        </pc:spChg>
        <pc:spChg chg="mod">
          <ac:chgData name="Ariel Khuzman" userId="44bd3a8ee2020114" providerId="LiveId" clId="{7D111082-8647-47A3-B782-03586228AC5B}" dt="2026-10-16T08:02:33.381" v="6795"/>
          <ac:spMkLst>
            <pc:docMk/>
            <pc:sldMk cId="1549625942" sldId="321"/>
            <ac:spMk id="98" creationId="{06B2BA85-3483-EDA3-E80D-13ECA66C845E}"/>
          </ac:spMkLst>
        </pc:spChg>
        <pc:spChg chg="mod">
          <ac:chgData name="Ariel Khuzman" userId="44bd3a8ee2020114" providerId="LiveId" clId="{7D111082-8647-47A3-B782-03586228AC5B}" dt="2026-10-16T08:02:33.381" v="6795"/>
          <ac:spMkLst>
            <pc:docMk/>
            <pc:sldMk cId="1549625942" sldId="321"/>
            <ac:spMk id="99" creationId="{16EF0F66-27E0-BD55-BB8F-92C0EB28139C}"/>
          </ac:spMkLst>
        </pc:spChg>
        <pc:spChg chg="mod">
          <ac:chgData name="Ariel Khuzman" userId="44bd3a8ee2020114" providerId="LiveId" clId="{7D111082-8647-47A3-B782-03586228AC5B}" dt="2026-10-16T08:02:44.818" v="6797"/>
          <ac:spMkLst>
            <pc:docMk/>
            <pc:sldMk cId="1549625942" sldId="321"/>
            <ac:spMk id="106" creationId="{E1EDC4A5-5CF8-651B-5E99-28B392B8C3D6}"/>
          </ac:spMkLst>
        </pc:spChg>
        <pc:spChg chg="mod">
          <ac:chgData name="Ariel Khuzman" userId="44bd3a8ee2020114" providerId="LiveId" clId="{7D111082-8647-47A3-B782-03586228AC5B}" dt="2026-10-16T08:02:44.818" v="6797"/>
          <ac:spMkLst>
            <pc:docMk/>
            <pc:sldMk cId="1549625942" sldId="321"/>
            <ac:spMk id="108" creationId="{A247420D-EDDA-2D41-FFB7-7D5C523E3900}"/>
          </ac:spMkLst>
        </pc:spChg>
        <pc:spChg chg="mod">
          <ac:chgData name="Ariel Khuzman" userId="44bd3a8ee2020114" providerId="LiveId" clId="{7D111082-8647-47A3-B782-03586228AC5B}" dt="2026-10-16T08:02:44.818" v="6797"/>
          <ac:spMkLst>
            <pc:docMk/>
            <pc:sldMk cId="1549625942" sldId="321"/>
            <ac:spMk id="109" creationId="{F8E7D933-0C49-3EB9-CE54-67AEFACE87B7}"/>
          </ac:spMkLst>
        </pc:spChg>
        <pc:spChg chg="mod">
          <ac:chgData name="Ariel Khuzman" userId="44bd3a8ee2020114" providerId="LiveId" clId="{7D111082-8647-47A3-B782-03586228AC5B}" dt="2026-10-16T08:02:44.818" v="6797"/>
          <ac:spMkLst>
            <pc:docMk/>
            <pc:sldMk cId="1549625942" sldId="321"/>
            <ac:spMk id="110" creationId="{F1B9F2C6-E564-43F1-2C00-7118F0CF4828}"/>
          </ac:spMkLst>
        </pc:spChg>
        <pc:spChg chg="mod">
          <ac:chgData name="Ariel Khuzman" userId="44bd3a8ee2020114" providerId="LiveId" clId="{7D111082-8647-47A3-B782-03586228AC5B}" dt="2026-10-16T08:02:44.818" v="6797"/>
          <ac:spMkLst>
            <pc:docMk/>
            <pc:sldMk cId="1549625942" sldId="321"/>
            <ac:spMk id="114" creationId="{6C7B6BD7-BA13-04BA-16DF-BBC5A7EA5E48}"/>
          </ac:spMkLst>
        </pc:spChg>
        <pc:spChg chg="mod">
          <ac:chgData name="Ariel Khuzman" userId="44bd3a8ee2020114" providerId="LiveId" clId="{7D111082-8647-47A3-B782-03586228AC5B}" dt="2026-10-16T08:02:44.818" v="6797"/>
          <ac:spMkLst>
            <pc:docMk/>
            <pc:sldMk cId="1549625942" sldId="321"/>
            <ac:spMk id="115" creationId="{AC7EAB83-BE41-82E0-CA64-29A141F9CFA7}"/>
          </ac:spMkLst>
        </pc:spChg>
        <pc:spChg chg="mod">
          <ac:chgData name="Ariel Khuzman" userId="44bd3a8ee2020114" providerId="LiveId" clId="{7D111082-8647-47A3-B782-03586228AC5B}" dt="2026-10-16T08:02:44.818" v="6797"/>
          <ac:spMkLst>
            <pc:docMk/>
            <pc:sldMk cId="1549625942" sldId="321"/>
            <ac:spMk id="116" creationId="{654D3D16-D02B-D7B9-B11B-FE036215DAC0}"/>
          </ac:spMkLst>
        </pc:spChg>
        <pc:spChg chg="mod">
          <ac:chgData name="Ariel Khuzman" userId="44bd3a8ee2020114" providerId="LiveId" clId="{7D111082-8647-47A3-B782-03586228AC5B}" dt="2026-10-16T08:02:44.818" v="6797"/>
          <ac:spMkLst>
            <pc:docMk/>
            <pc:sldMk cId="1549625942" sldId="321"/>
            <ac:spMk id="117" creationId="{EBD3298C-75E2-233A-BDE4-0696050238AF}"/>
          </ac:spMkLst>
        </pc:spChg>
        <pc:spChg chg="mod">
          <ac:chgData name="Ariel Khuzman" userId="44bd3a8ee2020114" providerId="LiveId" clId="{7D111082-8647-47A3-B782-03586228AC5B}" dt="2026-10-16T08:02:44.818" v="6797"/>
          <ac:spMkLst>
            <pc:docMk/>
            <pc:sldMk cId="1549625942" sldId="321"/>
            <ac:spMk id="118" creationId="{AADC797B-47CB-EC2B-73FE-D4BD1D08FA0B}"/>
          </ac:spMkLst>
        </pc:spChg>
        <pc:grpChg chg="del">
          <ac:chgData name="Ariel Khuzman" userId="44bd3a8ee2020114" providerId="LiveId" clId="{7D111082-8647-47A3-B782-03586228AC5B}" dt="2026-10-16T08:02:26.621" v="6794" actId="478"/>
          <ac:grpSpMkLst>
            <pc:docMk/>
            <pc:sldMk cId="1549625942" sldId="321"/>
            <ac:grpSpMk id="8" creationId="{CFB1D195-9CF5-033C-7EF3-6E3D9FAF324E}"/>
          </ac:grpSpMkLst>
        </pc:grpChg>
        <pc:grpChg chg="del">
          <ac:chgData name="Ariel Khuzman" userId="44bd3a8ee2020114" providerId="LiveId" clId="{7D111082-8647-47A3-B782-03586228AC5B}" dt="2026-10-16T08:02:26.621" v="6794" actId="478"/>
          <ac:grpSpMkLst>
            <pc:docMk/>
            <pc:sldMk cId="1549625942" sldId="321"/>
            <ac:grpSpMk id="43" creationId="{03CF54A1-F4D4-0FE8-1100-C20A2FD1EDCD}"/>
          </ac:grpSpMkLst>
        </pc:grpChg>
        <pc:grpChg chg="del">
          <ac:chgData name="Ariel Khuzman" userId="44bd3a8ee2020114" providerId="LiveId" clId="{7D111082-8647-47A3-B782-03586228AC5B}" dt="2026-10-16T08:02:44.563" v="6796" actId="478"/>
          <ac:grpSpMkLst>
            <pc:docMk/>
            <pc:sldMk cId="1549625942" sldId="321"/>
            <ac:grpSpMk id="67" creationId="{768A5838-FA30-53CB-E0D1-58C22EE45CE1}"/>
          </ac:grpSpMkLst>
        </pc:grpChg>
        <pc:grpChg chg="add mod">
          <ac:chgData name="Ariel Khuzman" userId="44bd3a8ee2020114" providerId="LiveId" clId="{7D111082-8647-47A3-B782-03586228AC5B}" dt="2026-10-16T08:06:12.045" v="6913" actId="1038"/>
          <ac:grpSpMkLst>
            <pc:docMk/>
            <pc:sldMk cId="1549625942" sldId="321"/>
            <ac:grpSpMk id="105" creationId="{18110B67-BF94-230E-F923-563C799BF3E3}"/>
          </ac:grpSpMkLst>
        </pc:grpChg>
        <pc:cxnChg chg="mod">
          <ac:chgData name="Ariel Khuzman" userId="44bd3a8ee2020114" providerId="LiveId" clId="{7D111082-8647-47A3-B782-03586228AC5B}" dt="2026-10-16T08:02:26.621" v="6794" actId="478"/>
          <ac:cxnSpMkLst>
            <pc:docMk/>
            <pc:sldMk cId="1549625942" sldId="321"/>
            <ac:cxnSpMk id="14" creationId="{F33B8EFB-CC1F-8E11-9711-8EF2E8677CAB}"/>
          </ac:cxnSpMkLst>
        </pc:cxnChg>
        <pc:cxnChg chg="mod">
          <ac:chgData name="Ariel Khuzman" userId="44bd3a8ee2020114" providerId="LiveId" clId="{7D111082-8647-47A3-B782-03586228AC5B}" dt="2026-10-16T08:02:26.621" v="6794" actId="478"/>
          <ac:cxnSpMkLst>
            <pc:docMk/>
            <pc:sldMk cId="1549625942" sldId="321"/>
            <ac:cxnSpMk id="20" creationId="{0CC1C9EA-F6E0-9BBC-185C-9649B3642108}"/>
          </ac:cxnSpMkLst>
        </pc:cxnChg>
        <pc:cxnChg chg="mod">
          <ac:chgData name="Ariel Khuzman" userId="44bd3a8ee2020114" providerId="LiveId" clId="{7D111082-8647-47A3-B782-03586228AC5B}" dt="2026-10-16T08:02:26.621" v="6794" actId="478"/>
          <ac:cxnSpMkLst>
            <pc:docMk/>
            <pc:sldMk cId="1549625942" sldId="321"/>
            <ac:cxnSpMk id="21" creationId="{24D38C32-733D-01F8-3978-1AE9146D31CF}"/>
          </ac:cxnSpMkLst>
        </pc:cxnChg>
        <pc:cxnChg chg="mod">
          <ac:chgData name="Ariel Khuzman" userId="44bd3a8ee2020114" providerId="LiveId" clId="{7D111082-8647-47A3-B782-03586228AC5B}" dt="2026-10-16T08:02:44.563" v="6796" actId="478"/>
          <ac:cxnSpMkLst>
            <pc:docMk/>
            <pc:sldMk cId="1549625942" sldId="321"/>
            <ac:cxnSpMk id="35" creationId="{C80E03E9-5862-60FC-F7E8-4858D5923D94}"/>
          </ac:cxnSpMkLst>
        </pc:cxnChg>
        <pc:cxnChg chg="mod">
          <ac:chgData name="Ariel Khuzman" userId="44bd3a8ee2020114" providerId="LiveId" clId="{7D111082-8647-47A3-B782-03586228AC5B}" dt="2026-10-16T08:02:44.563" v="6796" actId="478"/>
          <ac:cxnSpMkLst>
            <pc:docMk/>
            <pc:sldMk cId="1549625942" sldId="321"/>
            <ac:cxnSpMk id="39" creationId="{F14E9B29-51BC-12DA-6AEB-2DA598EBD07C}"/>
          </ac:cxnSpMkLst>
        </pc:cxnChg>
        <pc:cxnChg chg="mod">
          <ac:chgData name="Ariel Khuzman" userId="44bd3a8ee2020114" providerId="LiveId" clId="{7D111082-8647-47A3-B782-03586228AC5B}" dt="2026-10-16T08:02:44.563" v="6796" actId="478"/>
          <ac:cxnSpMkLst>
            <pc:docMk/>
            <pc:sldMk cId="1549625942" sldId="321"/>
            <ac:cxnSpMk id="40" creationId="{00EB4CFA-3AEA-EAF1-C22E-DABDF772E605}"/>
          </ac:cxnSpMkLst>
        </pc:cxnChg>
        <pc:cxnChg chg="mod">
          <ac:chgData name="Ariel Khuzman" userId="44bd3a8ee2020114" providerId="LiveId" clId="{7D111082-8647-47A3-B782-03586228AC5B}" dt="2026-10-16T08:02:44.563" v="6796" actId="478"/>
          <ac:cxnSpMkLst>
            <pc:docMk/>
            <pc:sldMk cId="1549625942" sldId="321"/>
            <ac:cxnSpMk id="41" creationId="{F4D66725-8F4E-D1A8-CC46-85282D38C580}"/>
          </ac:cxnSpMkLst>
        </pc:cxnChg>
        <pc:cxnChg chg="mod">
          <ac:chgData name="Ariel Khuzman" userId="44bd3a8ee2020114" providerId="LiveId" clId="{7D111082-8647-47A3-B782-03586228AC5B}" dt="2026-10-16T08:02:26.621" v="6794" actId="478"/>
          <ac:cxnSpMkLst>
            <pc:docMk/>
            <pc:sldMk cId="1549625942" sldId="321"/>
            <ac:cxnSpMk id="52" creationId="{5E7C903C-B12D-D6C8-FE43-7663D5043DEE}"/>
          </ac:cxnSpMkLst>
        </pc:cxnChg>
        <pc:cxnChg chg="mod">
          <ac:chgData name="Ariel Khuzman" userId="44bd3a8ee2020114" providerId="LiveId" clId="{7D111082-8647-47A3-B782-03586228AC5B}" dt="2026-10-16T08:02:26.621" v="6794" actId="478"/>
          <ac:cxnSpMkLst>
            <pc:docMk/>
            <pc:sldMk cId="1549625942" sldId="321"/>
            <ac:cxnSpMk id="61" creationId="{C7D7A03E-70F7-6670-4FCD-2BBA727CE07C}"/>
          </ac:cxnSpMkLst>
        </pc:cxnChg>
      </pc:sldChg>
      <pc:sldChg chg="addSp delSp modSp add mod addAnim delAnim modAnim modNotesTx">
        <pc:chgData name="Ariel Khuzman" userId="44bd3a8ee2020114" providerId="LiveId" clId="{7D111082-8647-47A3-B782-03586228AC5B}" dt="2026-10-16T12:30:36.568" v="8369" actId="20577"/>
        <pc:sldMkLst>
          <pc:docMk/>
          <pc:sldMk cId="868606994" sldId="322"/>
        </pc:sldMkLst>
        <pc:spChg chg="mod">
          <ac:chgData name="Ariel Khuzman" userId="44bd3a8ee2020114" providerId="LiveId" clId="{7D111082-8647-47A3-B782-03586228AC5B}" dt="2026-10-16T12:30:36.568" v="8369" actId="20577"/>
          <ac:spMkLst>
            <pc:docMk/>
            <pc:sldMk cId="868606994" sldId="322"/>
            <ac:spMk id="3" creationId="{9AC75BBE-99A4-147C-6879-BB470E5C5807}"/>
          </ac:spMkLst>
        </pc:spChg>
        <pc:spChg chg="mod">
          <ac:chgData name="Ariel Khuzman" userId="44bd3a8ee2020114" providerId="LiveId" clId="{7D111082-8647-47A3-B782-03586228AC5B}" dt="2026-10-16T08:09:02.559" v="6926"/>
          <ac:spMkLst>
            <pc:docMk/>
            <pc:sldMk cId="868606994" sldId="322"/>
            <ac:spMk id="12" creationId="{33B6A438-1535-9842-4102-1FE14BD8CDD5}"/>
          </ac:spMkLst>
        </pc:spChg>
        <pc:spChg chg="mod">
          <ac:chgData name="Ariel Khuzman" userId="44bd3a8ee2020114" providerId="LiveId" clId="{7D111082-8647-47A3-B782-03586228AC5B}" dt="2026-10-16T08:09:02.559" v="6926"/>
          <ac:spMkLst>
            <pc:docMk/>
            <pc:sldMk cId="868606994" sldId="322"/>
            <ac:spMk id="14" creationId="{4F70C963-A881-7F42-8781-53EA1E34FF8A}"/>
          </ac:spMkLst>
        </pc:spChg>
        <pc:spChg chg="mod">
          <ac:chgData name="Ariel Khuzman" userId="44bd3a8ee2020114" providerId="LiveId" clId="{7D111082-8647-47A3-B782-03586228AC5B}" dt="2026-10-16T08:09:02.559" v="6926"/>
          <ac:spMkLst>
            <pc:docMk/>
            <pc:sldMk cId="868606994" sldId="322"/>
            <ac:spMk id="16" creationId="{175628C4-B2C7-3C8D-9FF0-E20CB44501D5}"/>
          </ac:spMkLst>
        </pc:spChg>
        <pc:spChg chg="add mod">
          <ac:chgData name="Ariel Khuzman" userId="44bd3a8ee2020114" providerId="LiveId" clId="{7D111082-8647-47A3-B782-03586228AC5B}" dt="2026-10-16T08:09:02.559" v="6926"/>
          <ac:spMkLst>
            <pc:docMk/>
            <pc:sldMk cId="868606994" sldId="322"/>
            <ac:spMk id="20" creationId="{202C828A-FE5A-CD56-A056-4456C87E6F53}"/>
          </ac:spMkLst>
        </pc:spChg>
        <pc:spChg chg="mod">
          <ac:chgData name="Ariel Khuzman" userId="44bd3a8ee2020114" providerId="LiveId" clId="{7D111082-8647-47A3-B782-03586228AC5B}" dt="2026-10-16T08:09:02.559" v="6926"/>
          <ac:spMkLst>
            <pc:docMk/>
            <pc:sldMk cId="868606994" sldId="322"/>
            <ac:spMk id="27" creationId="{D50FD98B-BF8A-FE96-D0C9-2EBF39EE0EF9}"/>
          </ac:spMkLst>
        </pc:spChg>
        <pc:spChg chg="mod">
          <ac:chgData name="Ariel Khuzman" userId="44bd3a8ee2020114" providerId="LiveId" clId="{7D111082-8647-47A3-B782-03586228AC5B}" dt="2026-10-16T08:09:02.559" v="6926"/>
          <ac:spMkLst>
            <pc:docMk/>
            <pc:sldMk cId="868606994" sldId="322"/>
            <ac:spMk id="28" creationId="{F10C243E-1CDD-75D2-091E-F557AD883AFA}"/>
          </ac:spMkLst>
        </pc:spChg>
        <pc:spChg chg="mod">
          <ac:chgData name="Ariel Khuzman" userId="44bd3a8ee2020114" providerId="LiveId" clId="{7D111082-8647-47A3-B782-03586228AC5B}" dt="2026-10-16T08:09:02.559" v="6926"/>
          <ac:spMkLst>
            <pc:docMk/>
            <pc:sldMk cId="868606994" sldId="322"/>
            <ac:spMk id="29" creationId="{D85F3931-1558-2A27-7D45-F0AF4EB8FA60}"/>
          </ac:spMkLst>
        </pc:spChg>
        <pc:spChg chg="mod">
          <ac:chgData name="Ariel Khuzman" userId="44bd3a8ee2020114" providerId="LiveId" clId="{7D111082-8647-47A3-B782-03586228AC5B}" dt="2026-10-16T08:09:02.559" v="6926"/>
          <ac:spMkLst>
            <pc:docMk/>
            <pc:sldMk cId="868606994" sldId="322"/>
            <ac:spMk id="30" creationId="{917DF0C1-840D-3041-3124-BDD35D9C4F72}"/>
          </ac:spMkLst>
        </pc:spChg>
        <pc:spChg chg="del">
          <ac:chgData name="Ariel Khuzman" userId="44bd3a8ee2020114" providerId="LiveId" clId="{7D111082-8647-47A3-B782-03586228AC5B}" dt="2026-10-16T08:09:02.308" v="6925" actId="478"/>
          <ac:spMkLst>
            <pc:docMk/>
            <pc:sldMk cId="868606994" sldId="322"/>
            <ac:spMk id="77" creationId="{8655830D-111A-0161-5EAD-0258ACF1287F}"/>
          </ac:spMkLst>
        </pc:spChg>
        <pc:spChg chg="del">
          <ac:chgData name="Ariel Khuzman" userId="44bd3a8ee2020114" providerId="LiveId" clId="{7D111082-8647-47A3-B782-03586228AC5B}" dt="2026-10-16T08:09:02.308" v="6925" actId="478"/>
          <ac:spMkLst>
            <pc:docMk/>
            <pc:sldMk cId="868606994" sldId="322"/>
            <ac:spMk id="78" creationId="{34D40B57-C06E-DB1B-B0CF-92827D836633}"/>
          </ac:spMkLst>
        </pc:spChg>
        <pc:spChg chg="del">
          <ac:chgData name="Ariel Khuzman" userId="44bd3a8ee2020114" providerId="LiveId" clId="{7D111082-8647-47A3-B782-03586228AC5B}" dt="2026-10-16T08:09:02.308" v="6925" actId="478"/>
          <ac:spMkLst>
            <pc:docMk/>
            <pc:sldMk cId="868606994" sldId="322"/>
            <ac:spMk id="79" creationId="{DAD74853-9B04-43A9-B7C3-FDA5AFCC7C2A}"/>
          </ac:spMkLst>
        </pc:spChg>
        <pc:spChg chg="mod">
          <ac:chgData name="Ariel Khuzman" userId="44bd3a8ee2020114" providerId="LiveId" clId="{7D111082-8647-47A3-B782-03586228AC5B}" dt="2026-10-16T08:09:32.642" v="6929" actId="1076"/>
          <ac:spMkLst>
            <pc:docMk/>
            <pc:sldMk cId="868606994" sldId="322"/>
            <ac:spMk id="81" creationId="{DE1F4AA0-7D8D-5721-B1CD-E2D21C5177AF}"/>
          </ac:spMkLst>
        </pc:spChg>
        <pc:spChg chg="mod">
          <ac:chgData name="Ariel Khuzman" userId="44bd3a8ee2020114" providerId="LiveId" clId="{7D111082-8647-47A3-B782-03586228AC5B}" dt="2026-10-16T11:22:27.777" v="7464" actId="14100"/>
          <ac:spMkLst>
            <pc:docMk/>
            <pc:sldMk cId="868606994" sldId="322"/>
            <ac:spMk id="82" creationId="{23937ACA-C7BF-E37A-CE53-983F408B062A}"/>
          </ac:spMkLst>
        </pc:spChg>
        <pc:spChg chg="mod">
          <ac:chgData name="Ariel Khuzman" userId="44bd3a8ee2020114" providerId="LiveId" clId="{7D111082-8647-47A3-B782-03586228AC5B}" dt="2026-10-16T08:09:02.559" v="6926"/>
          <ac:spMkLst>
            <pc:docMk/>
            <pc:sldMk cId="868606994" sldId="322"/>
            <ac:spMk id="85" creationId="{5B669A8F-BA01-3A8D-089E-3AF4BFCE9C15}"/>
          </ac:spMkLst>
        </pc:spChg>
        <pc:spChg chg="mod">
          <ac:chgData name="Ariel Khuzman" userId="44bd3a8ee2020114" providerId="LiveId" clId="{7D111082-8647-47A3-B782-03586228AC5B}" dt="2026-10-16T08:09:02.559" v="6926"/>
          <ac:spMkLst>
            <pc:docMk/>
            <pc:sldMk cId="868606994" sldId="322"/>
            <ac:spMk id="88" creationId="{A2CFAFAA-5EE9-662C-E2F0-7205645151D6}"/>
          </ac:spMkLst>
        </pc:spChg>
        <pc:spChg chg="mod">
          <ac:chgData name="Ariel Khuzman" userId="44bd3a8ee2020114" providerId="LiveId" clId="{7D111082-8647-47A3-B782-03586228AC5B}" dt="2026-10-16T08:16:29.514" v="7034"/>
          <ac:spMkLst>
            <pc:docMk/>
            <pc:sldMk cId="868606994" sldId="322"/>
            <ac:spMk id="93" creationId="{C5A37A40-3BB9-B917-949C-53CACC068CB3}"/>
          </ac:spMkLst>
        </pc:spChg>
        <pc:spChg chg="mod">
          <ac:chgData name="Ariel Khuzman" userId="44bd3a8ee2020114" providerId="LiveId" clId="{7D111082-8647-47A3-B782-03586228AC5B}" dt="2026-10-16T08:16:29.514" v="7034"/>
          <ac:spMkLst>
            <pc:docMk/>
            <pc:sldMk cId="868606994" sldId="322"/>
            <ac:spMk id="95" creationId="{A4E32498-6D14-45E2-572F-F4C8EA30146F}"/>
          </ac:spMkLst>
        </pc:spChg>
        <pc:spChg chg="mod">
          <ac:chgData name="Ariel Khuzman" userId="44bd3a8ee2020114" providerId="LiveId" clId="{7D111082-8647-47A3-B782-03586228AC5B}" dt="2026-10-16T08:16:29.514" v="7034"/>
          <ac:spMkLst>
            <pc:docMk/>
            <pc:sldMk cId="868606994" sldId="322"/>
            <ac:spMk id="96" creationId="{686739E9-F8BB-A10D-6FF4-6EA90BE4EE84}"/>
          </ac:spMkLst>
        </pc:spChg>
        <pc:spChg chg="mod">
          <ac:chgData name="Ariel Khuzman" userId="44bd3a8ee2020114" providerId="LiveId" clId="{7D111082-8647-47A3-B782-03586228AC5B}" dt="2026-10-16T08:16:29.514" v="7034"/>
          <ac:spMkLst>
            <pc:docMk/>
            <pc:sldMk cId="868606994" sldId="322"/>
            <ac:spMk id="97" creationId="{9424EF6B-1DB1-FB6C-C31F-35C6C3845DBA}"/>
          </ac:spMkLst>
        </pc:spChg>
        <pc:spChg chg="mod">
          <ac:chgData name="Ariel Khuzman" userId="44bd3a8ee2020114" providerId="LiveId" clId="{7D111082-8647-47A3-B782-03586228AC5B}" dt="2026-10-16T08:16:29.514" v="7034"/>
          <ac:spMkLst>
            <pc:docMk/>
            <pc:sldMk cId="868606994" sldId="322"/>
            <ac:spMk id="99" creationId="{EB76D899-DE69-BA8E-5A01-EDFC36061B16}"/>
          </ac:spMkLst>
        </pc:spChg>
        <pc:spChg chg="mod">
          <ac:chgData name="Ariel Khuzman" userId="44bd3a8ee2020114" providerId="LiveId" clId="{7D111082-8647-47A3-B782-03586228AC5B}" dt="2026-10-16T08:16:29.514" v="7034"/>
          <ac:spMkLst>
            <pc:docMk/>
            <pc:sldMk cId="868606994" sldId="322"/>
            <ac:spMk id="100" creationId="{CBE24534-7615-B5F8-6FD7-5EF8A0D69145}"/>
          </ac:spMkLst>
        </pc:spChg>
        <pc:grpChg chg="del">
          <ac:chgData name="Ariel Khuzman" userId="44bd3a8ee2020114" providerId="LiveId" clId="{7D111082-8647-47A3-B782-03586228AC5B}" dt="2026-10-16T08:09:02.308" v="6925" actId="478"/>
          <ac:grpSpMkLst>
            <pc:docMk/>
            <pc:sldMk cId="868606994" sldId="322"/>
            <ac:grpSpMk id="37" creationId="{7D4E95C2-CE17-6836-20E5-53E26FBC1377}"/>
          </ac:grpSpMkLst>
        </pc:grpChg>
        <pc:grpChg chg="del">
          <ac:chgData name="Ariel Khuzman" userId="44bd3a8ee2020114" providerId="LiveId" clId="{7D111082-8647-47A3-B782-03586228AC5B}" dt="2026-10-16T08:09:02.308" v="6925" actId="478"/>
          <ac:grpSpMkLst>
            <pc:docMk/>
            <pc:sldMk cId="868606994" sldId="322"/>
            <ac:grpSpMk id="64" creationId="{6357CAE3-166D-D116-91B2-A06C363A505A}"/>
          </ac:grpSpMkLst>
        </pc:grpChg>
        <pc:grpChg chg="add del mod">
          <ac:chgData name="Ariel Khuzman" userId="44bd3a8ee2020114" providerId="LiveId" clId="{7D111082-8647-47A3-B782-03586228AC5B}" dt="2026-10-16T11:21:47.273" v="7430" actId="478"/>
          <ac:grpSpMkLst>
            <pc:docMk/>
            <pc:sldMk cId="868606994" sldId="322"/>
            <ac:grpSpMk id="92" creationId="{DD852921-4E01-8B07-BD45-83AB8FE6FC4A}"/>
          </ac:grpSpMkLst>
        </pc:grpChg>
        <pc:cxnChg chg="mod">
          <ac:chgData name="Ariel Khuzman" userId="44bd3a8ee2020114" providerId="LiveId" clId="{7D111082-8647-47A3-B782-03586228AC5B}" dt="2026-10-16T08:09:02.308" v="6925" actId="478"/>
          <ac:cxnSpMkLst>
            <pc:docMk/>
            <pc:sldMk cId="868606994" sldId="322"/>
            <ac:cxnSpMk id="49" creationId="{B23A23D6-60B0-671D-E7B1-44B731157FE6}"/>
          </ac:cxnSpMkLst>
        </pc:cxnChg>
        <pc:cxnChg chg="mod">
          <ac:chgData name="Ariel Khuzman" userId="44bd3a8ee2020114" providerId="LiveId" clId="{7D111082-8647-47A3-B782-03586228AC5B}" dt="2026-10-16T08:09:02.308" v="6925" actId="478"/>
          <ac:cxnSpMkLst>
            <pc:docMk/>
            <pc:sldMk cId="868606994" sldId="322"/>
            <ac:cxnSpMk id="53" creationId="{B0C83054-884A-EE23-F0F4-B372F35BCCA9}"/>
          </ac:cxnSpMkLst>
        </pc:cxnChg>
        <pc:cxnChg chg="mod">
          <ac:chgData name="Ariel Khuzman" userId="44bd3a8ee2020114" providerId="LiveId" clId="{7D111082-8647-47A3-B782-03586228AC5B}" dt="2026-10-16T08:09:02.308" v="6925" actId="478"/>
          <ac:cxnSpMkLst>
            <pc:docMk/>
            <pc:sldMk cId="868606994" sldId="322"/>
            <ac:cxnSpMk id="62" creationId="{1B0F029E-40B5-164A-3037-248338E9CDA8}"/>
          </ac:cxnSpMkLst>
        </pc:cxnChg>
        <pc:cxnChg chg="mod">
          <ac:chgData name="Ariel Khuzman" userId="44bd3a8ee2020114" providerId="LiveId" clId="{7D111082-8647-47A3-B782-03586228AC5B}" dt="2026-10-16T08:09:02.308" v="6925" actId="478"/>
          <ac:cxnSpMkLst>
            <pc:docMk/>
            <pc:sldMk cId="868606994" sldId="322"/>
            <ac:cxnSpMk id="66" creationId="{AD17259C-9CB3-A7B4-EA25-19D03D614D28}"/>
          </ac:cxnSpMkLst>
        </pc:cxnChg>
        <pc:cxnChg chg="mod">
          <ac:chgData name="Ariel Khuzman" userId="44bd3a8ee2020114" providerId="LiveId" clId="{7D111082-8647-47A3-B782-03586228AC5B}" dt="2026-10-16T08:09:02.308" v="6925" actId="478"/>
          <ac:cxnSpMkLst>
            <pc:docMk/>
            <pc:sldMk cId="868606994" sldId="322"/>
            <ac:cxnSpMk id="74" creationId="{3C0DEBC6-D63A-08F9-713B-E5FBE490DA94}"/>
          </ac:cxnSpMkLst>
        </pc:cxnChg>
        <pc:cxnChg chg="mod">
          <ac:chgData name="Ariel Khuzman" userId="44bd3a8ee2020114" providerId="LiveId" clId="{7D111082-8647-47A3-B782-03586228AC5B}" dt="2026-10-16T11:21:47.273" v="7430" actId="478"/>
          <ac:cxnSpMkLst>
            <pc:docMk/>
            <pc:sldMk cId="868606994" sldId="322"/>
            <ac:cxnSpMk id="94" creationId="{15ABE204-B588-B79D-D9D7-9B4B62B641D6}"/>
          </ac:cxnSpMkLst>
        </pc:cxnChg>
        <pc:cxnChg chg="mod">
          <ac:chgData name="Ariel Khuzman" userId="44bd3a8ee2020114" providerId="LiveId" clId="{7D111082-8647-47A3-B782-03586228AC5B}" dt="2026-10-16T11:21:47.273" v="7430" actId="478"/>
          <ac:cxnSpMkLst>
            <pc:docMk/>
            <pc:sldMk cId="868606994" sldId="322"/>
            <ac:cxnSpMk id="98" creationId="{FCF32FD8-C5D5-B964-850D-D8C5C09C80F5}"/>
          </ac:cxnSpMkLst>
        </pc:cxnChg>
        <pc:cxnChg chg="mod">
          <ac:chgData name="Ariel Khuzman" userId="44bd3a8ee2020114" providerId="LiveId" clId="{7D111082-8647-47A3-B782-03586228AC5B}" dt="2026-10-16T11:21:47.273" v="7430" actId="478"/>
          <ac:cxnSpMkLst>
            <pc:docMk/>
            <pc:sldMk cId="868606994" sldId="322"/>
            <ac:cxnSpMk id="101" creationId="{D57F0D8F-07CE-2FC8-0ABA-A7C51DE50A5D}"/>
          </ac:cxnSpMkLst>
        </pc:cxnChg>
      </pc:sldChg>
      <pc:sldChg chg="delSp modSp add mod delAnim modAnim">
        <pc:chgData name="Ariel Khuzman" userId="44bd3a8ee2020114" providerId="LiveId" clId="{7D111082-8647-47A3-B782-03586228AC5B}" dt="2026-10-16T11:40:44.065" v="7808"/>
        <pc:sldMkLst>
          <pc:docMk/>
          <pc:sldMk cId="3611653068" sldId="323"/>
        </pc:sldMkLst>
        <pc:spChg chg="mod">
          <ac:chgData name="Ariel Khuzman" userId="44bd3a8ee2020114" providerId="LiveId" clId="{7D111082-8647-47A3-B782-03586228AC5B}" dt="2026-10-16T11:39:54.077" v="7806" actId="20577"/>
          <ac:spMkLst>
            <pc:docMk/>
            <pc:sldMk cId="3611653068" sldId="323"/>
            <ac:spMk id="3" creationId="{8C7B3082-31E2-A657-C2E3-219F9D4A3CDA}"/>
          </ac:spMkLst>
        </pc:spChg>
        <pc:spChg chg="del">
          <ac:chgData name="Ariel Khuzman" userId="44bd3a8ee2020114" providerId="LiveId" clId="{7D111082-8647-47A3-B782-03586228AC5B}" dt="2026-10-16T11:37:38.099" v="7706" actId="478"/>
          <ac:spMkLst>
            <pc:docMk/>
            <pc:sldMk cId="3611653068" sldId="323"/>
            <ac:spMk id="7" creationId="{AAF55E7F-E3FF-9320-369D-BDABEB76215E}"/>
          </ac:spMkLst>
        </pc:spChg>
      </pc:sldChg>
      <pc:sldChg chg="modSp add mod addAnim delAnim modAnim">
        <pc:chgData name="Ariel Khuzman" userId="44bd3a8ee2020114" providerId="LiveId" clId="{7D111082-8647-47A3-B782-03586228AC5B}" dt="2026-10-16T12:34:13.858" v="8381"/>
        <pc:sldMkLst>
          <pc:docMk/>
          <pc:sldMk cId="2059025587" sldId="324"/>
        </pc:sldMkLst>
        <pc:spChg chg="mod">
          <ac:chgData name="Ariel Khuzman" userId="44bd3a8ee2020114" providerId="LiveId" clId="{7D111082-8647-47A3-B782-03586228AC5B}" dt="2026-10-16T11:50:50.728" v="7984" actId="20577"/>
          <ac:spMkLst>
            <pc:docMk/>
            <pc:sldMk cId="2059025587" sldId="324"/>
            <ac:spMk id="2" creationId="{96AFDD31-007F-2CFF-CFF8-920588FD27B5}"/>
          </ac:spMkLst>
        </pc:spChg>
        <pc:spChg chg="mod">
          <ac:chgData name="Ariel Khuzman" userId="44bd3a8ee2020114" providerId="LiveId" clId="{7D111082-8647-47A3-B782-03586228AC5B}" dt="2026-10-16T12:34:08.643" v="8380" actId="948"/>
          <ac:spMkLst>
            <pc:docMk/>
            <pc:sldMk cId="2059025587" sldId="324"/>
            <ac:spMk id="3" creationId="{E0CBD848-A645-3EBE-9F74-A5663904851F}"/>
          </ac:spMkLst>
        </pc:spChg>
      </pc:sldChg>
      <pc:sldChg chg="add">
        <pc:chgData name="Ariel Khuzman" userId="44bd3a8ee2020114" providerId="LiveId" clId="{7D111082-8647-47A3-B782-03586228AC5B}" dt="2026-10-16T11:50:45.251" v="7983"/>
        <pc:sldMkLst>
          <pc:docMk/>
          <pc:sldMk cId="523259223" sldId="325"/>
        </pc:sldMkLst>
      </pc:sldChg>
      <pc:sldChg chg="add">
        <pc:chgData name="Ariel Khuzman" userId="44bd3a8ee2020114" providerId="LiveId" clId="{7D111082-8647-47A3-B782-03586228AC5B}" dt="2026-10-16T11:50:45.251" v="7983"/>
        <pc:sldMkLst>
          <pc:docMk/>
          <pc:sldMk cId="3816176029" sldId="326"/>
        </pc:sldMkLst>
      </pc:sldChg>
      <pc:sldChg chg="add">
        <pc:chgData name="Ariel Khuzman" userId="44bd3a8ee2020114" providerId="LiveId" clId="{7D111082-8647-47A3-B782-03586228AC5B}" dt="2026-10-16T11:53:38.006" v="7990"/>
        <pc:sldMkLst>
          <pc:docMk/>
          <pc:sldMk cId="1468930020" sldId="32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95C3F9-CA22-4B97-8432-6B159FBCED08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E138173-9C61-426A-B131-8DB4526D8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93572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138173-9C61-426A-B131-8DB4526D8F0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17740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138173-9C61-426A-B131-8DB4526D8F07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01187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138173-9C61-426A-B131-8DB4526D8F07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21362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19DDA9-B11E-911C-EBB4-2B3F961E67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64D3FF-E2E0-6C97-F966-23E6658BB3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8FF6C9B-7A3D-30F5-ECE3-2CFCB01D59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2E7FB0-5E29-1473-102B-994DFE32DC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138173-9C61-426A-B131-8DB4526D8F07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03022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138173-9C61-426A-B131-8DB4526D8F07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73427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138173-9C61-426A-B131-8DB4526D8F07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858516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בעיה א היא דוגמא לבעיית הכרעה ובעיה ב היא דוגמא לבעיית אופטימיזציה – יתכנו מספר מסלולים אך אנחנו מחפשים את הקצר ביותר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138173-9C61-426A-B131-8DB4526D8F07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218348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דרך לראות שהרדוקציה שלכם לא נכונה, היא אם הנחתם דבר כלשהו על ריצת הקופסה השחורה.</a:t>
            </a:r>
          </a:p>
          <a:p>
            <a:endParaRPr lang="he-IL" dirty="0"/>
          </a:p>
          <a:p>
            <a:r>
              <a:rPr lang="he-IL" dirty="0"/>
              <a:t>בדוגמה הקודמת: מהן הפונקציות?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138173-9C61-426A-B131-8DB4526D8F07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002193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138173-9C61-426A-B131-8DB4526D8F07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240026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A5BAA2-1B72-57BD-27C4-9985E35356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42C097-19EB-94CC-2B90-B3D06CDF33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85C9636-961C-528C-4E98-171FA6F63A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005E39-D145-27FE-A7F8-4A7DE7EA2C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138173-9C61-426A-B131-8DB4526D8F07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20147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2B2FB4-2F30-F2D0-8BD2-79EF413C92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F8CA7B-B4B8-2013-5B9B-863FA196D2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F781D2-FBD0-1071-D8B0-CEF78F0B1E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A2C96A-B7C0-4DE7-A771-8CE557DE7C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138173-9C61-426A-B131-8DB4526D8F07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784720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138173-9C61-426A-B131-8DB4526D8F07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966322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גרף דו חלקי – </a:t>
            </a:r>
          </a:p>
          <a:p>
            <a:r>
              <a:rPr lang="he-IL" dirty="0"/>
              <a:t>גרף שקודקודיו מחולקים לשתי קבוצות קודקודים זרות כל שכל צלע בו היא בין קודקודים מקבוצות שונות)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138173-9C61-426A-B131-8DB4526D8F07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230192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הטענה הראשונה מתאימה לנו בין מסלול שקופסא השחורה מוצאת לבין מסלול בגרף המקורי</a:t>
            </a:r>
          </a:p>
          <a:p>
            <a:endParaRPr lang="he-IL" dirty="0"/>
          </a:p>
          <a:p>
            <a:r>
              <a:rPr lang="he-IL" dirty="0"/>
              <a:t>הטענה לא מספיקה לנו כי הגרירה תהיה חד כיוונית, וללא הטענה </a:t>
            </a:r>
            <a:r>
              <a:rPr lang="he-IL" dirty="0" err="1"/>
              <a:t>השניה</a:t>
            </a:r>
            <a:r>
              <a:rPr lang="he-IL" dirty="0"/>
              <a:t> יש ספק האם נוכל למצוא מסלול זוגי קצר יותר בגרף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138173-9C61-426A-B131-8DB4526D8F07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306405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הערה: שימו לב כי זאת ההוכחת הטענה העיקרית</a:t>
            </a:r>
          </a:p>
          <a:p>
            <a:r>
              <a:rPr lang="he-IL" dirty="0"/>
              <a:t>טענה זו נוסחה כשוויון בין שני מספרים שהם הפתרונות האופטימליים של שתי המופעית המתאימים לבעיות.</a:t>
            </a:r>
          </a:p>
          <a:p>
            <a:r>
              <a:rPr lang="he-IL" dirty="0"/>
              <a:t>מכיוון ששוויון הוא סימטרי, נובע כי מספר כלשהו (או אינסוף) הוא אורך המסלול הזוגי המינימלי בגרף המקורי </a:t>
            </a:r>
            <a:r>
              <a:rPr lang="he-IL" dirty="0" err="1"/>
              <a:t>אממ</a:t>
            </a:r>
            <a:r>
              <a:rPr lang="he-IL" dirty="0"/>
              <a:t> הוא גם האורך בגרף שיצרנו. זאת בהתאם למה שצריך להוכיח לפי הגדרת הרדוקציה.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138173-9C61-426A-B131-8DB4526D8F07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56899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הערה: שימו לב כי זאת ההוכחת הטענה העיקרית</a:t>
            </a:r>
          </a:p>
          <a:p>
            <a:r>
              <a:rPr lang="he-IL" dirty="0"/>
              <a:t>טענה זו נוסחה כשוויון בין שני מספרים שהם הפתרונות האופטימליים של שתי המופעית המתאימים לבעיות.</a:t>
            </a:r>
          </a:p>
          <a:p>
            <a:r>
              <a:rPr lang="he-IL" dirty="0"/>
              <a:t>מכיוון ששוויון הוא סימטרי, נובע כי מספר כלשהו (או אינסוף) הוא אורך המסלול הזוגי המינימלי בגרף המקורי </a:t>
            </a:r>
            <a:r>
              <a:rPr lang="he-IL" dirty="0" err="1"/>
              <a:t>אממ</a:t>
            </a:r>
            <a:r>
              <a:rPr lang="he-IL" dirty="0"/>
              <a:t> הוא גם האורך בגרף שיצרנו. זאת בהתאם למה שצריך להוכיח לפי הגדרת הרדוקציה.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138173-9C61-426A-B131-8DB4526D8F07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004250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ישנה טענת עזר חלופית באתר של הקורס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138173-9C61-426A-B131-8DB4526D8F07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53587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ישנה טענת עזר חלופית באתר של הקורס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138173-9C61-426A-B131-8DB4526D8F07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222912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זהו בד"כ החלק הקל בהוכחה, אך לרוב נשכח ויורדים עליו נקודות וחבל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138173-9C61-426A-B131-8DB4526D8F07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267566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40F537-8577-AA69-D9CB-F0C39FDDF3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487EF26-03DF-E0F6-0E2A-933D08F972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608D62F-3DF1-961E-7814-08A8EA97E8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07FCFF-876C-5870-62BB-5EF483FFEB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138173-9C61-426A-B131-8DB4526D8F07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477527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יש צורך במסלול פשוט, הסבר בשקופית של הוכחת טענת עזר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138173-9C61-426A-B131-8DB4526D8F07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45971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מסלול פשוט הכרחי פה בשביל הכיוון ההפוך (ליצירת </a:t>
            </a:r>
            <a:r>
              <a:rPr lang="he-IL" dirty="0" err="1"/>
              <a:t>אמ"מ</a:t>
            </a:r>
            <a:r>
              <a:rPr lang="he-IL" dirty="0"/>
              <a:t>).</a:t>
            </a:r>
          </a:p>
          <a:p>
            <a:r>
              <a:rPr lang="he-IL" dirty="0"/>
              <a:t>אחרת ניתן להתקדם מקודקוד רגיל לקודקוד קשת ואז חזרה,</a:t>
            </a:r>
          </a:p>
          <a:p>
            <a:r>
              <a:rPr lang="he-IL" dirty="0"/>
              <a:t>וזה יוצר רצף שמכיל את אותו קודקוד פעמיים במעבר משורה 3 לשורה 2, ואין קשת מקודקוד לעצמו.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138173-9C61-426A-B131-8DB4526D8F07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168610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1E25AE-5415-3F77-1F81-F91CAECDB2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EDDB6D-CF95-D67E-ED9A-CB882ABE76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1E570D-5FD8-8CB6-2B42-FD11690405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מסלול פשוט הכרחי פה בשביל הכיוון ההפוך (ליצירת </a:t>
            </a:r>
            <a:r>
              <a:rPr lang="he-IL" dirty="0" err="1"/>
              <a:t>אמ"מ</a:t>
            </a:r>
            <a:r>
              <a:rPr lang="he-IL" dirty="0"/>
              <a:t>).</a:t>
            </a:r>
          </a:p>
          <a:p>
            <a:r>
              <a:rPr lang="he-IL" dirty="0"/>
              <a:t>אחרת ניתן להתקדם מקודקוד רגיל לקודקוד קשת ואז חזרה,</a:t>
            </a:r>
          </a:p>
          <a:p>
            <a:r>
              <a:rPr lang="he-IL" dirty="0"/>
              <a:t>וזה יוצר רצף שמכיל את אותו קודקוד פעמיים במעבר משורה 3 לשורה 2, ואין קשת מקודקוד לעצמו.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2AD150-6020-6C2D-AE11-BA2A358AA8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138173-9C61-426A-B131-8DB4526D8F07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066271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138173-9C61-426A-B131-8DB4526D8F07}" type="slidenum">
              <a:rPr lang="en-US" smtClean="0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54000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LID4096"/>
          </a:p>
        </p:txBody>
      </p:sp>
      <p:sp>
        <p:nvSpPr>
          <p:cNvPr id="8" name="Rectangle 7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LID4096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97FF04-9D99-40F1-B387-11312A03F5FF}" type="datetime9">
              <a:rPr lang="he-IL" smtClean="0"/>
              <a:t>16 אוקטובר, 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תרגול 1 - מבוא ורדוקציות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980175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B39B9E-9939-4006-BA97-D6C678B5E286}" type="datetime9">
              <a:rPr lang="he-IL" smtClean="0"/>
              <a:t>16 אוקטובר, 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תרגול 1 - מבוא ורדוקציות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36494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LID4096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LID4096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234C3-D28D-40B4-9DB5-16C2B77A5B38}" type="datetime9">
              <a:rPr lang="he-IL" smtClean="0"/>
              <a:t>16 אוקטובר, 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תרגול 1 - מבוא ורדוקציות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177463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1845734"/>
            <a:ext cx="4937760" cy="4023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E3796-89A5-4E5A-AF5E-8256F83A92F4}" type="datetime9">
              <a:rPr lang="he-IL" smtClean="0"/>
              <a:t>16 אוקטובר, 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תרגול 1 - מבוא ורדוקציות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73520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5"/>
            <a:ext cx="493776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15858-0199-4147-ACBC-40B38A376455}" type="datetime9">
              <a:rPr lang="he-IL" smtClean="0"/>
              <a:t>16 אוקטובר, 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תרגול 1 - מבוא ורדוקציות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7569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DD38AF-6445-44D0-861E-5D84FB4413EE}" type="datetime9">
              <a:rPr lang="he-IL" smtClean="0"/>
              <a:t>16 אוקטובר, 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תרגול 1 - מבוא ורדוקציות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00944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LID4096"/>
          </a:p>
        </p:txBody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LID4096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8B4FB-8FE4-49F2-BD36-C367944556CD}" type="datetime9">
              <a:rPr lang="he-IL" smtClean="0"/>
              <a:t>16 אוקטובר, 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he-IL"/>
              <a:t>תרגול 1 - מבוא ורדוקציות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19874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LID4096"/>
          </a:p>
        </p:txBody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LID4096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F1990749-576A-4C99-AEC6-D44B0427A50A}" type="datetime9">
              <a:rPr lang="he-IL" smtClean="0"/>
              <a:t>16 אוקטובר, 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he-IL"/>
              <a:t>תרגול 1 - מבוא ורדוקציות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99294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LID4096"/>
          </a:p>
        </p:txBody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LID4096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D3036-5DE4-4490-8A04-266022C4E638}" type="datetime9">
              <a:rPr lang="he-IL" smtClean="0"/>
              <a:t>16 אוקטובר, 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תרגול 1 - מבוא ורדוקציות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17142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B24AD-02F9-44B9-82D1-D946D1D47B60}" type="datetime9">
              <a:rPr lang="he-IL" smtClean="0"/>
              <a:t>16 אוקטובר, 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תרגול 1 - מבוא ורדוקציות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80098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LID4096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LID4096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FE1E3-D044-4697-8B12-22A24AEBD373}" type="datetime9">
              <a:rPr lang="he-IL" smtClean="0"/>
              <a:t>16 אוקטובר, 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תרגול 1 - מבוא ורדוקציות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10620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LID4096"/>
          </a:p>
        </p:txBody>
      </p:sp>
      <p:sp>
        <p:nvSpPr>
          <p:cNvPr id="9" name="Rectangle 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LID4096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080E490C-2AEB-4E15-A257-294BBBCC820F}" type="datetime9">
              <a:rPr lang="he-IL" smtClean="0"/>
              <a:t>16 אוקטובר, 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r>
              <a:rPr lang="he-IL"/>
              <a:t>תרגול 1 - מבוא ורדוקציות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95031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682" r:id="rId3"/>
    <p:sldLayoutId id="2147483683" r:id="rId4"/>
    <p:sldLayoutId id="2147483684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0" r:id="rId11"/>
  </p:sldLayoutIdLst>
  <p:hf hdr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1.png"/><Relationship Id="rId7" Type="http://schemas.openxmlformats.org/officeDocument/2006/relationships/image" Target="../media/image16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3.png"/><Relationship Id="rId10" Type="http://schemas.openxmlformats.org/officeDocument/2006/relationships/image" Target="../media/image19.png"/><Relationship Id="rId4" Type="http://schemas.openxmlformats.org/officeDocument/2006/relationships/image" Target="../media/image12.png"/><Relationship Id="rId9" Type="http://schemas.openxmlformats.org/officeDocument/2006/relationships/image" Target="../media/image18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1.png"/><Relationship Id="rId7" Type="http://schemas.openxmlformats.org/officeDocument/2006/relationships/image" Target="../media/image16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3.png"/><Relationship Id="rId10" Type="http://schemas.openxmlformats.org/officeDocument/2006/relationships/image" Target="../media/image19.png"/><Relationship Id="rId4" Type="http://schemas.openxmlformats.org/officeDocument/2006/relationships/image" Target="../media/image12.png"/><Relationship Id="rId9" Type="http://schemas.openxmlformats.org/officeDocument/2006/relationships/image" Target="../media/image18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2.png"/><Relationship Id="rId4" Type="http://schemas.openxmlformats.org/officeDocument/2006/relationships/image" Target="../media/image61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2.png"/><Relationship Id="rId4" Type="http://schemas.openxmlformats.org/officeDocument/2006/relationships/image" Target="../media/image61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2.png"/><Relationship Id="rId4" Type="http://schemas.openxmlformats.org/officeDocument/2006/relationships/image" Target="../media/image61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2.png"/><Relationship Id="rId4" Type="http://schemas.openxmlformats.org/officeDocument/2006/relationships/image" Target="../media/image610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0.png"/><Relationship Id="rId13" Type="http://schemas.openxmlformats.org/officeDocument/2006/relationships/image" Target="../media/image160.png"/><Relationship Id="rId3" Type="http://schemas.openxmlformats.org/officeDocument/2006/relationships/image" Target="../media/image60.png"/><Relationship Id="rId7" Type="http://schemas.openxmlformats.org/officeDocument/2006/relationships/image" Target="../media/image100.png"/><Relationship Id="rId12" Type="http://schemas.openxmlformats.org/officeDocument/2006/relationships/image" Target="../media/image150.png"/><Relationship Id="rId2" Type="http://schemas.openxmlformats.org/officeDocument/2006/relationships/image" Target="../media/image410.png"/><Relationship Id="rId16" Type="http://schemas.openxmlformats.org/officeDocument/2006/relationships/image" Target="../media/image19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0.png"/><Relationship Id="rId11" Type="http://schemas.openxmlformats.org/officeDocument/2006/relationships/image" Target="../media/image140.png"/><Relationship Id="rId5" Type="http://schemas.openxmlformats.org/officeDocument/2006/relationships/image" Target="../media/image80.png"/><Relationship Id="rId15" Type="http://schemas.openxmlformats.org/officeDocument/2006/relationships/image" Target="../media/image180.png"/><Relationship Id="rId10" Type="http://schemas.openxmlformats.org/officeDocument/2006/relationships/image" Target="../media/image130.png"/><Relationship Id="rId4" Type="http://schemas.openxmlformats.org/officeDocument/2006/relationships/image" Target="../media/image70.png"/><Relationship Id="rId9" Type="http://schemas.openxmlformats.org/officeDocument/2006/relationships/image" Target="../media/image120.png"/><Relationship Id="rId14" Type="http://schemas.openxmlformats.org/officeDocument/2006/relationships/image" Target="../media/image170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0.png"/><Relationship Id="rId13" Type="http://schemas.openxmlformats.org/officeDocument/2006/relationships/image" Target="../media/image140.png"/><Relationship Id="rId18" Type="http://schemas.openxmlformats.org/officeDocument/2006/relationships/image" Target="../media/image190.png"/><Relationship Id="rId3" Type="http://schemas.openxmlformats.org/officeDocument/2006/relationships/image" Target="../media/image24.png"/><Relationship Id="rId7" Type="http://schemas.openxmlformats.org/officeDocument/2006/relationships/image" Target="../media/image80.png"/><Relationship Id="rId12" Type="http://schemas.openxmlformats.org/officeDocument/2006/relationships/image" Target="../media/image130.png"/><Relationship Id="rId17" Type="http://schemas.openxmlformats.org/officeDocument/2006/relationships/image" Target="../media/image180.png"/><Relationship Id="rId2" Type="http://schemas.openxmlformats.org/officeDocument/2006/relationships/notesSlide" Target="../notesSlides/notesSlide13.xml"/><Relationship Id="rId16" Type="http://schemas.openxmlformats.org/officeDocument/2006/relationships/image" Target="../media/image17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0.png"/><Relationship Id="rId11" Type="http://schemas.openxmlformats.org/officeDocument/2006/relationships/image" Target="../media/image120.png"/><Relationship Id="rId5" Type="http://schemas.openxmlformats.org/officeDocument/2006/relationships/image" Target="../media/image60.png"/><Relationship Id="rId15" Type="http://schemas.openxmlformats.org/officeDocument/2006/relationships/image" Target="../media/image160.png"/><Relationship Id="rId10" Type="http://schemas.openxmlformats.org/officeDocument/2006/relationships/image" Target="../media/image110.png"/><Relationship Id="rId4" Type="http://schemas.openxmlformats.org/officeDocument/2006/relationships/image" Target="../media/image410.png"/><Relationship Id="rId9" Type="http://schemas.openxmlformats.org/officeDocument/2006/relationships/image" Target="../media/image100.png"/><Relationship Id="rId14" Type="http://schemas.openxmlformats.org/officeDocument/2006/relationships/image" Target="../media/image150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13" Type="http://schemas.openxmlformats.org/officeDocument/2006/relationships/image" Target="../media/image90.png"/><Relationship Id="rId18" Type="http://schemas.openxmlformats.org/officeDocument/2006/relationships/image" Target="../media/image140.png"/><Relationship Id="rId3" Type="http://schemas.openxmlformats.org/officeDocument/2006/relationships/image" Target="../media/image26.png"/><Relationship Id="rId21" Type="http://schemas.openxmlformats.org/officeDocument/2006/relationships/image" Target="../media/image170.png"/><Relationship Id="rId7" Type="http://schemas.openxmlformats.org/officeDocument/2006/relationships/image" Target="../media/image30.png"/><Relationship Id="rId12" Type="http://schemas.openxmlformats.org/officeDocument/2006/relationships/image" Target="../media/image80.png"/><Relationship Id="rId17" Type="http://schemas.openxmlformats.org/officeDocument/2006/relationships/image" Target="../media/image130.png"/><Relationship Id="rId25" Type="http://schemas.openxmlformats.org/officeDocument/2006/relationships/image" Target="../media/image33.png"/><Relationship Id="rId2" Type="http://schemas.openxmlformats.org/officeDocument/2006/relationships/image" Target="../media/image25.png"/><Relationship Id="rId16" Type="http://schemas.openxmlformats.org/officeDocument/2006/relationships/image" Target="../media/image120.png"/><Relationship Id="rId20" Type="http://schemas.openxmlformats.org/officeDocument/2006/relationships/image" Target="../media/image16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11" Type="http://schemas.openxmlformats.org/officeDocument/2006/relationships/image" Target="../media/image70.png"/><Relationship Id="rId24" Type="http://schemas.openxmlformats.org/officeDocument/2006/relationships/image" Target="../media/image32.png"/><Relationship Id="rId5" Type="http://schemas.openxmlformats.org/officeDocument/2006/relationships/image" Target="../media/image28.png"/><Relationship Id="rId15" Type="http://schemas.openxmlformats.org/officeDocument/2006/relationships/image" Target="../media/image110.png"/><Relationship Id="rId23" Type="http://schemas.openxmlformats.org/officeDocument/2006/relationships/image" Target="../media/image190.png"/><Relationship Id="rId10" Type="http://schemas.openxmlformats.org/officeDocument/2006/relationships/image" Target="../media/image60.png"/><Relationship Id="rId19" Type="http://schemas.openxmlformats.org/officeDocument/2006/relationships/image" Target="../media/image150.png"/><Relationship Id="rId4" Type="http://schemas.openxmlformats.org/officeDocument/2006/relationships/image" Target="../media/image27.png"/><Relationship Id="rId9" Type="http://schemas.openxmlformats.org/officeDocument/2006/relationships/image" Target="../media/image410.png"/><Relationship Id="rId14" Type="http://schemas.openxmlformats.org/officeDocument/2006/relationships/image" Target="../media/image100.png"/><Relationship Id="rId22" Type="http://schemas.openxmlformats.org/officeDocument/2006/relationships/image" Target="../media/image180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0.png"/><Relationship Id="rId13" Type="http://schemas.openxmlformats.org/officeDocument/2006/relationships/image" Target="../media/image140.png"/><Relationship Id="rId18" Type="http://schemas.openxmlformats.org/officeDocument/2006/relationships/image" Target="../media/image190.png"/><Relationship Id="rId3" Type="http://schemas.openxmlformats.org/officeDocument/2006/relationships/image" Target="../media/image34.png"/><Relationship Id="rId21" Type="http://schemas.openxmlformats.org/officeDocument/2006/relationships/image" Target="../media/image35.png"/><Relationship Id="rId7" Type="http://schemas.openxmlformats.org/officeDocument/2006/relationships/image" Target="../media/image80.png"/><Relationship Id="rId12" Type="http://schemas.openxmlformats.org/officeDocument/2006/relationships/image" Target="../media/image130.png"/><Relationship Id="rId17" Type="http://schemas.openxmlformats.org/officeDocument/2006/relationships/image" Target="../media/image180.png"/><Relationship Id="rId2" Type="http://schemas.openxmlformats.org/officeDocument/2006/relationships/notesSlide" Target="../notesSlides/notesSlide14.xml"/><Relationship Id="rId16" Type="http://schemas.openxmlformats.org/officeDocument/2006/relationships/image" Target="../media/image170.png"/><Relationship Id="rId20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0.png"/><Relationship Id="rId11" Type="http://schemas.openxmlformats.org/officeDocument/2006/relationships/image" Target="../media/image120.png"/><Relationship Id="rId5" Type="http://schemas.openxmlformats.org/officeDocument/2006/relationships/image" Target="../media/image60.png"/><Relationship Id="rId15" Type="http://schemas.openxmlformats.org/officeDocument/2006/relationships/image" Target="../media/image160.png"/><Relationship Id="rId10" Type="http://schemas.openxmlformats.org/officeDocument/2006/relationships/image" Target="../media/image110.png"/><Relationship Id="rId19" Type="http://schemas.openxmlformats.org/officeDocument/2006/relationships/image" Target="../media/image32.png"/><Relationship Id="rId4" Type="http://schemas.openxmlformats.org/officeDocument/2006/relationships/image" Target="../media/image410.png"/><Relationship Id="rId9" Type="http://schemas.openxmlformats.org/officeDocument/2006/relationships/image" Target="../media/image100.png"/><Relationship Id="rId14" Type="http://schemas.openxmlformats.org/officeDocument/2006/relationships/image" Target="../media/image150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png"/><Relationship Id="rId13" Type="http://schemas.openxmlformats.org/officeDocument/2006/relationships/image" Target="../media/image150.png"/><Relationship Id="rId18" Type="http://schemas.openxmlformats.org/officeDocument/2006/relationships/image" Target="../media/image32.png"/><Relationship Id="rId3" Type="http://schemas.openxmlformats.org/officeDocument/2006/relationships/image" Target="../media/image410.png"/><Relationship Id="rId7" Type="http://schemas.openxmlformats.org/officeDocument/2006/relationships/image" Target="../media/image90.png"/><Relationship Id="rId12" Type="http://schemas.openxmlformats.org/officeDocument/2006/relationships/image" Target="../media/image140.png"/><Relationship Id="rId17" Type="http://schemas.openxmlformats.org/officeDocument/2006/relationships/image" Target="../media/image190.png"/><Relationship Id="rId2" Type="http://schemas.openxmlformats.org/officeDocument/2006/relationships/image" Target="../media/image36.png"/><Relationship Id="rId16" Type="http://schemas.openxmlformats.org/officeDocument/2006/relationships/image" Target="../media/image18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0.png"/><Relationship Id="rId11" Type="http://schemas.openxmlformats.org/officeDocument/2006/relationships/image" Target="../media/image130.png"/><Relationship Id="rId5" Type="http://schemas.openxmlformats.org/officeDocument/2006/relationships/image" Target="../media/image70.png"/><Relationship Id="rId15" Type="http://schemas.openxmlformats.org/officeDocument/2006/relationships/image" Target="../media/image170.png"/><Relationship Id="rId10" Type="http://schemas.openxmlformats.org/officeDocument/2006/relationships/image" Target="../media/image120.png"/><Relationship Id="rId19" Type="http://schemas.openxmlformats.org/officeDocument/2006/relationships/image" Target="../media/image33.png"/><Relationship Id="rId4" Type="http://schemas.openxmlformats.org/officeDocument/2006/relationships/image" Target="../media/image60.png"/><Relationship Id="rId9" Type="http://schemas.openxmlformats.org/officeDocument/2006/relationships/image" Target="../media/image110.png"/><Relationship Id="rId14" Type="http://schemas.openxmlformats.org/officeDocument/2006/relationships/image" Target="../media/image160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0.png"/><Relationship Id="rId13" Type="http://schemas.openxmlformats.org/officeDocument/2006/relationships/image" Target="../media/image411.png"/><Relationship Id="rId18" Type="http://schemas.openxmlformats.org/officeDocument/2006/relationships/image" Target="../media/image46.png"/><Relationship Id="rId3" Type="http://schemas.openxmlformats.org/officeDocument/2006/relationships/image" Target="../media/image310.png"/><Relationship Id="rId21" Type="http://schemas.openxmlformats.org/officeDocument/2006/relationships/image" Target="../media/image49.png"/><Relationship Id="rId7" Type="http://schemas.openxmlformats.org/officeDocument/2006/relationships/image" Target="../media/image350.png"/><Relationship Id="rId12" Type="http://schemas.openxmlformats.org/officeDocument/2006/relationships/image" Target="../media/image400.png"/><Relationship Id="rId17" Type="http://schemas.openxmlformats.org/officeDocument/2006/relationships/image" Target="../media/image45.png"/><Relationship Id="rId2" Type="http://schemas.openxmlformats.org/officeDocument/2006/relationships/image" Target="../media/image43.png"/><Relationship Id="rId16" Type="http://schemas.openxmlformats.org/officeDocument/2006/relationships/image" Target="../media/image44.png"/><Relationship Id="rId20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0.png"/><Relationship Id="rId11" Type="http://schemas.openxmlformats.org/officeDocument/2006/relationships/image" Target="../media/image390.png"/><Relationship Id="rId5" Type="http://schemas.openxmlformats.org/officeDocument/2006/relationships/image" Target="../media/image330.png"/><Relationship Id="rId15" Type="http://schemas.openxmlformats.org/officeDocument/2006/relationships/image" Target="../media/image430.png"/><Relationship Id="rId23" Type="http://schemas.openxmlformats.org/officeDocument/2006/relationships/image" Target="../media/image51.png"/><Relationship Id="rId10" Type="http://schemas.openxmlformats.org/officeDocument/2006/relationships/image" Target="../media/image380.png"/><Relationship Id="rId19" Type="http://schemas.openxmlformats.org/officeDocument/2006/relationships/image" Target="../media/image47.png"/><Relationship Id="rId4" Type="http://schemas.openxmlformats.org/officeDocument/2006/relationships/image" Target="../media/image320.png"/><Relationship Id="rId9" Type="http://schemas.openxmlformats.org/officeDocument/2006/relationships/image" Target="../media/image370.png"/><Relationship Id="rId14" Type="http://schemas.openxmlformats.org/officeDocument/2006/relationships/image" Target="../media/image420.png"/><Relationship Id="rId22" Type="http://schemas.openxmlformats.org/officeDocument/2006/relationships/image" Target="../media/image50.png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0.png"/><Relationship Id="rId13" Type="http://schemas.openxmlformats.org/officeDocument/2006/relationships/image" Target="../media/image411.png"/><Relationship Id="rId3" Type="http://schemas.openxmlformats.org/officeDocument/2006/relationships/image" Target="../media/image310.png"/><Relationship Id="rId7" Type="http://schemas.openxmlformats.org/officeDocument/2006/relationships/image" Target="../media/image350.png"/><Relationship Id="rId12" Type="http://schemas.openxmlformats.org/officeDocument/2006/relationships/image" Target="../media/image400.png"/><Relationship Id="rId17" Type="http://schemas.openxmlformats.org/officeDocument/2006/relationships/image" Target="../media/image45.png"/><Relationship Id="rId2" Type="http://schemas.openxmlformats.org/officeDocument/2006/relationships/image" Target="../media/image52.png"/><Relationship Id="rId16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0.png"/><Relationship Id="rId11" Type="http://schemas.openxmlformats.org/officeDocument/2006/relationships/image" Target="../media/image390.png"/><Relationship Id="rId5" Type="http://schemas.openxmlformats.org/officeDocument/2006/relationships/image" Target="../media/image330.png"/><Relationship Id="rId15" Type="http://schemas.openxmlformats.org/officeDocument/2006/relationships/image" Target="../media/image430.png"/><Relationship Id="rId10" Type="http://schemas.openxmlformats.org/officeDocument/2006/relationships/image" Target="../media/image380.png"/><Relationship Id="rId4" Type="http://schemas.openxmlformats.org/officeDocument/2006/relationships/image" Target="../media/image320.png"/><Relationship Id="rId9" Type="http://schemas.openxmlformats.org/officeDocument/2006/relationships/image" Target="../media/image370.png"/><Relationship Id="rId14" Type="http://schemas.openxmlformats.org/officeDocument/2006/relationships/image" Target="../media/image420.png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0.png"/><Relationship Id="rId13" Type="http://schemas.openxmlformats.org/officeDocument/2006/relationships/image" Target="../media/image411.png"/><Relationship Id="rId18" Type="http://schemas.openxmlformats.org/officeDocument/2006/relationships/image" Target="../media/image54.png"/><Relationship Id="rId3" Type="http://schemas.openxmlformats.org/officeDocument/2006/relationships/image" Target="../media/image310.png"/><Relationship Id="rId21" Type="http://schemas.openxmlformats.org/officeDocument/2006/relationships/image" Target="../media/image57.png"/><Relationship Id="rId7" Type="http://schemas.openxmlformats.org/officeDocument/2006/relationships/image" Target="../media/image350.png"/><Relationship Id="rId12" Type="http://schemas.openxmlformats.org/officeDocument/2006/relationships/image" Target="../media/image400.png"/><Relationship Id="rId17" Type="http://schemas.openxmlformats.org/officeDocument/2006/relationships/image" Target="../media/image45.png"/><Relationship Id="rId2" Type="http://schemas.openxmlformats.org/officeDocument/2006/relationships/image" Target="../media/image53.png"/><Relationship Id="rId16" Type="http://schemas.openxmlformats.org/officeDocument/2006/relationships/image" Target="../media/image44.png"/><Relationship Id="rId20" Type="http://schemas.openxmlformats.org/officeDocument/2006/relationships/image" Target="../media/image5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0.png"/><Relationship Id="rId11" Type="http://schemas.openxmlformats.org/officeDocument/2006/relationships/image" Target="../media/image390.png"/><Relationship Id="rId5" Type="http://schemas.openxmlformats.org/officeDocument/2006/relationships/image" Target="../media/image330.png"/><Relationship Id="rId15" Type="http://schemas.openxmlformats.org/officeDocument/2006/relationships/image" Target="../media/image430.png"/><Relationship Id="rId23" Type="http://schemas.openxmlformats.org/officeDocument/2006/relationships/image" Target="../media/image59.png"/><Relationship Id="rId10" Type="http://schemas.openxmlformats.org/officeDocument/2006/relationships/image" Target="../media/image380.png"/><Relationship Id="rId19" Type="http://schemas.openxmlformats.org/officeDocument/2006/relationships/image" Target="../media/image55.png"/><Relationship Id="rId4" Type="http://schemas.openxmlformats.org/officeDocument/2006/relationships/image" Target="../media/image320.png"/><Relationship Id="rId9" Type="http://schemas.openxmlformats.org/officeDocument/2006/relationships/image" Target="../media/image370.png"/><Relationship Id="rId14" Type="http://schemas.openxmlformats.org/officeDocument/2006/relationships/image" Target="../media/image420.png"/><Relationship Id="rId22" Type="http://schemas.openxmlformats.org/officeDocument/2006/relationships/image" Target="../media/image58.png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0.png"/><Relationship Id="rId13" Type="http://schemas.openxmlformats.org/officeDocument/2006/relationships/image" Target="../media/image390.png"/><Relationship Id="rId18" Type="http://schemas.openxmlformats.org/officeDocument/2006/relationships/image" Target="../media/image44.png"/><Relationship Id="rId3" Type="http://schemas.openxmlformats.org/officeDocument/2006/relationships/image" Target="../media/image61.png"/><Relationship Id="rId7" Type="http://schemas.openxmlformats.org/officeDocument/2006/relationships/image" Target="../media/image330.png"/><Relationship Id="rId12" Type="http://schemas.openxmlformats.org/officeDocument/2006/relationships/image" Target="../media/image380.png"/><Relationship Id="rId17" Type="http://schemas.openxmlformats.org/officeDocument/2006/relationships/image" Target="../media/image430.png"/><Relationship Id="rId2" Type="http://schemas.openxmlformats.org/officeDocument/2006/relationships/notesSlide" Target="../notesSlides/notesSlide20.xml"/><Relationship Id="rId16" Type="http://schemas.openxmlformats.org/officeDocument/2006/relationships/image" Target="../media/image4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0.png"/><Relationship Id="rId11" Type="http://schemas.openxmlformats.org/officeDocument/2006/relationships/image" Target="../media/image370.png"/><Relationship Id="rId5" Type="http://schemas.openxmlformats.org/officeDocument/2006/relationships/image" Target="../media/image310.png"/><Relationship Id="rId15" Type="http://schemas.openxmlformats.org/officeDocument/2006/relationships/image" Target="../media/image411.png"/><Relationship Id="rId10" Type="http://schemas.openxmlformats.org/officeDocument/2006/relationships/image" Target="../media/image360.png"/><Relationship Id="rId19" Type="http://schemas.openxmlformats.org/officeDocument/2006/relationships/image" Target="../media/image45.png"/><Relationship Id="rId4" Type="http://schemas.openxmlformats.org/officeDocument/2006/relationships/image" Target="../media/image62.png"/><Relationship Id="rId9" Type="http://schemas.openxmlformats.org/officeDocument/2006/relationships/image" Target="../media/image350.png"/><Relationship Id="rId14" Type="http://schemas.openxmlformats.org/officeDocument/2006/relationships/image" Target="../media/image400.png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0.png"/><Relationship Id="rId13" Type="http://schemas.openxmlformats.org/officeDocument/2006/relationships/image" Target="../media/image400.png"/><Relationship Id="rId18" Type="http://schemas.openxmlformats.org/officeDocument/2006/relationships/image" Target="../media/image45.png"/><Relationship Id="rId3" Type="http://schemas.openxmlformats.org/officeDocument/2006/relationships/image" Target="../media/image63.png"/><Relationship Id="rId7" Type="http://schemas.openxmlformats.org/officeDocument/2006/relationships/image" Target="../media/image340.png"/><Relationship Id="rId12" Type="http://schemas.openxmlformats.org/officeDocument/2006/relationships/image" Target="../media/image390.png"/><Relationship Id="rId17" Type="http://schemas.openxmlformats.org/officeDocument/2006/relationships/image" Target="../media/image44.png"/><Relationship Id="rId2" Type="http://schemas.openxmlformats.org/officeDocument/2006/relationships/notesSlide" Target="../notesSlides/notesSlide21.xml"/><Relationship Id="rId16" Type="http://schemas.openxmlformats.org/officeDocument/2006/relationships/image" Target="../media/image4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0.png"/><Relationship Id="rId11" Type="http://schemas.openxmlformats.org/officeDocument/2006/relationships/image" Target="../media/image380.png"/><Relationship Id="rId5" Type="http://schemas.openxmlformats.org/officeDocument/2006/relationships/image" Target="../media/image320.png"/><Relationship Id="rId15" Type="http://schemas.openxmlformats.org/officeDocument/2006/relationships/image" Target="../media/image420.png"/><Relationship Id="rId10" Type="http://schemas.openxmlformats.org/officeDocument/2006/relationships/image" Target="../media/image370.png"/><Relationship Id="rId4" Type="http://schemas.openxmlformats.org/officeDocument/2006/relationships/image" Target="../media/image310.png"/><Relationship Id="rId9" Type="http://schemas.openxmlformats.org/officeDocument/2006/relationships/image" Target="../media/image360.png"/><Relationship Id="rId14" Type="http://schemas.openxmlformats.org/officeDocument/2006/relationships/image" Target="../media/image411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F0A220-832B-4758-A847-53D134CAF69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r" rtl="1"/>
            <a:r>
              <a:rPr lang="he-IL" dirty="0"/>
              <a:t>תכנון אלגוריתמים</a:t>
            </a:r>
            <a:br>
              <a:rPr lang="he-IL" dirty="0"/>
            </a:br>
            <a:r>
              <a:rPr lang="he-IL" dirty="0"/>
              <a:t>תרגול 1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8097C05-FE06-45B8-BADD-62054C43783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algn="r" rtl="1"/>
            <a:r>
              <a:rPr lang="he-IL" dirty="0"/>
              <a:t>מבוא </a:t>
            </a:r>
            <a:r>
              <a:rPr lang="he-IL" dirty="0" err="1"/>
              <a:t>ורדוקציות</a:t>
            </a:r>
            <a:endParaRPr lang="he-IL" dirty="0"/>
          </a:p>
          <a:p>
            <a:pPr algn="r" rtl="1"/>
            <a:endParaRPr lang="he-IL" sz="16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E7C0D0-14F5-42D5-A1BA-24FB78D89C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5D56A0-A3CE-420C-AC37-EFE6AE8E624E}" type="datetime9">
              <a:rPr lang="he-IL" smtClean="0"/>
              <a:t>16 אוקטובר, 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72ED52-363B-4AE6-B570-5CAA5F350F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365A09-F537-49AB-BDDF-290F22A57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 dirty="0"/>
              <a:t>תרגול 1 - מבוא </a:t>
            </a:r>
            <a:r>
              <a:rPr lang="he-IL" dirty="0" err="1"/>
              <a:t>ורדוקציות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89412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942A98-9889-4DD6-AEBC-0F483BAEF2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he-IL" dirty="0"/>
              <a:t>מידע חשוב לתחילת הסמסטר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B2C09C-E847-40F6-AD76-BCDF27C97D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8594" y="1845734"/>
            <a:ext cx="10487085" cy="4172294"/>
          </a:xfrm>
        </p:spPr>
        <p:txBody>
          <a:bodyPr>
            <a:noAutofit/>
          </a:bodyPr>
          <a:lstStyle/>
          <a:p>
            <a:pPr lvl="1" algn="r" rtl="1">
              <a:buFont typeface="Arial" panose="020B0604020202020204" pitchFamily="34" charset="0"/>
              <a:buChar char="•"/>
            </a:pPr>
            <a:r>
              <a:rPr lang="" sz="2000" dirty="0"/>
              <a:t>יש להתעדכן באופן קבוע באתר הקורס ב</a:t>
            </a:r>
            <a:r>
              <a:rPr lang="he-IL" sz="2000" dirty="0"/>
              <a:t>אתר ה-</a:t>
            </a:r>
            <a:r>
              <a:rPr lang="" sz="2000" dirty="0"/>
              <a:t>Moodle</a:t>
            </a:r>
            <a:r>
              <a:rPr lang="he-IL" sz="2000" dirty="0"/>
              <a:t> של הקורס. </a:t>
            </a:r>
            <a:r>
              <a:rPr lang="" sz="2000" dirty="0"/>
              <a:t>עדכונים יפורסמו בלוח ההודעות</a:t>
            </a:r>
            <a:r>
              <a:rPr lang="he-IL" sz="2000" dirty="0"/>
              <a:t>.</a:t>
            </a:r>
          </a:p>
          <a:p>
            <a:pPr lvl="1" algn="r" rtl="1">
              <a:buFont typeface="Arial" panose="020B0604020202020204" pitchFamily="34" charset="0"/>
              <a:buChar char="•"/>
            </a:pPr>
            <a:endParaRPr lang="he-IL" sz="1100" b="1" dirty="0"/>
          </a:p>
          <a:p>
            <a:pPr lvl="1" algn="r" rtl="1">
              <a:buFont typeface="Arial" panose="020B0604020202020204" pitchFamily="34" charset="0"/>
              <a:buChar char="•"/>
            </a:pPr>
            <a:r>
              <a:rPr lang="" sz="2000" b="1" dirty="0"/>
              <a:t>תגבורים</a:t>
            </a:r>
            <a:r>
              <a:rPr lang="he-IL" sz="2000" b="1" dirty="0"/>
              <a:t>: </a:t>
            </a:r>
            <a:r>
              <a:rPr lang="" sz="2000" dirty="0"/>
              <a:t>במהלך הסמסטר יתקיימו תגבורים לחיזוק ותרגול החומר</a:t>
            </a:r>
            <a:r>
              <a:rPr lang="he-IL" sz="2000" dirty="0"/>
              <a:t>. </a:t>
            </a:r>
            <a:r>
              <a:rPr lang="" sz="2000" dirty="0"/>
              <a:t>פרטים </a:t>
            </a:r>
            <a:r>
              <a:rPr lang="he-IL" sz="2000" dirty="0"/>
              <a:t>נוספים נמצאים </a:t>
            </a:r>
            <a:r>
              <a:rPr lang="" sz="2000" dirty="0"/>
              <a:t>ב</a:t>
            </a:r>
            <a:r>
              <a:rPr lang="he-IL" sz="2000" dirty="0"/>
              <a:t>-</a:t>
            </a:r>
            <a:r>
              <a:rPr lang="" sz="2000" dirty="0"/>
              <a:t>Moodle</a:t>
            </a:r>
            <a:r>
              <a:rPr lang="he-IL" sz="2000" dirty="0"/>
              <a:t>.</a:t>
            </a:r>
            <a:endParaRPr lang="" sz="2000" dirty="0"/>
          </a:p>
          <a:p>
            <a:pPr lvl="1" algn="r" rtl="1">
              <a:buFont typeface="Arial" panose="020B0604020202020204" pitchFamily="34" charset="0"/>
              <a:buChar char="•"/>
            </a:pPr>
            <a:r>
              <a:rPr lang="" sz="2000" b="1" dirty="0"/>
              <a:t>שעות קבלה</a:t>
            </a:r>
            <a:r>
              <a:rPr lang="he-IL" sz="2000" b="1" dirty="0"/>
              <a:t>: </a:t>
            </a:r>
            <a:r>
              <a:rPr lang="he-IL" sz="2000" dirty="0"/>
              <a:t>מומלץ מאוד להגיע ולהיעזר בשעות הקבלה של הצוות.</a:t>
            </a:r>
            <a:r>
              <a:rPr lang="he-IL" sz="2000" b="1" dirty="0"/>
              <a:t> </a:t>
            </a:r>
            <a:r>
              <a:rPr lang="he-IL" sz="2000" dirty="0"/>
              <a:t>פרטים ומועדים נמצאים </a:t>
            </a:r>
            <a:r>
              <a:rPr lang="" sz="2000" dirty="0"/>
              <a:t>ב</a:t>
            </a:r>
            <a:r>
              <a:rPr lang="he-IL" sz="2000" dirty="0"/>
              <a:t>-</a:t>
            </a:r>
            <a:r>
              <a:rPr lang="" sz="2000" dirty="0"/>
              <a:t>Moodle</a:t>
            </a:r>
            <a:r>
              <a:rPr lang="he-IL" sz="2000" dirty="0"/>
              <a:t>.</a:t>
            </a:r>
            <a:endParaRPr lang="he-IL" sz="2000" b="1" dirty="0"/>
          </a:p>
          <a:p>
            <a:pPr lvl="1" algn="r" rtl="1">
              <a:buFont typeface="Arial" panose="020B0604020202020204" pitchFamily="34" charset="0"/>
              <a:buChar char="•"/>
            </a:pPr>
            <a:endParaRPr lang="he-IL" sz="1100" b="1" dirty="0"/>
          </a:p>
          <a:p>
            <a:pPr marL="201168" lvl="1" indent="0" algn="r" rtl="1">
              <a:buNone/>
            </a:pPr>
            <a:r>
              <a:rPr lang="" sz="2000" b="1" dirty="0"/>
              <a:t>מבנה הציון</a:t>
            </a:r>
            <a:r>
              <a:rPr lang="he-IL" sz="2000" b="1" dirty="0"/>
              <a:t>: </a:t>
            </a:r>
          </a:p>
          <a:p>
            <a:pPr lvl="1" algn="r" rtl="1">
              <a:buFont typeface="Arial" panose="020B0604020202020204" pitchFamily="34" charset="0"/>
              <a:buChar char="•"/>
            </a:pPr>
            <a:r>
              <a:rPr lang="" sz="2000" dirty="0"/>
              <a:t>עבודות בית </a:t>
            </a:r>
            <a:r>
              <a:rPr lang="he-IL" sz="2000" dirty="0"/>
              <a:t>- </a:t>
            </a:r>
            <a:r>
              <a:rPr lang="" sz="2000" dirty="0"/>
              <a:t>0%</a:t>
            </a:r>
            <a:endParaRPr lang="he-IL" sz="2000" dirty="0"/>
          </a:p>
          <a:p>
            <a:pPr lvl="1" algn="r" rtl="1">
              <a:buFont typeface="Arial" panose="020B0604020202020204" pitchFamily="34" charset="0"/>
              <a:buChar char="•"/>
            </a:pPr>
            <a:r>
              <a:rPr lang="" sz="2000" dirty="0"/>
              <a:t>בוחן </a:t>
            </a:r>
            <a:r>
              <a:rPr lang="he-IL" sz="2000" dirty="0"/>
              <a:t>- </a:t>
            </a:r>
            <a:r>
              <a:rPr lang="" sz="2000" dirty="0"/>
              <a:t>20%</a:t>
            </a:r>
            <a:r>
              <a:rPr lang="he-IL" sz="2000" b="1" dirty="0"/>
              <a:t> </a:t>
            </a:r>
            <a:r>
              <a:rPr lang="he-IL" sz="2000" dirty="0"/>
              <a:t>(יתקיים ב-</a:t>
            </a:r>
            <a:r>
              <a:rPr lang="" sz="2000" dirty="0"/>
              <a:t>4.12.2026</a:t>
            </a:r>
            <a:r>
              <a:rPr lang="he-IL" sz="2000" dirty="0"/>
              <a:t>)</a:t>
            </a:r>
          </a:p>
          <a:p>
            <a:pPr lvl="1" algn="r" rtl="1">
              <a:buFont typeface="Arial" panose="020B0604020202020204" pitchFamily="34" charset="0"/>
              <a:buChar char="•"/>
            </a:pPr>
            <a:r>
              <a:rPr lang="" sz="2000" dirty="0"/>
              <a:t>בחינה סופית 80%</a:t>
            </a:r>
          </a:p>
          <a:p>
            <a:pPr lvl="2" algn="r" rtl="1">
              <a:buFont typeface="Arial" panose="020B0604020202020204" pitchFamily="34" charset="0"/>
              <a:buChar char="•"/>
            </a:pPr>
            <a:r>
              <a:rPr lang="he-IL" sz="1600" b="1" dirty="0"/>
              <a:t>שימו לב:</a:t>
            </a:r>
            <a:r>
              <a:rPr lang="he-IL" sz="1600" dirty="0"/>
              <a:t> </a:t>
            </a:r>
            <a:r>
              <a:rPr lang="" sz="1600" dirty="0"/>
              <a:t>עבודות הבית אינן חלק מהציון</a:t>
            </a:r>
            <a:r>
              <a:rPr lang="he-IL" sz="1600" dirty="0"/>
              <a:t>, </a:t>
            </a:r>
            <a:r>
              <a:rPr lang="" sz="1600" dirty="0"/>
              <a:t>אך </a:t>
            </a:r>
            <a:r>
              <a:rPr lang="" sz="1600" b="1" dirty="0"/>
              <a:t>מומלץ מאוד לפתור אותן במלואן</a:t>
            </a:r>
            <a:r>
              <a:rPr lang="he-IL" sz="1600" b="1" dirty="0"/>
              <a:t> </a:t>
            </a:r>
            <a:r>
              <a:rPr lang="he-IL" sz="1600" dirty="0"/>
              <a:t>– </a:t>
            </a:r>
            <a:r>
              <a:rPr lang="" sz="1600" dirty="0"/>
              <a:t>הן חלק מרכזי מהתרגול ומההכנה לבוחן ולבחינה</a:t>
            </a:r>
            <a:r>
              <a:rPr lang="he-IL" sz="1600" dirty="0"/>
              <a:t>.</a:t>
            </a:r>
          </a:p>
          <a:p>
            <a:pPr lvl="1" algn="r" rtl="1">
              <a:buFont typeface="Arial" panose="020B0604020202020204" pitchFamily="34" charset="0"/>
              <a:buChar char="•"/>
            </a:pPr>
            <a:endParaRPr lang="he-IL" sz="1100" dirty="0"/>
          </a:p>
          <a:p>
            <a:pPr lvl="1" algn="r" rtl="1">
              <a:buFont typeface="Arial" panose="020B0604020202020204" pitchFamily="34" charset="0"/>
              <a:buChar char="•"/>
            </a:pPr>
            <a:r>
              <a:rPr lang="" sz="2000" dirty="0"/>
              <a:t>בנושאים אישיים או מנהליים יש לפנות דרך </a:t>
            </a:r>
            <a:r>
              <a:rPr lang="" sz="2000" b="1" dirty="0"/>
              <a:t>מערכת פניות הסטודנטים בלבד</a:t>
            </a:r>
            <a:r>
              <a:rPr lang="he-IL" sz="2000" dirty="0"/>
              <a:t>.</a:t>
            </a:r>
            <a:endParaRPr lang="" sz="2000" dirty="0"/>
          </a:p>
          <a:p>
            <a:pPr lvl="2" algn="r" rtl="1">
              <a:buFont typeface="Arial" panose="020B0604020202020204" pitchFamily="34" charset="0"/>
              <a:buChar char="•"/>
            </a:pPr>
            <a:endParaRPr lang="he-IL" sz="20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9931A2-BE59-45FA-BBE8-DFDD5D805D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D6E27-16B3-4402-8404-EDAE7854ADD5}" type="datetime9">
              <a:rPr lang="he-IL" smtClean="0"/>
              <a:t>16 אוקטובר, 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F4D517-BE42-4917-B139-37B449465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CE46FA-CD49-4F2B-921C-E4DCEF68A5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תרגול 1 - מבוא ורדוקציות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01237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7590924-F5E7-4EA6-BE32-71D0E41AD41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r" rtl="1"/>
            <a:r>
              <a:rPr lang="he-IL" dirty="0"/>
              <a:t>מבוא והגדרות בסיסיות</a:t>
            </a:r>
            <a:endParaRPr lang="en-US" dirty="0"/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0E2E29AA-791E-45AA-8479-D7C094B96D7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2F37A20-895B-4C1F-AF70-96C767AF51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FDC67-D438-4424-B17A-CA3C29CE31CE}" type="datetime9">
              <a:rPr lang="he-IL" smtClean="0"/>
              <a:t>16 אוקטובר, 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850830C-70AA-4D35-ADB5-EF07F9FEAD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תרגול 1 - מבוא ורדוקציות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0ECFA6-8DA9-41B8-BCF3-6414DEFF4F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93114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FD4841-7CEB-FE56-D94E-B680F05FE2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818EE0-EA29-91E5-C821-CA1FA9DF58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he-IL" dirty="0"/>
              <a:t>בעיה, מופע ופתרון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B8B0CE-60EA-C701-5D6C-F8B7A06396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1845734"/>
            <a:ext cx="10241280" cy="4023360"/>
          </a:xfrm>
        </p:spPr>
        <p:txBody>
          <a:bodyPr/>
          <a:lstStyle/>
          <a:p>
            <a:pPr algn="r" rtl="1"/>
            <a:r>
              <a:rPr lang="" b="1" dirty="0"/>
              <a:t>דוגמה</a:t>
            </a:r>
            <a:r>
              <a:rPr lang="he-IL" b="1" dirty="0"/>
              <a:t> – </a:t>
            </a:r>
            <a:r>
              <a:rPr lang="" b="1" dirty="0"/>
              <a:t>בעיית המסלול הקצר ביותר</a:t>
            </a:r>
            <a:r>
              <a:rPr lang="he-IL" b="1" dirty="0"/>
              <a:t>:</a:t>
            </a:r>
          </a:p>
          <a:p>
            <a:pPr lvl="1" algn="r" rtl="1">
              <a:buFont typeface="Arial" panose="020B0604020202020204" pitchFamily="34" charset="0"/>
              <a:buChar char="•"/>
            </a:pPr>
            <a:r>
              <a:rPr lang="" dirty="0"/>
              <a:t>נתונה מפת כבישים</a:t>
            </a:r>
            <a:r>
              <a:rPr lang="he-IL" dirty="0"/>
              <a:t>, </a:t>
            </a:r>
            <a:r>
              <a:rPr lang="" dirty="0"/>
              <a:t>עיר מוצא ועיר יעד</a:t>
            </a:r>
            <a:r>
              <a:rPr lang="he-IL" dirty="0"/>
              <a:t>. </a:t>
            </a:r>
            <a:r>
              <a:rPr lang="" dirty="0"/>
              <a:t>מצאו מסלול קצר ביותר ביניהן</a:t>
            </a:r>
            <a:r>
              <a:rPr lang="he-IL" dirty="0"/>
              <a:t>.</a:t>
            </a:r>
            <a:endParaRPr lang="he-IL" b="1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FF1C9F-5D06-9D0C-8E9D-55B4D8942B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3D24F-274E-4275-9148-2CD1B3E6F8A1}" type="datetime9">
              <a:rPr lang="he-IL" smtClean="0"/>
              <a:t>16 אוקטובר, 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55CC7A-75AD-30BA-D882-B9779E90A6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F17036-9149-98CA-2A40-C8C4CA1613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תרגול 1 - מבוא ורדוקציות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BD94897-AF13-36D5-94BE-3F77906CD6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0871" y="2921876"/>
            <a:ext cx="3934811" cy="2623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65841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61320C-1DB7-FFA2-1DD1-83E9B00D95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BA436D-4D25-10BD-EB60-7C07FAE71B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he-IL" dirty="0"/>
              <a:t>בעיה, מופע ופתרון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5265A3-56FB-EE73-24FB-BE91C82743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1845734"/>
            <a:ext cx="10241280" cy="4023360"/>
          </a:xfrm>
        </p:spPr>
        <p:txBody>
          <a:bodyPr/>
          <a:lstStyle/>
          <a:p>
            <a:pPr algn="r" rtl="1"/>
            <a:r>
              <a:rPr lang="" b="1" dirty="0"/>
              <a:t>דוגמה</a:t>
            </a:r>
            <a:r>
              <a:rPr lang="he-IL" b="1" dirty="0"/>
              <a:t> – </a:t>
            </a:r>
            <a:r>
              <a:rPr lang="" b="1" dirty="0"/>
              <a:t>בעיית המסלול הקצר ביותר</a:t>
            </a:r>
            <a:r>
              <a:rPr lang="he-IL" b="1" dirty="0"/>
              <a:t>:</a:t>
            </a:r>
          </a:p>
          <a:p>
            <a:pPr lvl="1" algn="r" rtl="1">
              <a:buFont typeface="Arial" panose="020B0604020202020204" pitchFamily="34" charset="0"/>
              <a:buChar char="•"/>
            </a:pPr>
            <a:r>
              <a:rPr lang="" dirty="0"/>
              <a:t>נתונה מפת כבישים</a:t>
            </a:r>
            <a:r>
              <a:rPr lang="he-IL" dirty="0"/>
              <a:t>, </a:t>
            </a:r>
            <a:r>
              <a:rPr lang="" dirty="0"/>
              <a:t>עיר מוצא ועיר יעד</a:t>
            </a:r>
            <a:r>
              <a:rPr lang="he-IL" dirty="0"/>
              <a:t>. </a:t>
            </a:r>
            <a:r>
              <a:rPr lang="" dirty="0">
                <a:solidFill>
                  <a:srgbClr val="00B050"/>
                </a:solidFill>
              </a:rPr>
              <a:t>מצאו מסלול קצר ביותר ביניהן</a:t>
            </a:r>
            <a:r>
              <a:rPr lang="he-IL" dirty="0"/>
              <a:t>.</a:t>
            </a:r>
            <a:endParaRPr lang="he-IL" b="1" dirty="0"/>
          </a:p>
          <a:p>
            <a:pPr algn="r" rtl="1"/>
            <a:endParaRPr lang="he-IL" b="1" dirty="0"/>
          </a:p>
          <a:p>
            <a:pPr algn="r" rtl="1"/>
            <a:r>
              <a:rPr lang="he-IL" b="1" dirty="0"/>
              <a:t>בעיה </a:t>
            </a:r>
            <a:r>
              <a:rPr lang="he-IL" dirty="0"/>
              <a:t>–</a:t>
            </a:r>
            <a:r>
              <a:rPr lang="he-IL" b="1" dirty="0"/>
              <a:t> </a:t>
            </a:r>
            <a:r>
              <a:rPr lang="he-IL" dirty="0"/>
              <a:t>שאלה מסוימת </a:t>
            </a:r>
            <a:r>
              <a:rPr lang="he-IL" u="sng" dirty="0"/>
              <a:t>קבועה</a:t>
            </a:r>
            <a:r>
              <a:rPr lang="he-IL" dirty="0"/>
              <a:t>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85DB92-C3EA-DC49-CB9F-B1813C3602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5D0B9-C542-41D7-AE56-87D753376558}" type="datetime9">
              <a:rPr lang="he-IL" smtClean="0"/>
              <a:t>16 אוקטובר, 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27EEF4-B4E8-3143-1934-9F6013E39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C41726-9C74-BEEA-28C4-70A8824897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תרגול 1 - מבוא ורדוקציות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7849AE0-C339-5720-14A3-DC0B84A15F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0871" y="2921876"/>
            <a:ext cx="3934811" cy="2623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89248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BE50F7-0D26-CF4A-6C18-0426CC7EC1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03A359-F1AB-9801-D7CD-D57E9EE562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he-IL" dirty="0"/>
              <a:t>בעיה, מופע ופתרון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C0E0B9-57C2-2805-C681-8133A285DF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1845734"/>
            <a:ext cx="10241280" cy="4023360"/>
          </a:xfrm>
        </p:spPr>
        <p:txBody>
          <a:bodyPr/>
          <a:lstStyle/>
          <a:p>
            <a:pPr algn="r" rtl="1"/>
            <a:r>
              <a:rPr lang="" b="1" dirty="0"/>
              <a:t>דוגמה</a:t>
            </a:r>
            <a:r>
              <a:rPr lang="he-IL" b="1" dirty="0"/>
              <a:t> – </a:t>
            </a:r>
            <a:r>
              <a:rPr lang="" b="1" dirty="0"/>
              <a:t>בעיית המסלול הקצר ביותר</a:t>
            </a:r>
            <a:r>
              <a:rPr lang="he-IL" b="1" dirty="0"/>
              <a:t>:</a:t>
            </a:r>
          </a:p>
          <a:p>
            <a:pPr lvl="1" algn="r" rtl="1">
              <a:buFont typeface="Arial" panose="020B0604020202020204" pitchFamily="34" charset="0"/>
              <a:buChar char="•"/>
            </a:pPr>
            <a:r>
              <a:rPr lang="" dirty="0"/>
              <a:t>נתונה </a:t>
            </a:r>
            <a:r>
              <a:rPr lang="" dirty="0">
                <a:solidFill>
                  <a:srgbClr val="00B050"/>
                </a:solidFill>
              </a:rPr>
              <a:t>מפת כבישים</a:t>
            </a:r>
            <a:r>
              <a:rPr lang="he-IL" dirty="0"/>
              <a:t>, </a:t>
            </a:r>
            <a:r>
              <a:rPr lang="" dirty="0">
                <a:solidFill>
                  <a:srgbClr val="00B050"/>
                </a:solidFill>
              </a:rPr>
              <a:t>עיר מוצא</a:t>
            </a:r>
            <a:r>
              <a:rPr lang="" dirty="0"/>
              <a:t> ו</a:t>
            </a:r>
            <a:r>
              <a:rPr lang="" dirty="0">
                <a:solidFill>
                  <a:srgbClr val="00B050"/>
                </a:solidFill>
              </a:rPr>
              <a:t>עיר יעד</a:t>
            </a:r>
            <a:r>
              <a:rPr lang="he-IL" dirty="0"/>
              <a:t>. </a:t>
            </a:r>
            <a:r>
              <a:rPr lang="" dirty="0"/>
              <a:t>מצאו מסלול קצר ביותר ביניהן</a:t>
            </a:r>
            <a:r>
              <a:rPr lang="he-IL" dirty="0"/>
              <a:t>.</a:t>
            </a:r>
            <a:endParaRPr lang="he-IL" b="1" dirty="0"/>
          </a:p>
          <a:p>
            <a:pPr algn="r" rtl="1"/>
            <a:endParaRPr lang="he-IL" b="1" dirty="0"/>
          </a:p>
          <a:p>
            <a:pPr algn="r" rtl="1"/>
            <a:r>
              <a:rPr lang="he-IL" b="1" dirty="0"/>
              <a:t>בעיה </a:t>
            </a:r>
            <a:r>
              <a:rPr lang="he-IL" dirty="0"/>
              <a:t>–</a:t>
            </a:r>
            <a:r>
              <a:rPr lang="he-IL" b="1" dirty="0"/>
              <a:t> </a:t>
            </a:r>
            <a:r>
              <a:rPr lang="he-IL" dirty="0"/>
              <a:t>שאלה מסוימת </a:t>
            </a:r>
            <a:r>
              <a:rPr lang="he-IL" u="sng" dirty="0"/>
              <a:t>קבועה</a:t>
            </a:r>
            <a:r>
              <a:rPr lang="he-IL" dirty="0"/>
              <a:t>.</a:t>
            </a:r>
          </a:p>
          <a:p>
            <a:pPr algn="r" rtl="1"/>
            <a:endParaRPr lang="he-IL" b="1" dirty="0"/>
          </a:p>
          <a:p>
            <a:pPr algn="r" rtl="1"/>
            <a:r>
              <a:rPr lang="he-IL" b="1" dirty="0"/>
              <a:t>מופע – </a:t>
            </a:r>
            <a:r>
              <a:rPr lang="he-IL" dirty="0"/>
              <a:t>קלט </a:t>
            </a:r>
            <a:r>
              <a:rPr lang="he-IL" u="sng" dirty="0"/>
              <a:t>משתנה</a:t>
            </a:r>
            <a:r>
              <a:rPr lang="he-IL" dirty="0"/>
              <a:t>.</a:t>
            </a:r>
          </a:p>
          <a:p>
            <a:pPr algn="r" rtl="1"/>
            <a:endParaRPr lang="he-IL" b="1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ACFDCA-252D-EC17-FE13-FD11AD8EBF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B94F6A-BFB9-4729-8B41-1AFF6122BB32}" type="datetime9">
              <a:rPr lang="he-IL" smtClean="0"/>
              <a:t>16 אוקטובר, 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9B0B3A-FD90-9B21-8D56-0C8D4A0A5C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BEBA28-AA74-41F3-6BE8-D038293805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תרגול 1 - מבוא ורדוקציות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8693524-10B6-4176-6B3B-A75590E918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0871" y="2921876"/>
            <a:ext cx="3934811" cy="2623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88742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F8D3BC-3B3E-60DB-500E-BA29993F5E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B3529A-EDDD-C877-ADE0-26D6577C77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he-IL" dirty="0"/>
              <a:t>בעיה, מופע ופתרון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F8E32F-B92F-1D51-5711-5F90CBD01F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1845734"/>
            <a:ext cx="10241280" cy="4023360"/>
          </a:xfrm>
        </p:spPr>
        <p:txBody>
          <a:bodyPr/>
          <a:lstStyle/>
          <a:p>
            <a:pPr algn="r" rtl="1"/>
            <a:r>
              <a:rPr lang="" b="1" dirty="0"/>
              <a:t>דוגמה</a:t>
            </a:r>
            <a:r>
              <a:rPr lang="he-IL" b="1" dirty="0"/>
              <a:t> – </a:t>
            </a:r>
            <a:r>
              <a:rPr lang="" b="1" dirty="0"/>
              <a:t>בעיית המסלול הקצר ביותר</a:t>
            </a:r>
            <a:r>
              <a:rPr lang="he-IL" b="1" dirty="0"/>
              <a:t>:</a:t>
            </a:r>
          </a:p>
          <a:p>
            <a:pPr lvl="1" algn="r" rtl="1">
              <a:buFont typeface="Arial" panose="020B0604020202020204" pitchFamily="34" charset="0"/>
              <a:buChar char="•"/>
            </a:pPr>
            <a:r>
              <a:rPr lang="" dirty="0"/>
              <a:t>נתונה מפת כבישים</a:t>
            </a:r>
            <a:r>
              <a:rPr lang="he-IL" dirty="0"/>
              <a:t>, </a:t>
            </a:r>
            <a:r>
              <a:rPr lang="" dirty="0"/>
              <a:t>עיר מוצא ועיר יעד</a:t>
            </a:r>
            <a:r>
              <a:rPr lang="he-IL" dirty="0"/>
              <a:t>. </a:t>
            </a:r>
            <a:r>
              <a:rPr lang="" dirty="0"/>
              <a:t>מצאו מסלול קצר ביותר ביניהן</a:t>
            </a:r>
            <a:r>
              <a:rPr lang="he-IL" dirty="0"/>
              <a:t>.</a:t>
            </a:r>
            <a:endParaRPr lang="he-IL" b="1" dirty="0"/>
          </a:p>
          <a:p>
            <a:pPr algn="r" rtl="1"/>
            <a:endParaRPr lang="he-IL" b="1" dirty="0"/>
          </a:p>
          <a:p>
            <a:pPr algn="r" rtl="1"/>
            <a:r>
              <a:rPr lang="he-IL" b="1" dirty="0"/>
              <a:t>בעיה </a:t>
            </a:r>
            <a:r>
              <a:rPr lang="he-IL" dirty="0"/>
              <a:t>–</a:t>
            </a:r>
            <a:r>
              <a:rPr lang="he-IL" b="1" dirty="0"/>
              <a:t> </a:t>
            </a:r>
            <a:r>
              <a:rPr lang="he-IL" dirty="0"/>
              <a:t>שאלה מסוימת </a:t>
            </a:r>
            <a:r>
              <a:rPr lang="he-IL" u="sng" dirty="0"/>
              <a:t>קבועה</a:t>
            </a:r>
            <a:r>
              <a:rPr lang="he-IL" dirty="0"/>
              <a:t>.</a:t>
            </a:r>
          </a:p>
          <a:p>
            <a:pPr algn="r" rtl="1"/>
            <a:endParaRPr lang="he-IL" dirty="0"/>
          </a:p>
          <a:p>
            <a:pPr algn="r" rtl="1"/>
            <a:r>
              <a:rPr lang="he-IL" b="1" dirty="0"/>
              <a:t>מופע – </a:t>
            </a:r>
            <a:r>
              <a:rPr lang="he-IL" dirty="0"/>
              <a:t>קלט </a:t>
            </a:r>
            <a:r>
              <a:rPr lang="he-IL" u="sng" dirty="0"/>
              <a:t>משתנה</a:t>
            </a:r>
            <a:r>
              <a:rPr lang="he-IL" dirty="0"/>
              <a:t>.</a:t>
            </a:r>
          </a:p>
          <a:p>
            <a:pPr algn="r" rtl="1"/>
            <a:endParaRPr lang="he-IL" dirty="0"/>
          </a:p>
          <a:p>
            <a:pPr algn="r" rtl="1"/>
            <a:r>
              <a:rPr lang="he-IL" b="1" dirty="0"/>
              <a:t>פתרון – </a:t>
            </a:r>
            <a:r>
              <a:rPr lang="he-IL" dirty="0"/>
              <a:t>תשובה לשאלה עבור </a:t>
            </a:r>
            <a:r>
              <a:rPr lang="he-IL" u="sng" dirty="0"/>
              <a:t>מופע מסוים</a:t>
            </a:r>
            <a:r>
              <a:rPr lang="he-IL" dirty="0"/>
              <a:t>.</a:t>
            </a:r>
          </a:p>
          <a:p>
            <a:pPr lvl="1" algn="r" rtl="1">
              <a:buFont typeface="Arial" panose="020B0604020202020204" pitchFamily="34" charset="0"/>
              <a:buChar char="•"/>
            </a:pPr>
            <a:r>
              <a:rPr lang="he-IL" dirty="0"/>
              <a:t>בדוגמה: מסלול קצר ביותר במפה מעיר א' לעיר ב'.</a:t>
            </a:r>
            <a:endParaRPr lang="he-IL" b="1" u="sng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0547C2-7825-8CBB-5E91-E6AA1AD7FB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23810-A4CE-4029-8D66-B3D8E9F8A25E}" type="datetime9">
              <a:rPr lang="he-IL" smtClean="0"/>
              <a:t>16 אוקטובר, 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2F7FEC2-FE73-5105-1233-204B01642C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194D13-3B4C-1081-73DE-4D83BAE33D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תרגול 1 - מבוא ורדוקציות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3A3CAE6-147B-9148-063F-49739BAC44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0871" y="2921876"/>
            <a:ext cx="3934811" cy="2623207"/>
          </a:xfrm>
          <a:prstGeom prst="rect">
            <a:avLst/>
          </a:prstGeom>
        </p:spPr>
      </p:pic>
      <p:sp>
        <p:nvSpPr>
          <p:cNvPr id="7" name="Freeform: Shape 6">
            <a:extLst>
              <a:ext uri="{FF2B5EF4-FFF2-40B4-BE49-F238E27FC236}">
                <a16:creationId xmlns:a16="http://schemas.microsoft.com/office/drawing/2014/main" id="{3074FFC1-8D38-422D-D22B-9842778E05B2}"/>
              </a:ext>
            </a:extLst>
          </p:cNvPr>
          <p:cNvSpPr/>
          <p:nvPr/>
        </p:nvSpPr>
        <p:spPr>
          <a:xfrm>
            <a:off x="1871461" y="4040484"/>
            <a:ext cx="2853630" cy="544982"/>
          </a:xfrm>
          <a:custGeom>
            <a:avLst/>
            <a:gdLst>
              <a:gd name="csX0" fmla="*/ 0 w 2853630"/>
              <a:gd name="csY0" fmla="*/ 88604 h 544982"/>
              <a:gd name="csX1" fmla="*/ 147637 w 2853630"/>
              <a:gd name="csY1" fmla="*/ 98129 h 544982"/>
              <a:gd name="csX2" fmla="*/ 433387 w 2853630"/>
              <a:gd name="csY2" fmla="*/ 255291 h 544982"/>
              <a:gd name="csX3" fmla="*/ 804862 w 2853630"/>
              <a:gd name="csY3" fmla="*/ 131466 h 544982"/>
              <a:gd name="csX4" fmla="*/ 966787 w 2853630"/>
              <a:gd name="csY4" fmla="*/ 112416 h 544982"/>
              <a:gd name="csX5" fmla="*/ 1090612 w 2853630"/>
              <a:gd name="csY5" fmla="*/ 2879 h 544982"/>
              <a:gd name="csX6" fmla="*/ 1323975 w 2853630"/>
              <a:gd name="csY6" fmla="*/ 31454 h 544982"/>
              <a:gd name="csX7" fmla="*/ 1376362 w 2853630"/>
              <a:gd name="csY7" fmla="*/ 26691 h 544982"/>
              <a:gd name="csX8" fmla="*/ 1647825 w 2853630"/>
              <a:gd name="csY8" fmla="*/ 150516 h 544982"/>
              <a:gd name="csX9" fmla="*/ 1728787 w 2853630"/>
              <a:gd name="csY9" fmla="*/ 260054 h 544982"/>
              <a:gd name="csX10" fmla="*/ 1900237 w 2853630"/>
              <a:gd name="csY10" fmla="*/ 288629 h 544982"/>
              <a:gd name="csX11" fmla="*/ 2057400 w 2853630"/>
              <a:gd name="csY11" fmla="*/ 360066 h 544982"/>
              <a:gd name="csX12" fmla="*/ 2200275 w 2853630"/>
              <a:gd name="csY12" fmla="*/ 341016 h 544982"/>
              <a:gd name="csX13" fmla="*/ 2338387 w 2853630"/>
              <a:gd name="csY13" fmla="*/ 536279 h 544982"/>
              <a:gd name="csX14" fmla="*/ 2781300 w 2853630"/>
              <a:gd name="csY14" fmla="*/ 512466 h 544982"/>
              <a:gd name="csX15" fmla="*/ 2852737 w 2853630"/>
              <a:gd name="csY15" fmla="*/ 526754 h 54498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2853630" h="544982">
                <a:moveTo>
                  <a:pt x="0" y="88604"/>
                </a:moveTo>
                <a:cubicBezTo>
                  <a:pt x="37703" y="79476"/>
                  <a:pt x="75406" y="70348"/>
                  <a:pt x="147637" y="98129"/>
                </a:cubicBezTo>
                <a:cubicBezTo>
                  <a:pt x="219868" y="125910"/>
                  <a:pt x="323850" y="249735"/>
                  <a:pt x="433387" y="255291"/>
                </a:cubicBezTo>
                <a:cubicBezTo>
                  <a:pt x="542924" y="260847"/>
                  <a:pt x="715962" y="155279"/>
                  <a:pt x="804862" y="131466"/>
                </a:cubicBezTo>
                <a:cubicBezTo>
                  <a:pt x="893762" y="107654"/>
                  <a:pt x="919162" y="133847"/>
                  <a:pt x="966787" y="112416"/>
                </a:cubicBezTo>
                <a:cubicBezTo>
                  <a:pt x="1014412" y="90985"/>
                  <a:pt x="1031081" y="16373"/>
                  <a:pt x="1090612" y="2879"/>
                </a:cubicBezTo>
                <a:cubicBezTo>
                  <a:pt x="1150143" y="-10615"/>
                  <a:pt x="1276350" y="27485"/>
                  <a:pt x="1323975" y="31454"/>
                </a:cubicBezTo>
                <a:cubicBezTo>
                  <a:pt x="1371600" y="35423"/>
                  <a:pt x="1322387" y="6847"/>
                  <a:pt x="1376362" y="26691"/>
                </a:cubicBezTo>
                <a:cubicBezTo>
                  <a:pt x="1430337" y="46535"/>
                  <a:pt x="1589087" y="111622"/>
                  <a:pt x="1647825" y="150516"/>
                </a:cubicBezTo>
                <a:cubicBezTo>
                  <a:pt x="1706563" y="189410"/>
                  <a:pt x="1686718" y="237035"/>
                  <a:pt x="1728787" y="260054"/>
                </a:cubicBezTo>
                <a:cubicBezTo>
                  <a:pt x="1770856" y="283073"/>
                  <a:pt x="1845468" y="271960"/>
                  <a:pt x="1900237" y="288629"/>
                </a:cubicBezTo>
                <a:cubicBezTo>
                  <a:pt x="1955006" y="305298"/>
                  <a:pt x="2007394" y="351335"/>
                  <a:pt x="2057400" y="360066"/>
                </a:cubicBezTo>
                <a:cubicBezTo>
                  <a:pt x="2107406" y="368797"/>
                  <a:pt x="2153444" y="311647"/>
                  <a:pt x="2200275" y="341016"/>
                </a:cubicBezTo>
                <a:cubicBezTo>
                  <a:pt x="2247106" y="370385"/>
                  <a:pt x="2241550" y="507704"/>
                  <a:pt x="2338387" y="536279"/>
                </a:cubicBezTo>
                <a:cubicBezTo>
                  <a:pt x="2435224" y="564854"/>
                  <a:pt x="2695575" y="514054"/>
                  <a:pt x="2781300" y="512466"/>
                </a:cubicBezTo>
                <a:cubicBezTo>
                  <a:pt x="2867025" y="510879"/>
                  <a:pt x="2852737" y="526754"/>
                  <a:pt x="2852737" y="526754"/>
                </a:cubicBezTo>
              </a:path>
            </a:pathLst>
          </a:cu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7660422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97974B-6D4F-4767-8A1C-3D3A271BA9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>
              <a:buClr>
                <a:schemeClr val="accent1"/>
              </a:buClr>
              <a:buSzPct val="100000"/>
            </a:pPr>
            <a:r>
              <a:rPr lang="he-IL" dirty="0"/>
              <a:t>אלגוריתם</a:t>
            </a:r>
            <a:endParaRPr lang="en-US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35C89CB-F059-7898-B0B5-0171BD04CD1E}"/>
              </a:ext>
            </a:extLst>
          </p:cNvPr>
          <p:cNvSpPr/>
          <p:nvPr/>
        </p:nvSpPr>
        <p:spPr>
          <a:xfrm>
            <a:off x="3569551" y="5328745"/>
            <a:ext cx="7586129" cy="504497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E6BBFB-DE8D-46BF-A5E0-B2131B92B4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60" y="1845734"/>
            <a:ext cx="10332720" cy="4023360"/>
          </a:xfrm>
        </p:spPr>
        <p:txBody>
          <a:bodyPr>
            <a:normAutofit lnSpcReduction="10000"/>
          </a:bodyPr>
          <a:lstStyle/>
          <a:p>
            <a:pPr algn="r" rtl="1"/>
            <a:r>
              <a:rPr lang="" b="1" dirty="0"/>
              <a:t>אלגוריתם</a:t>
            </a:r>
            <a:r>
              <a:rPr lang="" dirty="0"/>
              <a:t> הוא סדרה סופית של פעולות</a:t>
            </a:r>
            <a:r>
              <a:rPr lang="he-IL" dirty="0"/>
              <a:t>, </a:t>
            </a:r>
            <a:r>
              <a:rPr lang="" dirty="0"/>
              <a:t>אשר בהינתן </a:t>
            </a:r>
            <a:r>
              <a:rPr lang="" b="1" dirty="0"/>
              <a:t>מופע של בעיה</a:t>
            </a:r>
            <a:r>
              <a:rPr lang="he-IL" dirty="0"/>
              <a:t>, </a:t>
            </a:r>
            <a:r>
              <a:rPr lang="" dirty="0"/>
              <a:t>מחזירה </a:t>
            </a:r>
            <a:r>
              <a:rPr lang="" b="1" dirty="0"/>
              <a:t>פלט</a:t>
            </a:r>
            <a:r>
              <a:rPr lang="he-IL" dirty="0"/>
              <a:t>.</a:t>
            </a:r>
            <a:endParaRPr lang="" b="1" dirty="0"/>
          </a:p>
          <a:p>
            <a:pPr lvl="1" algn="r" rtl="1"/>
            <a:r>
              <a:rPr lang="" sz="2000" b="1" dirty="0"/>
              <a:t>הפלט יכול להיות</a:t>
            </a:r>
            <a:r>
              <a:rPr lang="he-IL" sz="2000" b="1" dirty="0"/>
              <a:t>:</a:t>
            </a:r>
            <a:r>
              <a:rPr lang="he-IL" sz="2000" dirty="0"/>
              <a:t> </a:t>
            </a:r>
            <a:r>
              <a:rPr lang="" sz="2000" dirty="0"/>
              <a:t>פתרון למופע</a:t>
            </a:r>
            <a:r>
              <a:rPr lang="he-IL" sz="2000" dirty="0"/>
              <a:t> או "</a:t>
            </a:r>
            <a:r>
              <a:rPr lang="" sz="2000" dirty="0"/>
              <a:t>אין פתרון</a:t>
            </a:r>
            <a:r>
              <a:rPr lang="he-IL" sz="2000" dirty="0"/>
              <a:t>".</a:t>
            </a:r>
          </a:p>
          <a:p>
            <a:pPr algn="r" rtl="1"/>
            <a:endParaRPr lang="he-IL" b="1" dirty="0"/>
          </a:p>
          <a:p>
            <a:pPr algn="r" rtl="1"/>
            <a:r>
              <a:rPr lang="he-IL" b="1" dirty="0"/>
              <a:t>דוגמה – בעיית המסלול הקצר ביותר:</a:t>
            </a:r>
          </a:p>
          <a:p>
            <a:pPr algn="r" rtl="1"/>
            <a:r>
              <a:rPr lang="he-IL" dirty="0"/>
              <a:t>בהינתן מפה ושתי ערים:</a:t>
            </a:r>
          </a:p>
          <a:p>
            <a:pPr marL="749808" lvl="1" indent="-457200" algn="r" rtl="1">
              <a:buClrTx/>
              <a:buFont typeface="+mj-lt"/>
              <a:buAutoNum type="arabicPeriod"/>
            </a:pPr>
            <a:r>
              <a:rPr lang="" sz="2000" dirty="0"/>
              <a:t>עוברים על כל המסלולים האפשריים בין שתי הערים</a:t>
            </a:r>
            <a:r>
              <a:rPr lang="he-IL" sz="2000" dirty="0"/>
              <a:t>, </a:t>
            </a:r>
            <a:br>
              <a:rPr lang="en-US" sz="2000" dirty="0"/>
            </a:br>
            <a:r>
              <a:rPr lang="" sz="2000" dirty="0"/>
              <a:t>ללא ביקור חוזר באותה עיר</a:t>
            </a:r>
            <a:r>
              <a:rPr lang="he-IL" sz="2000" dirty="0"/>
              <a:t>.</a:t>
            </a:r>
            <a:endParaRPr lang="" sz="2000" dirty="0"/>
          </a:p>
          <a:p>
            <a:pPr marL="749808" lvl="1" indent="-457200" algn="r" rtl="1">
              <a:buClrTx/>
              <a:buFont typeface="+mj-lt"/>
              <a:buAutoNum type="arabicPeriod"/>
            </a:pPr>
            <a:r>
              <a:rPr lang="" sz="2000" dirty="0"/>
              <a:t>מחזירים את המסלול הקצר ביותר</a:t>
            </a:r>
            <a:r>
              <a:rPr lang="he-IL" sz="2000" dirty="0"/>
              <a:t>.</a:t>
            </a:r>
            <a:br>
              <a:rPr lang="" sz="2000" dirty="0"/>
            </a:br>
            <a:r>
              <a:rPr lang="" sz="2000" dirty="0"/>
              <a:t>אם אין מסלול בין הערים </a:t>
            </a:r>
            <a:r>
              <a:rPr lang="he-IL" sz="2000" dirty="0"/>
              <a:t>– </a:t>
            </a:r>
            <a:r>
              <a:rPr lang="" sz="2000" dirty="0"/>
              <a:t>מחזירים </a:t>
            </a:r>
            <a:r>
              <a:rPr lang="he-IL" sz="2000" b="1" dirty="0"/>
              <a:t>"</a:t>
            </a:r>
            <a:r>
              <a:rPr lang="" sz="2000" b="1" dirty="0"/>
              <a:t>אין פתרון</a:t>
            </a:r>
            <a:r>
              <a:rPr lang="he-IL" sz="2000" b="1" dirty="0"/>
              <a:t>".</a:t>
            </a:r>
            <a:endParaRPr lang="" sz="2000" dirty="0"/>
          </a:p>
          <a:p>
            <a:pPr marL="0" indent="0" algn="r" rtl="1">
              <a:buNone/>
            </a:pPr>
            <a:endParaRPr lang="he-IL" dirty="0"/>
          </a:p>
          <a:p>
            <a:pPr algn="r" rtl="1"/>
            <a:r>
              <a:rPr lang="he-IL" b="1" dirty="0"/>
              <a:t>אלגוריתם עבור בעיה חייב להחזיר פלט נכון </a:t>
            </a:r>
            <a:r>
              <a:rPr lang="he-IL" b="1" u="sng" dirty="0">
                <a:solidFill>
                  <a:srgbClr val="FF0000"/>
                </a:solidFill>
              </a:rPr>
              <a:t>לכל</a:t>
            </a:r>
            <a:r>
              <a:rPr lang="he-IL" b="1" dirty="0"/>
              <a:t> מופע חוקי שיקבל כקלט!</a:t>
            </a:r>
            <a:endParaRPr lang="he-IL" b="1" u="sng" dirty="0"/>
          </a:p>
          <a:p>
            <a:pPr algn="r" rtl="1"/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886E3B-919E-43F1-80DB-596AAAE2BC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C2C79-4483-4909-AECE-9EA27F66F4E6}" type="datetime9">
              <a:rPr lang="he-IL" smtClean="0"/>
              <a:t>16 אוקטובר, 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6D9506-817E-4A26-9660-E0F594C3F3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D4A0D2-1E3F-40BC-8826-66CCABC8B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תרגול 1 - מבוא ורדוקציות</a:t>
            </a: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0426FEE-FD1C-885E-36E6-4FA381FD02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1477" y="2321863"/>
            <a:ext cx="3934811" cy="2623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65366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3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44DC519-96E6-61AE-3475-9269FAC0C897}"/>
              </a:ext>
            </a:extLst>
          </p:cNvPr>
          <p:cNvSpPr/>
          <p:nvPr/>
        </p:nvSpPr>
        <p:spPr>
          <a:xfrm>
            <a:off x="1439918" y="2734053"/>
            <a:ext cx="8912773" cy="746233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E72297E-052C-4C67-8839-32DD1C31C5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he-IL" dirty="0"/>
              <a:t>זמני ריצה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0C3F53F-1682-4EF1-8873-503ED2FFD04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25214" y="1845734"/>
                <a:ext cx="10430466" cy="4260426"/>
              </a:xfrm>
            </p:spPr>
            <p:txBody>
              <a:bodyPr>
                <a:noAutofit/>
              </a:bodyPr>
              <a:lstStyle/>
              <a:p>
                <a:pPr algn="r" rtl="1">
                  <a:spcAft>
                    <a:spcPts val="1800"/>
                  </a:spcAft>
                </a:pPr>
                <a:r>
                  <a:rPr lang="he-IL" dirty="0"/>
                  <a:t>על מנת לתאר זמני ריצה של אלגוריתמים אנחנו משתמשים בסימון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⋅</m:t>
                        </m:r>
                      </m:e>
                    </m:d>
                  </m:oMath>
                </a14:m>
                <a:r>
                  <a:rPr lang="he-IL" dirty="0"/>
                  <a:t>, המביא חסם עליון לזמן הריצה. </a:t>
                </a:r>
                <a:r>
                  <a:rPr lang="" dirty="0"/>
                  <a:t>בקורס נתייחס בדרך כלל לזמן הריצה במקרה הגרוע.</a:t>
                </a:r>
                <a:endParaRPr lang="he-IL" dirty="0"/>
              </a:p>
              <a:p>
                <a:pPr algn="ctr" rtl="1"/>
                <a:r>
                  <a:rPr lang="he-IL" b="1" dirty="0"/>
                  <a:t>תזכורת:</a:t>
                </a:r>
                <a:r>
                  <a:rPr lang="he-IL" dirty="0"/>
                  <a:t> נאמר כי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d>
                  </m:oMath>
                </a14:m>
                <a:r>
                  <a:rPr lang="he-IL" dirty="0"/>
                  <a:t> או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he-IL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d>
                  </m:oMath>
                </a14:m>
                <a:r>
                  <a:rPr lang="he-IL" dirty="0"/>
                  <a:t>, אם קיימים קבועים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he-IL" dirty="0"/>
                  <a:t> ו-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he-IL" dirty="0"/>
                  <a:t>,</a:t>
                </a:r>
                <a:br>
                  <a:rPr lang="en-US" dirty="0"/>
                </a:br>
                <a:r>
                  <a:rPr lang="he-IL" dirty="0"/>
                  <a:t>כך שלכל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he-IL" dirty="0"/>
                  <a:t> מתקיים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∙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he-IL" dirty="0"/>
                  <a:t>.</a:t>
                </a:r>
                <a:endParaRPr lang="he-IL" b="1" dirty="0">
                  <a:latin typeface="Cambria Math" panose="02040503050406030204" pitchFamily="18" charset="0"/>
                </a:endParaRPr>
              </a:p>
              <a:p>
                <a:pPr algn="r" rtl="1"/>
                <a:endParaRPr lang="en-US" b="1" dirty="0">
                  <a:latin typeface="Cambria Math" panose="02040503050406030204" pitchFamily="18" charset="0"/>
                </a:endParaRPr>
              </a:p>
              <a:p>
                <a:pPr algn="r" rtl="1"/>
                <a:r>
                  <a:rPr lang="he-IL" b="1" dirty="0">
                    <a:latin typeface="Cambria Math" panose="02040503050406030204" pitchFamily="18" charset="0"/>
                  </a:rPr>
                  <a:t>סדרי גודל נפוצים:</a:t>
                </a:r>
              </a:p>
              <a:p>
                <a:pPr marL="201168" lvl="1" indent="0" algn="r" rtl="1">
                  <a:buClrTx/>
                  <a:buNone/>
                </a:pPr>
                <a:endParaRPr lang="en-US" sz="2000" dirty="0"/>
              </a:p>
              <a:p>
                <a:pPr marL="201168" lvl="1" indent="0" algn="r" rtl="1">
                  <a:buClrTx/>
                  <a:buNone/>
                </a:pPr>
                <a:endParaRPr lang="he-IL" sz="2000" dirty="0"/>
              </a:p>
              <a:p>
                <a:pPr lvl="1" algn="r" rtl="1">
                  <a:buClrTx/>
                  <a:buFont typeface="Arial" panose="020B0604020202020204" pitchFamily="34" charset="0"/>
                  <a:buChar char="•"/>
                </a:pPr>
                <a:endParaRPr lang="he-IL" sz="20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0C3F53F-1682-4EF1-8873-503ED2FFD04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25214" y="1845734"/>
                <a:ext cx="10430466" cy="4260426"/>
              </a:xfrm>
              <a:blipFill>
                <a:blip r:embed="rId3"/>
                <a:stretch>
                  <a:fillRect t="-1431" r="-1520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2DBB8B-9082-4240-917B-36B548261C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9D3BA-11E4-45FB-9942-72EB9234FC48}" type="datetime9">
              <a:rPr lang="he-IL" smtClean="0"/>
              <a:t>16 אוקטובר, 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314B8F-A204-4642-AD10-D0057B640F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EAA11D9-201C-4CC4-AD84-980AE793FB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תרגול 1 - מבוא ורדוקציות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5FE86C1-4675-B19E-DCCF-DBEBFE635A00}"/>
                  </a:ext>
                </a:extLst>
              </p:cNvPr>
              <p:cNvSpPr txBox="1"/>
              <p:nvPr/>
            </p:nvSpPr>
            <p:spPr>
              <a:xfrm>
                <a:off x="1492486" y="3982708"/>
                <a:ext cx="7725222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he-IL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sz="20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0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func>
                        </m:e>
                      </m:d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func>
                            <m:funcPr>
                              <m:ctrlPr>
                                <a:rPr lang="en-US" sz="20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0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func>
                        </m:e>
                      </m:d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p>
                              <m: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en-US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p>
                              <m: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e>
                      </m:d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≪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he-IL" sz="20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5FE86C1-4675-B19E-DCCF-DBEBFE635A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2486" y="3982708"/>
                <a:ext cx="7725222" cy="400110"/>
              </a:xfrm>
              <a:prstGeom prst="rect">
                <a:avLst/>
              </a:prstGeom>
              <a:blipFill>
                <a:blip r:embed="rId4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815702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837E3C-5657-1608-0859-B9F98F8BB5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B946372-95EC-17FF-7D1E-317C3905984C}"/>
              </a:ext>
            </a:extLst>
          </p:cNvPr>
          <p:cNvSpPr/>
          <p:nvPr/>
        </p:nvSpPr>
        <p:spPr>
          <a:xfrm>
            <a:off x="819807" y="4956944"/>
            <a:ext cx="10335873" cy="520982"/>
          </a:xfrm>
          <a:prstGeom prst="roundRect">
            <a:avLst/>
          </a:prstGeom>
          <a:solidFill>
            <a:srgbClr val="FE9CA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BF35714-9AD7-8B60-A6B6-7A321DB47AED}"/>
              </a:ext>
            </a:extLst>
          </p:cNvPr>
          <p:cNvSpPr/>
          <p:nvPr/>
        </p:nvSpPr>
        <p:spPr>
          <a:xfrm>
            <a:off x="1439918" y="2732697"/>
            <a:ext cx="8912773" cy="746233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F032A4-0615-1F2A-7AA3-AA7D3CD4ED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he-IL" dirty="0"/>
              <a:t>זמני ריצה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319F1A-5EB7-A4CB-9663-226FC541484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25214" y="1845734"/>
                <a:ext cx="10430466" cy="4260426"/>
              </a:xfrm>
            </p:spPr>
            <p:txBody>
              <a:bodyPr>
                <a:noAutofit/>
              </a:bodyPr>
              <a:lstStyle/>
              <a:p>
                <a:pPr algn="r" rtl="1">
                  <a:spcAft>
                    <a:spcPts val="1800"/>
                  </a:spcAft>
                </a:pPr>
                <a:r>
                  <a:rPr lang="he-IL" dirty="0"/>
                  <a:t>על מנת לתאר זמני ריצה של אלגוריתמים אנחנו משתמשים בסימון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⋅</m:t>
                        </m:r>
                      </m:e>
                    </m:d>
                  </m:oMath>
                </a14:m>
                <a:r>
                  <a:rPr lang="he-IL" dirty="0"/>
                  <a:t>, המביא חסם עליון לזמן הריצה. </a:t>
                </a:r>
                <a:r>
                  <a:rPr lang="" dirty="0"/>
                  <a:t>בקורס נתייחס בדרך כלל לזמן הריצה במקרה הגרוע.</a:t>
                </a:r>
                <a:endParaRPr lang="he-IL" sz="400" dirty="0"/>
              </a:p>
              <a:p>
                <a:pPr algn="ctr" rtl="1"/>
                <a:r>
                  <a:rPr lang="he-IL" b="1" dirty="0"/>
                  <a:t>תזכורת:</a:t>
                </a:r>
                <a:r>
                  <a:rPr lang="he-IL" dirty="0"/>
                  <a:t> נאמר כי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d>
                  </m:oMath>
                </a14:m>
                <a:r>
                  <a:rPr lang="he-IL" dirty="0"/>
                  <a:t> או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he-IL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d>
                  </m:oMath>
                </a14:m>
                <a:r>
                  <a:rPr lang="he-IL" dirty="0"/>
                  <a:t>, אם קיימים קבועים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he-IL" dirty="0"/>
                  <a:t> ו-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he-IL" dirty="0"/>
                  <a:t>,</a:t>
                </a:r>
                <a:br>
                  <a:rPr lang="en-US" dirty="0"/>
                </a:br>
                <a:r>
                  <a:rPr lang="he-IL" dirty="0"/>
                  <a:t>כך שלכל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he-IL" dirty="0"/>
                  <a:t> מתקיים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∙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he-IL" dirty="0"/>
                  <a:t>.</a:t>
                </a:r>
                <a:endParaRPr lang="he-IL" b="1" dirty="0">
                  <a:latin typeface="Cambria Math" panose="02040503050406030204" pitchFamily="18" charset="0"/>
                </a:endParaRPr>
              </a:p>
              <a:p>
                <a:pPr algn="r" rtl="1"/>
                <a:endParaRPr lang="en-US" b="1" dirty="0">
                  <a:latin typeface="Cambria Math" panose="02040503050406030204" pitchFamily="18" charset="0"/>
                </a:endParaRPr>
              </a:p>
              <a:p>
                <a:pPr algn="r" rtl="1"/>
                <a:r>
                  <a:rPr lang="he-IL" b="1" dirty="0">
                    <a:latin typeface="Cambria Math" panose="02040503050406030204" pitchFamily="18" charset="0"/>
                  </a:rPr>
                  <a:t>סדרי גודל נפוצים:</a:t>
                </a:r>
              </a:p>
              <a:p>
                <a:pPr marL="201168" lvl="1" indent="0" algn="r" rtl="1">
                  <a:buClrTx/>
                  <a:buNone/>
                </a:pPr>
                <a:endParaRPr lang="en-US" sz="2000" dirty="0"/>
              </a:p>
              <a:p>
                <a:pPr marL="201168" lvl="1" indent="0" algn="r" rtl="1">
                  <a:buClrTx/>
                  <a:buNone/>
                </a:pPr>
                <a:endParaRPr lang="he-IL" sz="2000" dirty="0"/>
              </a:p>
              <a:p>
                <a:pPr marL="201168" lvl="1" indent="0" algn="r" rtl="1">
                  <a:buClrTx/>
                  <a:buNone/>
                </a:pPr>
                <a:r>
                  <a:rPr lang="" sz="2000" dirty="0"/>
                  <a:t>בקורס, כשנדבר על אלגוריתם </a:t>
                </a:r>
                <a:r>
                  <a:rPr lang="he-IL" sz="2000" dirty="0"/>
                  <a:t>"</a:t>
                </a:r>
                <a:r>
                  <a:rPr lang="" sz="2000" dirty="0"/>
                  <a:t>יעיל</a:t>
                </a:r>
                <a:r>
                  <a:rPr lang="he-IL" sz="2000" dirty="0"/>
                  <a:t>", </a:t>
                </a:r>
                <a:r>
                  <a:rPr lang="" sz="2000" dirty="0"/>
                  <a:t>בדרך כלל נתכוון לאלגוריתם שזמן הריצה שלו פולינומי </a:t>
                </a:r>
                <a:r>
                  <a:rPr lang="" sz="2000" b="1" dirty="0"/>
                  <a:t>בגודל הקלט</a:t>
                </a:r>
                <a:r>
                  <a:rPr lang="" sz="2000" dirty="0"/>
                  <a:t>.</a:t>
                </a:r>
              </a:p>
              <a:p>
                <a:pPr lvl="1" algn="r" rtl="1">
                  <a:buClrTx/>
                  <a:buFont typeface="Arial" panose="020B0604020202020204" pitchFamily="34" charset="0"/>
                  <a:buChar char="•"/>
                </a:pPr>
                <a:endParaRPr lang="he-IL" sz="20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319F1A-5EB7-A4CB-9663-226FC541484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25214" y="1845734"/>
                <a:ext cx="10430466" cy="4260426"/>
              </a:xfrm>
              <a:blipFill>
                <a:blip r:embed="rId3"/>
                <a:stretch>
                  <a:fillRect t="-1431" r="-1520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616A4B-9451-C3BB-AC60-A830C74813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A6487-15EC-4A6F-B809-1B7C73769196}" type="datetime9">
              <a:rPr lang="he-IL" smtClean="0"/>
              <a:t>16 אוקטובר, 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AFEEDB-E4BB-31A9-10BC-56018E8158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4FE472EF-D0DE-4B50-7E1D-AD8D3A5731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תרגול 1 - מבוא ורדוקציות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264D775-D4CE-67AA-E684-E23896CA90AB}"/>
                  </a:ext>
                </a:extLst>
              </p:cNvPr>
              <p:cNvSpPr txBox="1"/>
              <p:nvPr/>
            </p:nvSpPr>
            <p:spPr>
              <a:xfrm>
                <a:off x="1492486" y="3982708"/>
                <a:ext cx="7725222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he-IL" sz="20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lang="en-US" sz="20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en-US" sz="20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lang="en-US" sz="20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sz="2000" b="0" i="0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000" b="0" i="0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en-US" sz="20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func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en-US" sz="20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lang="en-US" sz="20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en-US" sz="20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lang="en-US" sz="20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func>
                            <m:funcPr>
                              <m:ctrlPr>
                                <a:rPr lang="en-US" sz="2000" b="0" i="0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000" b="0" i="0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en-US" sz="20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func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en-US" sz="20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lang="en-US" sz="20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0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p>
                              <m:r>
                                <a:rPr lang="en-US" sz="20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sz="2000" i="1"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en-US" sz="2000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lang="en-US" sz="20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0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p>
                              <m:r>
                                <a:rPr lang="en-US" sz="20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≪</m:t>
                      </m:r>
                      <m:r>
                        <a:rPr lang="en-US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lang="en-US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he-IL" sz="2000" dirty="0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264D775-D4CE-67AA-E684-E23896CA90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2486" y="3982708"/>
                <a:ext cx="7725222" cy="400110"/>
              </a:xfrm>
              <a:prstGeom prst="rect">
                <a:avLst/>
              </a:prstGeom>
              <a:blipFill>
                <a:blip r:embed="rId4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164470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AC1119-9F8F-4532-8713-6603CD0C65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he-IL" dirty="0"/>
              <a:t>נכונות של אלגוריתם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FD53CB-F995-4C1D-BAE2-4FE35E6B94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344859"/>
          </a:xfrm>
        </p:spPr>
        <p:txBody>
          <a:bodyPr>
            <a:normAutofit/>
          </a:bodyPr>
          <a:lstStyle/>
          <a:p>
            <a:pPr algn="r" rtl="1"/>
            <a:br>
              <a:rPr lang="en-US" b="1" dirty="0"/>
            </a:br>
            <a:r>
              <a:rPr lang="he-IL" dirty="0"/>
              <a:t>כיצד נדע האם האלגוריתם שהצגנו אכן פותר את הבעיה המבוקשת?</a:t>
            </a:r>
          </a:p>
          <a:p>
            <a:pPr marL="0" indent="0" algn="ctr" rtl="1">
              <a:buNone/>
            </a:pPr>
            <a:endParaRPr lang="en-US" sz="4400" b="1" dirty="0"/>
          </a:p>
          <a:p>
            <a:pPr algn="ctr" rtl="1"/>
            <a:r>
              <a:rPr lang="he-IL" sz="3200" b="1" dirty="0"/>
              <a:t>הוכחה פורמלית!</a:t>
            </a:r>
            <a:r>
              <a:rPr lang="en-US" sz="3200" b="1" dirty="0"/>
              <a:t>                                                   </a:t>
            </a:r>
            <a:endParaRPr lang="he-IL" sz="3200" b="1" dirty="0"/>
          </a:p>
          <a:p>
            <a:pPr marL="0" indent="0" algn="ctr" rtl="1">
              <a:buNone/>
            </a:pPr>
            <a:endParaRPr lang="he-IL" sz="4400" b="1" dirty="0"/>
          </a:p>
          <a:p>
            <a:pPr lvl="1" algn="r" rtl="1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" sz="2000" dirty="0"/>
              <a:t>נגדיר טענות על התנהגות האלגוריתם ונוכיח אותן</a:t>
            </a:r>
            <a:r>
              <a:rPr lang="he-IL" sz="2000" dirty="0"/>
              <a:t>.</a:t>
            </a:r>
            <a:endParaRPr lang="he-IL" sz="1400" dirty="0"/>
          </a:p>
          <a:p>
            <a:pPr lvl="1" algn="r" rtl="1">
              <a:buFont typeface="Arial" panose="020B0604020202020204" pitchFamily="34" charset="0"/>
              <a:buChar char="•"/>
            </a:pPr>
            <a:r>
              <a:rPr lang="he-IL" sz="2000" dirty="0"/>
              <a:t>בסופו של דבר נוכל ל</a:t>
            </a:r>
            <a:r>
              <a:rPr lang="" sz="2000" dirty="0"/>
              <a:t>הסיק שהאלגוריתם מחזיר פלט נכון לכל מופע.</a:t>
            </a:r>
          </a:p>
          <a:p>
            <a:pPr algn="ctr" rtl="1"/>
            <a:endParaRPr lang="he-IL" sz="3200" b="1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A4B090-2B88-4022-AD35-947E28C4B0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80E72-FE9E-4509-8855-CBD7EAD66571}" type="datetime9">
              <a:rPr lang="he-IL" smtClean="0"/>
              <a:t>16 אוקטובר, 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61C660-A879-4837-93DF-4352CC45A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6A0438-6F01-4496-87E8-A7B263AE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תרגול 1 - מבוא ורדוקציות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CA89036-7773-D922-DF21-2E984501BA2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9278" r="28793"/>
          <a:stretch>
            <a:fillRect/>
          </a:stretch>
        </p:blipFill>
        <p:spPr>
          <a:xfrm>
            <a:off x="2450049" y="2566858"/>
            <a:ext cx="2472271" cy="2440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06811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21E8EA9-D84B-B0E0-7B15-D8BAA2B6A2AA}"/>
              </a:ext>
            </a:extLst>
          </p:cNvPr>
          <p:cNvSpPr/>
          <p:nvPr/>
        </p:nvSpPr>
        <p:spPr>
          <a:xfrm>
            <a:off x="2684239" y="4783611"/>
            <a:ext cx="8347131" cy="462454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95E03A5-4878-4893-9EE3-E554BE9355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he-IL" dirty="0"/>
              <a:t>איך נראה פתרון?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E0DE1C-BB34-45F8-BB73-C8D2BE068B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35574"/>
            <a:ext cx="10058400" cy="4219786"/>
          </a:xfrm>
        </p:spPr>
        <p:txBody>
          <a:bodyPr>
            <a:noAutofit/>
          </a:bodyPr>
          <a:lstStyle/>
          <a:p>
            <a:pPr algn="r" rtl="1"/>
            <a:endParaRPr lang="he-IL" sz="100" dirty="0"/>
          </a:p>
          <a:p>
            <a:pPr algn="r" rtl="1"/>
            <a:r>
              <a:rPr lang="he-IL" b="1" dirty="0"/>
              <a:t>אז איך ייראה פתרון לבעיה?</a:t>
            </a:r>
          </a:p>
          <a:p>
            <a:pPr algn="r" rtl="1"/>
            <a:r>
              <a:rPr lang="he-IL" dirty="0"/>
              <a:t>כשניגש לפתור בעיה, נתאר את שלושת השלבים הבאים:</a:t>
            </a:r>
          </a:p>
          <a:p>
            <a:pPr marL="658368" lvl="1" indent="-457200" algn="r" rtl="1">
              <a:buClrTx/>
              <a:buFont typeface="+mj-lt"/>
              <a:buAutoNum type="arabicPeriod"/>
            </a:pPr>
            <a:r>
              <a:rPr lang="he-IL" sz="2000" dirty="0"/>
              <a:t>תיאור האלגוריתם – תיאור מילולי או </a:t>
            </a:r>
            <a:r>
              <a:rPr lang="he-IL" sz="2000" dirty="0" err="1"/>
              <a:t>פסאודו</a:t>
            </a:r>
            <a:r>
              <a:rPr lang="he-IL" sz="2000" dirty="0"/>
              <a:t>-קוד.</a:t>
            </a:r>
          </a:p>
          <a:p>
            <a:pPr marL="658368" lvl="1" indent="-457200" algn="r" rtl="1">
              <a:buClrTx/>
              <a:buFont typeface="+mj-lt"/>
              <a:buAutoNum type="arabicPeriod"/>
            </a:pPr>
            <a:r>
              <a:rPr lang="he-IL" sz="2000" dirty="0"/>
              <a:t>הוכחת נכונות – הוכחה שהאלגוריתם אכן פותר את הבעיה.</a:t>
            </a:r>
          </a:p>
          <a:p>
            <a:pPr marL="658368" lvl="1" indent="-457200" algn="r" rtl="1">
              <a:buClrTx/>
              <a:buFont typeface="+mj-lt"/>
              <a:buAutoNum type="arabicPeriod"/>
            </a:pPr>
            <a:r>
              <a:rPr lang="he-IL" sz="2000" dirty="0"/>
              <a:t>ניתוח זמן ריצה – פרטי המימוש וניתוח היעילות של האלגוריתם.</a:t>
            </a:r>
            <a:endParaRPr lang="he-IL" sz="300" b="1" dirty="0"/>
          </a:p>
          <a:p>
            <a:pPr marL="201168" lvl="1" indent="0" algn="r" rtl="1">
              <a:buClrTx/>
              <a:buNone/>
            </a:pPr>
            <a:endParaRPr lang="he-IL" sz="1000" b="1" dirty="0"/>
          </a:p>
          <a:p>
            <a:pPr marL="201168" lvl="1" indent="0" algn="r" rtl="1">
              <a:buClrTx/>
              <a:buNone/>
            </a:pPr>
            <a:r>
              <a:rPr lang="he-IL" sz="2000" b="1" dirty="0"/>
              <a:t>המטרה: </a:t>
            </a:r>
            <a:r>
              <a:rPr lang="he-IL" sz="2000" dirty="0"/>
              <a:t>אלגוריתם נכון ויעיל ככל האפשר לבעיה.</a:t>
            </a:r>
          </a:p>
          <a:p>
            <a:pPr marL="201168" lvl="1" indent="0" algn="r" rtl="1">
              <a:buClrTx/>
              <a:buNone/>
            </a:pPr>
            <a:endParaRPr lang="he-IL" sz="900" dirty="0"/>
          </a:p>
          <a:p>
            <a:pPr marL="201168" lvl="1" indent="0" algn="r" rtl="1">
              <a:buClrTx/>
              <a:buNone/>
            </a:pPr>
            <a:endParaRPr lang="he-IL" sz="900" dirty="0"/>
          </a:p>
          <a:p>
            <a:pPr marL="201168" lvl="1" indent="0" algn="r" rtl="1">
              <a:buClrTx/>
              <a:buNone/>
            </a:pPr>
            <a:r>
              <a:rPr lang="he-IL" sz="2000" b="1" dirty="0"/>
              <a:t>מעתה ואילך, אלא אם יצוין אחרת, ברירת המחדל היא לפרט את שלושת השלבים.</a:t>
            </a:r>
          </a:p>
          <a:p>
            <a:pPr marL="0" indent="0" algn="r" rtl="1">
              <a:buNone/>
            </a:pPr>
            <a:endParaRPr lang="he-I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043444-5B2D-460F-BCA7-6EA4648A1C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18936-6B48-44AB-99C4-35DB2115C08E}" type="datetime9">
              <a:rPr lang="he-IL" smtClean="0"/>
              <a:t>16 אוקטובר, 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9A7335-6B15-4D70-AC88-76AC7D2E9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827815-48A7-4800-A102-FB51D6D70B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תרגול 1 - מבוא ורדוקציות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66148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3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542A50-BCFA-413C-9558-37351B0984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he-IL" dirty="0"/>
              <a:t>סוגי בעיות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4A477EB-09E4-44B8-AA81-12E94B36757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algn="r" rtl="1"/>
                <a:r>
                  <a:rPr lang="he-IL" b="1" dirty="0"/>
                  <a:t>במהלך הקורס נעסוק בבעיות משני סוגים:</a:t>
                </a:r>
              </a:p>
              <a:p>
                <a:pPr algn="r" rtl="1"/>
                <a:endParaRPr lang="he-IL" dirty="0"/>
              </a:p>
              <a:p>
                <a:pPr marL="457200" indent="-457200" algn="r" rtl="1">
                  <a:buClr>
                    <a:schemeClr val="tx1"/>
                  </a:buClr>
                  <a:buFont typeface="+mj-lt"/>
                  <a:buAutoNum type="arabicPeriod"/>
                </a:pPr>
                <a:r>
                  <a:rPr lang="" b="1" dirty="0"/>
                  <a:t>בעיות הכרעה</a:t>
                </a:r>
                <a:r>
                  <a:rPr lang="" dirty="0"/>
                  <a:t> </a:t>
                </a:r>
                <a:r>
                  <a:rPr lang="he-IL" dirty="0"/>
                  <a:t>– </a:t>
                </a:r>
                <a:r>
                  <a:rPr lang="" dirty="0"/>
                  <a:t>לכל מופע נשאלת שאלה שהתשובה עליה היא </a:t>
                </a:r>
                <a:r>
                  <a:rPr lang="" b="1" dirty="0"/>
                  <a:t>כן</a:t>
                </a:r>
                <a:r>
                  <a:rPr lang="he-IL" b="1" dirty="0"/>
                  <a:t>/</a:t>
                </a:r>
                <a:r>
                  <a:rPr lang="" b="1" dirty="0"/>
                  <a:t>לא</a:t>
                </a:r>
                <a:r>
                  <a:rPr lang="he-IL" b="1" dirty="0"/>
                  <a:t>.</a:t>
                </a:r>
                <a:r>
                  <a:rPr lang="he-IL" dirty="0"/>
                  <a:t> </a:t>
                </a:r>
              </a:p>
              <a:p>
                <a:pPr marL="749808" lvl="1" indent="-457200" algn="r" rtl="1">
                  <a:buClrTx/>
                </a:pPr>
                <a:r>
                  <a:rPr lang="" b="1" dirty="0"/>
                  <a:t>דוגמה</a:t>
                </a:r>
                <a:r>
                  <a:rPr lang="he-IL" b="1" dirty="0"/>
                  <a:t>: </a:t>
                </a:r>
                <a:r>
                  <a:rPr lang="" dirty="0"/>
                  <a:t>בהינתן גרף </a:t>
                </a:r>
                <a14:m>
                  <m:oMath xmlns:m="http://schemas.openxmlformats.org/officeDocument/2006/math">
                    <m:r>
                      <a:rPr lang="LID4096" i="1"/>
                      <m:t>𝐺</m:t>
                    </m:r>
                  </m:oMath>
                </a14:m>
                <a:r>
                  <a:rPr lang="he-IL" dirty="0"/>
                  <a:t> </a:t>
                </a:r>
                <a:r>
                  <a:rPr lang="" dirty="0"/>
                  <a:t>ושני קודקודים </a:t>
                </a:r>
                <a14:m>
                  <m:oMath xmlns:m="http://schemas.openxmlformats.org/officeDocument/2006/math">
                    <m:r>
                      <a:rPr lang="LID4096" i="1"/>
                      <m:t>𝑢</m:t>
                    </m:r>
                  </m:oMath>
                </a14:m>
                <a:r>
                  <a:rPr lang="he-IL" dirty="0"/>
                  <a:t> ו-</a:t>
                </a:r>
                <a14:m>
                  <m:oMath xmlns:m="http://schemas.openxmlformats.org/officeDocument/2006/math">
                    <m:r>
                      <a:rPr lang="LID4096" i="1"/>
                      <m:t>𝑣</m:t>
                    </m:r>
                  </m:oMath>
                </a14:m>
                <a:r>
                  <a:rPr lang="he-IL" dirty="0"/>
                  <a:t>, </a:t>
                </a:r>
                <a:r>
                  <a:rPr lang="" b="1" dirty="0"/>
                  <a:t>האם קיים</a:t>
                </a:r>
                <a:r>
                  <a:rPr lang="" dirty="0"/>
                  <a:t> </a:t>
                </a:r>
                <a:r>
                  <a:rPr lang="" b="1" dirty="0"/>
                  <a:t>מסלול</a:t>
                </a:r>
                <a:r>
                  <a:rPr lang="" dirty="0"/>
                  <a:t> מ</a:t>
                </a:r>
                <a:r>
                  <a:rPr lang="he-IL" dirty="0"/>
                  <a:t>-</a:t>
                </a:r>
                <a14:m>
                  <m:oMath xmlns:m="http://schemas.openxmlformats.org/officeDocument/2006/math">
                    <m:r>
                      <a:rPr lang="LID4096" i="1"/>
                      <m:t>𝑢</m:t>
                    </m:r>
                  </m:oMath>
                </a14:m>
                <a:r>
                  <a:rPr lang="" dirty="0"/>
                  <a:t> ל</a:t>
                </a:r>
                <a:r>
                  <a:rPr lang="he-IL" dirty="0"/>
                  <a:t>-</a:t>
                </a:r>
                <a14:m>
                  <m:oMath xmlns:m="http://schemas.openxmlformats.org/officeDocument/2006/math">
                    <m:r>
                      <a:rPr lang="LID4096" i="1"/>
                      <m:t>𝑣</m:t>
                    </m:r>
                  </m:oMath>
                </a14:m>
                <a:r>
                  <a:rPr lang="" dirty="0"/>
                  <a:t> ב</a:t>
                </a:r>
                <a:r>
                  <a:rPr lang="he-IL" dirty="0"/>
                  <a:t>-</a:t>
                </a:r>
                <a14:m>
                  <m:oMath xmlns:m="http://schemas.openxmlformats.org/officeDocument/2006/math">
                    <m:r>
                      <a:rPr lang="LID4096" i="1"/>
                      <m:t>𝐺</m:t>
                    </m:r>
                  </m:oMath>
                </a14:m>
                <a:r>
                  <a:rPr lang="he-IL" dirty="0"/>
                  <a:t>?</a:t>
                </a:r>
                <a:endParaRPr lang="he-IL" b="1" dirty="0"/>
              </a:p>
              <a:p>
                <a:pPr algn="r" rtl="1"/>
                <a:endParaRPr lang="he-IL" dirty="0"/>
              </a:p>
              <a:p>
                <a:pPr algn="r" rtl="1"/>
                <a:endParaRPr lang="he-IL" dirty="0"/>
              </a:p>
              <a:p>
                <a:pPr marL="457200" indent="-457200" algn="r" rtl="1">
                  <a:buClr>
                    <a:schemeClr val="tx1"/>
                  </a:buClr>
                  <a:buFont typeface="+mj-lt"/>
                  <a:buAutoNum type="arabicPeriod" startAt="2"/>
                </a:pPr>
                <a:r>
                  <a:rPr lang="" b="1" dirty="0"/>
                  <a:t>בעיות אופטימיזציה</a:t>
                </a:r>
                <a:r>
                  <a:rPr lang="" dirty="0"/>
                  <a:t> </a:t>
                </a:r>
                <a:r>
                  <a:rPr lang="he-IL" dirty="0"/>
                  <a:t>– </a:t>
                </a:r>
                <a:r>
                  <a:rPr lang="" dirty="0"/>
                  <a:t>לכל מופע קיימת קבוצת פתרונות אפשריים</a:t>
                </a:r>
                <a:r>
                  <a:rPr lang="he-IL" dirty="0"/>
                  <a:t>, </a:t>
                </a:r>
                <a:r>
                  <a:rPr lang="" dirty="0"/>
                  <a:t>והמטרה היא </a:t>
                </a:r>
                <a:br>
                  <a:rPr lang="" dirty="0"/>
                </a:br>
                <a:r>
                  <a:rPr lang="" dirty="0"/>
                  <a:t>למצוא פתרון בעל </a:t>
                </a:r>
                <a:r>
                  <a:rPr lang="" b="1" dirty="0"/>
                  <a:t>ערך אופטימלי</a:t>
                </a:r>
                <a:r>
                  <a:rPr lang="he-IL" b="1" dirty="0"/>
                  <a:t> </a:t>
                </a:r>
                <a:r>
                  <a:rPr lang="he-IL" dirty="0"/>
                  <a:t>(</a:t>
                </a:r>
                <a:r>
                  <a:rPr lang="" dirty="0"/>
                  <a:t>מקסימלי או מינימלי</a:t>
                </a:r>
                <a:r>
                  <a:rPr lang="he-IL" dirty="0"/>
                  <a:t>, כתלות בבעיה).</a:t>
                </a:r>
              </a:p>
              <a:p>
                <a:pPr marL="749808" lvl="1" indent="-457200" algn="r" rtl="1">
                  <a:buClr>
                    <a:schemeClr val="tx1"/>
                  </a:buClr>
                </a:pPr>
                <a:r>
                  <a:rPr lang="" b="1" dirty="0"/>
                  <a:t>דוגמה</a:t>
                </a:r>
                <a:r>
                  <a:rPr lang="he-IL" b="1" dirty="0"/>
                  <a:t>: </a:t>
                </a:r>
                <a:r>
                  <a:rPr lang="" dirty="0"/>
                  <a:t>בהינתן גרף </a:t>
                </a:r>
                <a14:m>
                  <m:oMath xmlns:m="http://schemas.openxmlformats.org/officeDocument/2006/math">
                    <m:r>
                      <a:rPr lang="LID4096" i="1"/>
                      <m:t>𝐺</m:t>
                    </m:r>
                  </m:oMath>
                </a14:m>
                <a:r>
                  <a:rPr lang="he-IL" dirty="0"/>
                  <a:t> </a:t>
                </a:r>
                <a:r>
                  <a:rPr lang="" dirty="0"/>
                  <a:t>ושני קודקודים </a:t>
                </a:r>
                <a14:m>
                  <m:oMath xmlns:m="http://schemas.openxmlformats.org/officeDocument/2006/math">
                    <m:r>
                      <a:rPr lang="LID4096" i="1"/>
                      <m:t>𝑢</m:t>
                    </m:r>
                  </m:oMath>
                </a14:m>
                <a:r>
                  <a:rPr lang="he-IL" dirty="0"/>
                  <a:t> ו-</a:t>
                </a:r>
                <a14:m>
                  <m:oMath xmlns:m="http://schemas.openxmlformats.org/officeDocument/2006/math">
                    <m:r>
                      <a:rPr lang="LID4096" i="1"/>
                      <m:t>𝑣</m:t>
                    </m:r>
                  </m:oMath>
                </a14:m>
                <a:r>
                  <a:rPr lang="he-IL" dirty="0"/>
                  <a:t>, </a:t>
                </a:r>
                <a:r>
                  <a:rPr lang="" b="1" dirty="0"/>
                  <a:t>מצאו מסלול</a:t>
                </a:r>
                <a:r>
                  <a:rPr lang="" dirty="0"/>
                  <a:t> קצר ביותר מ</a:t>
                </a:r>
                <a:r>
                  <a:rPr lang="he-IL" dirty="0"/>
                  <a:t>-</a:t>
                </a:r>
                <a14:m>
                  <m:oMath xmlns:m="http://schemas.openxmlformats.org/officeDocument/2006/math">
                    <m:r>
                      <a:rPr lang="LID4096" i="1"/>
                      <m:t>𝑢</m:t>
                    </m:r>
                  </m:oMath>
                </a14:m>
                <a:r>
                  <a:rPr lang="" dirty="0"/>
                  <a:t> ל</a:t>
                </a:r>
                <a:r>
                  <a:rPr lang="he-IL" dirty="0"/>
                  <a:t>-</a:t>
                </a:r>
                <a14:m>
                  <m:oMath xmlns:m="http://schemas.openxmlformats.org/officeDocument/2006/math">
                    <m:r>
                      <a:rPr lang="LID4096" i="1"/>
                      <m:t>𝑣</m:t>
                    </m:r>
                  </m:oMath>
                </a14:m>
                <a:r>
                  <a:rPr lang="" dirty="0"/>
                  <a:t> ב</a:t>
                </a:r>
                <a:r>
                  <a:rPr lang="he-IL" dirty="0"/>
                  <a:t>-</a:t>
                </a:r>
                <a14:m>
                  <m:oMath xmlns:m="http://schemas.openxmlformats.org/officeDocument/2006/math">
                    <m:r>
                      <a:rPr lang="LID4096" i="1"/>
                      <m:t>𝐺</m:t>
                    </m:r>
                  </m:oMath>
                </a14:m>
                <a:r>
                  <a:rPr lang="he-IL" dirty="0"/>
                  <a:t>. </a:t>
                </a:r>
                <a:br>
                  <a:rPr lang="en-US" dirty="0"/>
                </a:br>
                <a:r>
                  <a:rPr lang="he-IL" dirty="0"/>
                  <a:t>	</a:t>
                </a:r>
                <a:r>
                  <a:rPr lang="" dirty="0"/>
                  <a:t>אם לא קיים מסלול </a:t>
                </a:r>
                <a:r>
                  <a:rPr lang="he-IL" dirty="0"/>
                  <a:t>– </a:t>
                </a:r>
                <a:r>
                  <a:rPr lang="" dirty="0"/>
                  <a:t>החזירו </a:t>
                </a:r>
                <a:r>
                  <a:rPr lang="he-IL" dirty="0"/>
                  <a:t>"</a:t>
                </a:r>
                <a:r>
                  <a:rPr lang="" dirty="0"/>
                  <a:t>אין מסלול</a:t>
                </a:r>
                <a:r>
                  <a:rPr lang="he-IL" dirty="0"/>
                  <a:t>".</a:t>
                </a:r>
                <a:endParaRPr lang="" dirty="0"/>
              </a:p>
              <a:p>
                <a:pPr algn="r" rtl="1"/>
                <a:endParaRPr lang="he-IL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4A477EB-09E4-44B8-AA81-12E94B36757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t="-1515" r="-1636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05D3A2-F793-415C-85D9-99C7042837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AE89A-01D6-4785-9A45-0DA1DE83C585}" type="datetime9">
              <a:rPr lang="he-IL" smtClean="0"/>
              <a:t>16 אוקטובר, 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ACA459-7B44-41B0-9E75-13CED766BC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4B3E8B-CB56-49A1-8B85-61557EADDE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 dirty="0"/>
              <a:t>תרגול 1 - מבוא </a:t>
            </a:r>
            <a:r>
              <a:rPr lang="he-IL" dirty="0" err="1"/>
              <a:t>ורדוקציות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B073880-C03F-3E08-A4A7-20AF9B0B298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50000"/>
          <a:stretch>
            <a:fillRect/>
          </a:stretch>
        </p:blipFill>
        <p:spPr>
          <a:xfrm>
            <a:off x="854959" y="2231404"/>
            <a:ext cx="1863835" cy="139787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BF17A05-D508-18A5-3377-3B097344A98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0000"/>
          <a:stretch>
            <a:fillRect/>
          </a:stretch>
        </p:blipFill>
        <p:spPr>
          <a:xfrm>
            <a:off x="1097280" y="4014950"/>
            <a:ext cx="1790263" cy="1342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7910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04DDAF3B-0B53-459C-A723-D684A89117E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 rtl="1"/>
            <a:r>
              <a:rPr lang="he-IL" dirty="0" err="1"/>
              <a:t>רדוקציות</a:t>
            </a:r>
            <a:endParaRPr lang="en-US" dirty="0"/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D2569F3B-54CB-4779-A94E-08633DE6471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0CD959-12D9-420E-A02F-D6840EF30D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391CA9-F0D7-43DA-A3E5-EA578DC91807}" type="datetime9">
              <a:rPr lang="he-IL" smtClean="0"/>
              <a:t>16 אוקטובר, 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291097-0CA5-44F9-B83C-6FB07B1C8E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תרגול 1 - מבוא ורדוקציות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DAF9DA-08A9-45C2-9EE3-17AF8E6DF2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25645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2AD4F16-DFE6-C40C-3ABE-C4CB1D1A7F0E}"/>
              </a:ext>
            </a:extLst>
          </p:cNvPr>
          <p:cNvSpPr/>
          <p:nvPr/>
        </p:nvSpPr>
        <p:spPr>
          <a:xfrm>
            <a:off x="924910" y="5447069"/>
            <a:ext cx="10230771" cy="462456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E5D9A3-7859-461A-BA75-39B51C16DC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he-IL" dirty="0"/>
              <a:t>מוטיבציה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01FF0A8-4C91-4FEC-A558-D2207C86E8F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24910" y="1845734"/>
                <a:ext cx="10230770" cy="4365880"/>
              </a:xfrm>
            </p:spPr>
            <p:txBody>
              <a:bodyPr>
                <a:normAutofit/>
              </a:bodyPr>
              <a:lstStyle/>
              <a:p>
                <a:pPr algn="r" rtl="1"/>
                <a:r>
                  <a:rPr lang="" b="1" dirty="0"/>
                  <a:t>לא תמיד צריך לפתור הכול מאפס</a:t>
                </a:r>
                <a:endParaRPr lang="he-IL" dirty="0"/>
              </a:p>
              <a:p>
                <a:pPr algn="r" rtl="1"/>
                <a:r>
                  <a:rPr lang="" dirty="0"/>
                  <a:t>לעיתים</a:t>
                </a:r>
                <a:r>
                  <a:rPr lang="he-IL" dirty="0"/>
                  <a:t>, </a:t>
                </a:r>
                <a:r>
                  <a:rPr lang="" dirty="0"/>
                  <a:t>במהלך פתרון בעיה</a:t>
                </a:r>
                <a:r>
                  <a:rPr lang="he-IL" dirty="0"/>
                  <a:t>, </a:t>
                </a:r>
                <a:r>
                  <a:rPr lang="" dirty="0"/>
                  <a:t>אנחנו נתקלים בתת</a:t>
                </a:r>
                <a:r>
                  <a:rPr lang="he-IL" dirty="0"/>
                  <a:t>-</a:t>
                </a:r>
                <a:r>
                  <a:rPr lang="" dirty="0"/>
                  <a:t>בעיה שכבר קיים עבורה </a:t>
                </a:r>
                <a:r>
                  <a:rPr lang="he-IL" dirty="0"/>
                  <a:t>אלגוריתם</a:t>
                </a:r>
                <a:r>
                  <a:rPr lang="" dirty="0"/>
                  <a:t> ידוע</a:t>
                </a:r>
                <a:r>
                  <a:rPr lang="he-IL" dirty="0"/>
                  <a:t>.</a:t>
                </a:r>
                <a:br>
                  <a:rPr lang="" dirty="0"/>
                </a:br>
                <a:r>
                  <a:rPr lang="" dirty="0"/>
                  <a:t>במקום לתאר מחדש כיצד לפתור אותה</a:t>
                </a:r>
                <a:r>
                  <a:rPr lang="he-IL" dirty="0"/>
                  <a:t>, </a:t>
                </a:r>
                <a:r>
                  <a:rPr lang="" dirty="0"/>
                  <a:t>אפשר להשתמש באלגוריתם הקיים כ</a:t>
                </a:r>
                <a:r>
                  <a:rPr lang="he-IL" dirty="0"/>
                  <a:t>-</a:t>
                </a:r>
                <a:r>
                  <a:rPr lang="he-IL" b="1" dirty="0"/>
                  <a:t>"</a:t>
                </a:r>
                <a:r>
                  <a:rPr lang="" b="1" dirty="0"/>
                  <a:t>קופסה שחורה</a:t>
                </a:r>
                <a:r>
                  <a:rPr lang="he-IL" b="1" dirty="0"/>
                  <a:t>" </a:t>
                </a:r>
                <a:r>
                  <a:rPr lang="" dirty="0"/>
                  <a:t>וליהנות מהנכונות ומזמן הריצה שלו</a:t>
                </a:r>
                <a:r>
                  <a:rPr lang="he-IL" dirty="0"/>
                  <a:t>.</a:t>
                </a:r>
                <a:endParaRPr lang="" dirty="0"/>
              </a:p>
              <a:p>
                <a:pPr algn="r" rtl="1"/>
                <a:r>
                  <a:rPr lang="" b="1" dirty="0"/>
                  <a:t>לדוגמה</a:t>
                </a:r>
                <a:r>
                  <a:rPr lang="he-IL" b="1" dirty="0"/>
                  <a:t>: </a:t>
                </a:r>
                <a:r>
                  <a:rPr lang="" dirty="0"/>
                  <a:t>אם במהלך האלגוריתם צריך למיין מערך</a:t>
                </a:r>
                <a:r>
                  <a:rPr lang="he-IL" dirty="0"/>
                  <a:t>, </a:t>
                </a:r>
                <a:r>
                  <a:rPr lang="" dirty="0"/>
                  <a:t>בדרך כלל פשוט נאמר</a:t>
                </a:r>
                <a:r>
                  <a:rPr lang="he-IL" dirty="0"/>
                  <a:t> "</a:t>
                </a:r>
                <a:r>
                  <a:rPr lang="" i="1" dirty="0"/>
                  <a:t>נמיין את המערך</a:t>
                </a:r>
                <a:r>
                  <a:rPr lang="he-IL" i="1" dirty="0"/>
                  <a:t> באמצעות אלגוריתם</a:t>
                </a:r>
                <a:r>
                  <a:rPr lang="he-IL" sz="1800" i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</a:t>
                </a:r>
                <a:r>
                  <a:rPr lang="en-US" sz="1800" b="1" i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merge sort</a:t>
                </a:r>
                <a:r>
                  <a:rPr lang="he-IL" i="1" dirty="0">
                    <a:latin typeface="+mj-lt"/>
                  </a:rPr>
                  <a:t>"</a:t>
                </a:r>
                <a:r>
                  <a:rPr lang="he-IL" i="1" dirty="0"/>
                  <a:t> – </a:t>
                </a:r>
                <a:r>
                  <a:rPr lang="he-IL" dirty="0"/>
                  <a:t>מ</a:t>
                </a:r>
                <a:r>
                  <a:rPr lang="" dirty="0"/>
                  <a:t>בלי לתאר</a:t>
                </a:r>
                <a:r>
                  <a:rPr lang="he-IL" dirty="0"/>
                  <a:t> מחדש</a:t>
                </a:r>
                <a:r>
                  <a:rPr lang="" dirty="0"/>
                  <a:t> את אלגוריתם המיון עצמו</a:t>
                </a:r>
                <a:r>
                  <a:rPr lang="he-IL" dirty="0"/>
                  <a:t>.</a:t>
                </a:r>
                <a:endParaRPr lang="" dirty="0"/>
              </a:p>
              <a:p>
                <a:pPr algn="r" rtl="1"/>
                <a:endParaRPr lang="he-IL" b="1" dirty="0"/>
              </a:p>
              <a:p>
                <a:pPr algn="r" rtl="1"/>
                <a:r>
                  <a:rPr lang="he-IL" b="1" dirty="0"/>
                  <a:t>רדוקציה היא בדיוק אותו הרעיון! </a:t>
                </a:r>
                <a:br>
                  <a:rPr lang="en-US" b="1" dirty="0"/>
                </a:br>
                <a:r>
                  <a:rPr lang="he-IL" dirty="0"/>
                  <a:t>אנחנו מעוניינים לפתור בעיה מסוימת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he-IL" dirty="0"/>
                  <a:t> תוך שימוש </a:t>
                </a:r>
                <a:r>
                  <a:rPr lang="he-IL" b="1" dirty="0"/>
                  <a:t>ב"קופסה שחורה" </a:t>
                </a:r>
                <a:r>
                  <a:rPr lang="he-IL" dirty="0"/>
                  <a:t>הפותרת בעיה נוספת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he-IL" dirty="0"/>
                  <a:t>.</a:t>
                </a:r>
              </a:p>
              <a:p>
                <a:pPr algn="r" rtl="1"/>
                <a:endParaRPr lang="he-IL" b="1" dirty="0"/>
              </a:p>
              <a:p>
                <a:pPr algn="r" rtl="1">
                  <a:spcBef>
                    <a:spcPts val="0"/>
                  </a:spcBef>
                </a:pPr>
                <a:r>
                  <a:rPr lang="he-IL" b="1" dirty="0"/>
                  <a:t>הערה:</a:t>
                </a:r>
                <a:r>
                  <a:rPr lang="he-IL" dirty="0"/>
                  <a:t> אין להניח דבר על אופן פעולת הקופסה השחורה מלבד העובדה שהוא פותר נכון את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he-IL" dirty="0"/>
                  <a:t> לכל מופע.</a:t>
                </a:r>
              </a:p>
              <a:p>
                <a:pPr algn="r" rtl="1"/>
                <a:endParaRPr lang="he-IL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01FF0A8-4C91-4FEC-A558-D2207C86E8F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24910" y="1845734"/>
                <a:ext cx="10230770" cy="4365880"/>
              </a:xfrm>
              <a:blipFill>
                <a:blip r:embed="rId3"/>
                <a:stretch>
                  <a:fillRect l="-477" t="-1676" r="-1549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Date Placeholder 35">
            <a:extLst>
              <a:ext uri="{FF2B5EF4-FFF2-40B4-BE49-F238E27FC236}">
                <a16:creationId xmlns:a16="http://schemas.microsoft.com/office/drawing/2014/main" id="{75484A69-D363-4744-A4FF-6CA0D93D18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DE4555-E6A8-42F3-BE41-8458B6110F69}" type="datetime9">
              <a:rPr lang="he-IL" smtClean="0"/>
              <a:t>16 אוקטובר, 2026</a:t>
            </a:fld>
            <a:endParaRPr lang="en-US" dirty="0"/>
          </a:p>
        </p:txBody>
      </p:sp>
      <p:sp>
        <p:nvSpPr>
          <p:cNvPr id="37" name="Slide Number Placeholder 36">
            <a:extLst>
              <a:ext uri="{FF2B5EF4-FFF2-40B4-BE49-F238E27FC236}">
                <a16:creationId xmlns:a16="http://schemas.microsoft.com/office/drawing/2014/main" id="{55648BD3-20E2-47C0-9C53-55DCEA3343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38" name="Footer Placeholder 37">
            <a:extLst>
              <a:ext uri="{FF2B5EF4-FFF2-40B4-BE49-F238E27FC236}">
                <a16:creationId xmlns:a16="http://schemas.microsoft.com/office/drawing/2014/main" id="{7B7C9514-EC4C-4F54-B793-B2972FDADE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תרגול 1 - מבוא ורדוקציות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41458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3" grpId="0" uiExpan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5FA15FC-0EB5-460B-BA0E-8090115669F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algn="r" rtl="1"/>
                <a:r>
                  <a:rPr lang="he-IL" dirty="0"/>
                  <a:t>רדוקציה מבעיה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he-IL" dirty="0"/>
                  <a:t> לבעיה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he-IL" dirty="0"/>
                  <a:t> מורכבת משתי פונקציות המכונות "ממיר הקלט" ו"ממיר הפלט".</a:t>
                </a:r>
              </a:p>
              <a:p>
                <a:pPr lvl="1" algn="r" rtl="1"/>
                <a:r>
                  <a:rPr lang="he-IL" sz="2000" dirty="0"/>
                  <a:t>ממיר הקלט הוא אלגוריתם המעביר </a:t>
                </a:r>
                <a:r>
                  <a:rPr lang="he-IL" sz="2000" b="1" dirty="0"/>
                  <a:t>מופע </a:t>
                </a:r>
                <a:r>
                  <a:rPr lang="he-IL" sz="2000" dirty="0"/>
                  <a:t>של בעיה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he-IL" sz="2000" dirty="0"/>
                  <a:t> </a:t>
                </a:r>
                <a:r>
                  <a:rPr lang="he-IL" sz="2000" b="1" dirty="0"/>
                  <a:t>למופע </a:t>
                </a:r>
                <a:r>
                  <a:rPr lang="he-IL" sz="2000" dirty="0"/>
                  <a:t>של בעיה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𝑩</m:t>
                    </m:r>
                  </m:oMath>
                </a14:m>
                <a:r>
                  <a:rPr lang="he-IL" sz="2000" dirty="0"/>
                  <a:t>.</a:t>
                </a:r>
              </a:p>
              <a:p>
                <a:pPr lvl="1" algn="r" rtl="1"/>
                <a:r>
                  <a:rPr lang="he-IL" sz="2000" dirty="0"/>
                  <a:t>ממיר הפלט הוא אלגוריתם המעביר </a:t>
                </a:r>
                <a:r>
                  <a:rPr lang="he-IL" sz="2000" b="1" dirty="0"/>
                  <a:t>פתרון </a:t>
                </a:r>
                <a:r>
                  <a:rPr lang="he-IL" sz="2000" dirty="0"/>
                  <a:t>של בעיה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𝑩</m:t>
                    </m:r>
                  </m:oMath>
                </a14:m>
                <a:r>
                  <a:rPr lang="he-IL" sz="2000" dirty="0"/>
                  <a:t> </a:t>
                </a:r>
                <a:r>
                  <a:rPr lang="he-IL" sz="2000" b="1" dirty="0"/>
                  <a:t>לפתרון </a:t>
                </a:r>
                <a:r>
                  <a:rPr lang="he-IL" sz="2000" dirty="0"/>
                  <a:t>של בעיה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he-IL" sz="2000" dirty="0"/>
                  <a:t>.</a:t>
                </a:r>
              </a:p>
              <a:p>
                <a:pPr marL="201168" lvl="1" indent="0" algn="r" rtl="1">
                  <a:buNone/>
                </a:pPr>
                <a:endParaRPr lang="he-IL" sz="2000" b="1" dirty="0"/>
              </a:p>
              <a:p>
                <a:pPr marL="201168" lvl="1" indent="0" algn="r" rtl="1">
                  <a:buNone/>
                </a:pPr>
                <a:r>
                  <a:rPr lang="he-IL" sz="2000" b="1" dirty="0"/>
                  <a:t>האלגוריתם:</a:t>
                </a:r>
                <a:r>
                  <a:rPr lang="he-IL" sz="2000" dirty="0"/>
                  <a:t> אלגוריתם מבוסס רדוקציה יהיה מורכב מ-3 שלבים. </a:t>
                </a:r>
              </a:p>
              <a:p>
                <a:pPr marL="658368" lvl="1" indent="-457200" algn="r" rtl="1">
                  <a:buClr>
                    <a:schemeClr val="tx1"/>
                  </a:buClr>
                  <a:buFont typeface="+mj-lt"/>
                  <a:buAutoNum type="arabicPeriod"/>
                </a:pPr>
                <a:r>
                  <a:rPr lang="he-IL" sz="2000" dirty="0"/>
                  <a:t>הפעלת ממיר הקלט על הקלט לקבלת קלט לבעיה </a:t>
                </a:r>
                <a14:m>
                  <m:oMath xmlns:m="http://schemas.openxmlformats.org/officeDocument/2006/math">
                    <m:r>
                      <a:rPr lang="he-IL" sz="2000" b="0" i="1" smtClean="0">
                        <a:solidFill>
                          <a:srgbClr val="3E8853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he-IL" sz="2000" dirty="0"/>
                  <a:t>.</a:t>
                </a:r>
              </a:p>
              <a:p>
                <a:pPr marL="658368" lvl="1" indent="-457200" algn="r" rtl="1">
                  <a:buClr>
                    <a:schemeClr val="tx1"/>
                  </a:buClr>
                  <a:buFont typeface="+mj-lt"/>
                  <a:buAutoNum type="arabicPeriod"/>
                </a:pPr>
                <a:r>
                  <a:rPr lang="he-IL" sz="2000" dirty="0"/>
                  <a:t>הפעלת הקופסה השחורה על הקלט המומר.</a:t>
                </a:r>
              </a:p>
              <a:p>
                <a:pPr marL="658368" lvl="1" indent="-457200" algn="r" rtl="1">
                  <a:buClr>
                    <a:schemeClr val="tx1"/>
                  </a:buClr>
                  <a:buFont typeface="+mj-lt"/>
                  <a:buAutoNum type="arabicPeriod"/>
                </a:pPr>
                <a:r>
                  <a:rPr lang="he-IL" sz="2000" dirty="0"/>
                  <a:t>הפעלת ממיר הפלט על פלט הקופסה השחורה לקבלת הפלט לבעיה </a:t>
                </a:r>
                <a14:m>
                  <m:oMath xmlns:m="http://schemas.openxmlformats.org/officeDocument/2006/math">
                    <m:r>
                      <a:rPr lang="he-IL" sz="20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he-IL" sz="2000" dirty="0"/>
                  <a:t>.</a:t>
                </a:r>
                <a:endParaRPr lang="he-IL" sz="2000" b="1" dirty="0"/>
              </a:p>
              <a:p>
                <a:pPr marL="0" indent="0" algn="r" rtl="1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5FA15FC-0EB5-460B-BA0E-8090115669F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1515" r="-1576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590758B2-67B0-4F5B-BD45-7D6A013C8B86}"/>
              </a:ext>
            </a:extLst>
          </p:cNvPr>
          <p:cNvSpPr/>
          <p:nvPr/>
        </p:nvSpPr>
        <p:spPr>
          <a:xfrm>
            <a:off x="2539620" y="4956840"/>
            <a:ext cx="6437231" cy="1286641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6A376990-952A-4F14-9082-4640D9E8F0C1}"/>
              </a:ext>
            </a:extLst>
          </p:cNvPr>
          <p:cNvCxnSpPr>
            <a:cxnSpLocks/>
            <a:endCxn id="23" idx="1"/>
          </p:cNvCxnSpPr>
          <p:nvPr/>
        </p:nvCxnSpPr>
        <p:spPr>
          <a:xfrm>
            <a:off x="1917290" y="5797267"/>
            <a:ext cx="904562" cy="118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Rectangle: Rounded Corners 22">
                <a:extLst>
                  <a:ext uri="{FF2B5EF4-FFF2-40B4-BE49-F238E27FC236}">
                    <a16:creationId xmlns:a16="http://schemas.microsoft.com/office/drawing/2014/main" id="{8BCC3F37-8EA2-4003-B5FB-608B139E7B95}"/>
                  </a:ext>
                </a:extLst>
              </p:cNvPr>
              <p:cNvSpPr/>
              <p:nvPr/>
            </p:nvSpPr>
            <p:spPr>
              <a:xfrm>
                <a:off x="2821852" y="5437237"/>
                <a:ext cx="987728" cy="722422"/>
              </a:xfrm>
              <a:prstGeom prst="round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1"/>
                <a:r>
                  <a:rPr lang="he-IL" dirty="0">
                    <a:solidFill>
                      <a:schemeClr val="tx1"/>
                    </a:solidFill>
                  </a:rPr>
                  <a:t>ממיר הקלט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23" name="Rectangle: Rounded Corners 22">
                <a:extLst>
                  <a:ext uri="{FF2B5EF4-FFF2-40B4-BE49-F238E27FC236}">
                    <a16:creationId xmlns:a16="http://schemas.microsoft.com/office/drawing/2014/main" id="{8BCC3F37-8EA2-4003-B5FB-608B139E7B9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21852" y="5437237"/>
                <a:ext cx="987728" cy="722422"/>
              </a:xfrm>
              <a:prstGeom prst="roundRect">
                <a:avLst/>
              </a:prstGeom>
              <a:blipFill>
                <a:blip r:embed="rId3"/>
                <a:stretch>
                  <a:fillRect b="-5785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Rectangle: Rounded Corners 23">
                <a:extLst>
                  <a:ext uri="{FF2B5EF4-FFF2-40B4-BE49-F238E27FC236}">
                    <a16:creationId xmlns:a16="http://schemas.microsoft.com/office/drawing/2014/main" id="{43EB8F9F-D6D2-497D-A9F4-019D13021D89}"/>
                  </a:ext>
                </a:extLst>
              </p:cNvPr>
              <p:cNvSpPr/>
              <p:nvPr/>
            </p:nvSpPr>
            <p:spPr>
              <a:xfrm>
                <a:off x="4598076" y="5437237"/>
                <a:ext cx="1979091" cy="722422"/>
              </a:xfrm>
              <a:prstGeom prst="round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1"/>
                <a:r>
                  <a:rPr lang="he-IL" dirty="0">
                    <a:solidFill>
                      <a:schemeClr val="tx1"/>
                    </a:solidFill>
                  </a:rPr>
                  <a:t>אלגוריתם ל-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br>
                  <a:rPr lang="en-US" b="0" dirty="0">
                    <a:solidFill>
                      <a:schemeClr val="tx1"/>
                    </a:solidFill>
                  </a:rPr>
                </a:br>
                <a:r>
                  <a:rPr lang="he-IL" sz="1200" dirty="0">
                    <a:solidFill>
                      <a:schemeClr val="tx1"/>
                    </a:solidFill>
                  </a:rPr>
                  <a:t>(קופסה שחורה)</a:t>
                </a:r>
                <a:endParaRPr lang="en-US" sz="12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24" name="Rectangle: Rounded Corners 23">
                <a:extLst>
                  <a:ext uri="{FF2B5EF4-FFF2-40B4-BE49-F238E27FC236}">
                    <a16:creationId xmlns:a16="http://schemas.microsoft.com/office/drawing/2014/main" id="{43EB8F9F-D6D2-497D-A9F4-019D13021D8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8076" y="5437237"/>
                <a:ext cx="1979091" cy="722422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" name="Rectangle: Rounded Corners 24">
                <a:extLst>
                  <a:ext uri="{FF2B5EF4-FFF2-40B4-BE49-F238E27FC236}">
                    <a16:creationId xmlns:a16="http://schemas.microsoft.com/office/drawing/2014/main" id="{8D9A2A9D-738C-42F3-B06A-A8BD1B5A4833}"/>
                  </a:ext>
                </a:extLst>
              </p:cNvPr>
              <p:cNvSpPr/>
              <p:nvPr/>
            </p:nvSpPr>
            <p:spPr>
              <a:xfrm>
                <a:off x="7472029" y="5439393"/>
                <a:ext cx="1036960" cy="722422"/>
              </a:xfrm>
              <a:prstGeom prst="round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1"/>
                <a:r>
                  <a:rPr lang="he-IL" dirty="0">
                    <a:solidFill>
                      <a:schemeClr val="tx1"/>
                    </a:solidFill>
                  </a:rPr>
                  <a:t>ממיר הפלט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25" name="Rectangle: Rounded Corners 24">
                <a:extLst>
                  <a:ext uri="{FF2B5EF4-FFF2-40B4-BE49-F238E27FC236}">
                    <a16:creationId xmlns:a16="http://schemas.microsoft.com/office/drawing/2014/main" id="{8D9A2A9D-738C-42F3-B06A-A8BD1B5A483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72029" y="5439393"/>
                <a:ext cx="1036960" cy="722422"/>
              </a:xfrm>
              <a:prstGeom prst="roundRect">
                <a:avLst/>
              </a:prstGeom>
              <a:blipFill>
                <a:blip r:embed="rId5"/>
                <a:stretch>
                  <a:fillRect b="-4918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D5F360C9-D7B1-4914-8BB6-04959BD23CE4}"/>
              </a:ext>
            </a:extLst>
          </p:cNvPr>
          <p:cNvCxnSpPr>
            <a:cxnSpLocks/>
            <a:stCxn id="25" idx="3"/>
          </p:cNvCxnSpPr>
          <p:nvPr/>
        </p:nvCxnSpPr>
        <p:spPr>
          <a:xfrm flipV="1">
            <a:off x="8508989" y="5797267"/>
            <a:ext cx="1256358" cy="333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BA5C4C28-DE9C-4BAA-83F6-0FA3B77E7D11}"/>
              </a:ext>
            </a:extLst>
          </p:cNvPr>
          <p:cNvCxnSpPr>
            <a:cxnSpLocks/>
            <a:stCxn id="23" idx="3"/>
            <a:endCxn id="24" idx="1"/>
          </p:cNvCxnSpPr>
          <p:nvPr/>
        </p:nvCxnSpPr>
        <p:spPr>
          <a:xfrm>
            <a:off x="3809580" y="5798448"/>
            <a:ext cx="788496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FDFF66EA-7EEC-4DE7-AF64-73499166C7F6}"/>
              </a:ext>
            </a:extLst>
          </p:cNvPr>
          <p:cNvCxnSpPr>
            <a:cxnSpLocks/>
            <a:stCxn id="24" idx="3"/>
            <a:endCxn id="25" idx="1"/>
          </p:cNvCxnSpPr>
          <p:nvPr/>
        </p:nvCxnSpPr>
        <p:spPr>
          <a:xfrm>
            <a:off x="6577167" y="5798448"/>
            <a:ext cx="894862" cy="215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238EFA75-4695-43B0-9D22-5070ACB5212F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 algn="r" rtl="1"/>
                <a:r>
                  <a:rPr lang="he-IL" dirty="0"/>
                  <a:t>הגדרה פורמלית לרדוקציה מבעיה </a:t>
                </a:r>
                <a14:m>
                  <m:oMath xmlns:m="http://schemas.openxmlformats.org/officeDocument/2006/math">
                    <m:r>
                      <a:rPr lang="he-IL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he-IL" dirty="0"/>
                  <a:t> לבעיה </a:t>
                </a:r>
                <a14:m>
                  <m:oMath xmlns:m="http://schemas.openxmlformats.org/officeDocument/2006/math">
                    <m:r>
                      <a:rPr lang="he-IL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238EFA75-4695-43B0-9D22-5070ACB5212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6"/>
                <a:stretch>
                  <a:fillRect r="-2727" b="-21849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F7D4DC-5CAB-41FB-8D8B-4721BF16EF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BA6A25-FA33-45DD-B100-6721A85181FE}" type="datetime9">
              <a:rPr lang="he-IL" smtClean="0"/>
              <a:t>16 אוקטובר, 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188E88-61E5-4E47-8F4F-ADAFA218D4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7039F6-D3D4-4FA7-9676-56663384D7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תרגול 1 - מבוא ורדוקציות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6B833042-0D98-EF4C-C3AA-D7DCFDCC4177}"/>
                  </a:ext>
                </a:extLst>
              </p:cNvPr>
              <p:cNvSpPr txBox="1"/>
              <p:nvPr/>
            </p:nvSpPr>
            <p:spPr>
              <a:xfrm>
                <a:off x="2065290" y="5446323"/>
                <a:ext cx="3679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6B833042-0D98-EF4C-C3AA-D7DCFDCC41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5290" y="5446323"/>
                <a:ext cx="367986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B236750D-3A67-810B-9F7D-ADB526EC4061}"/>
                  </a:ext>
                </a:extLst>
              </p:cNvPr>
              <p:cNvSpPr txBox="1"/>
              <p:nvPr/>
            </p:nvSpPr>
            <p:spPr>
              <a:xfrm>
                <a:off x="3867019" y="5446323"/>
                <a:ext cx="69717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i="1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B236750D-3A67-810B-9F7D-ADB526EC40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67019" y="5446323"/>
                <a:ext cx="697179" cy="369332"/>
              </a:xfrm>
              <a:prstGeom prst="rect">
                <a:avLst/>
              </a:prstGeom>
              <a:blipFill>
                <a:blip r:embed="rId8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78ABFCAC-C047-0318-A847-8144B111263F}"/>
                  </a:ext>
                </a:extLst>
              </p:cNvPr>
              <p:cNvSpPr txBox="1"/>
              <p:nvPr/>
            </p:nvSpPr>
            <p:spPr>
              <a:xfrm>
                <a:off x="6821470" y="5446323"/>
                <a:ext cx="37875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𝜋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78ABFCAC-C047-0318-A847-8144B11126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1470" y="5446323"/>
                <a:ext cx="378758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A62B0008-7BB5-5AF2-9B6E-7E003331041E}"/>
                  </a:ext>
                </a:extLst>
              </p:cNvPr>
              <p:cNvSpPr txBox="1"/>
              <p:nvPr/>
            </p:nvSpPr>
            <p:spPr>
              <a:xfrm>
                <a:off x="8933381" y="5427935"/>
                <a:ext cx="71538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i="1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A62B0008-7BB5-5AF2-9B6E-7E00333104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33381" y="5427935"/>
                <a:ext cx="715388" cy="369332"/>
              </a:xfrm>
              <a:prstGeom prst="rect">
                <a:avLst/>
              </a:prstGeom>
              <a:blipFill>
                <a:blip r:embed="rId10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08B34250-3314-47D0-9D25-5BFD1189AF83}"/>
                  </a:ext>
                </a:extLst>
              </p:cNvPr>
              <p:cNvSpPr/>
              <p:nvPr/>
            </p:nvSpPr>
            <p:spPr>
              <a:xfrm>
                <a:off x="2539621" y="4956840"/>
                <a:ext cx="6096000" cy="369332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 marL="91440" indent="-91440" algn="ctr" rtl="1">
                  <a:buClr>
                    <a:schemeClr val="accent1"/>
                  </a:buClr>
                  <a:buSzPct val="100000"/>
                  <a:buFont typeface="Calibri" panose="020F0502020204030204" pitchFamily="34" charset="0"/>
                  <a:buChar char=" "/>
                </a:pPr>
                <a:r>
                  <a:rPr lang="he-IL" dirty="0"/>
                  <a:t>אלגוריתם מבוסס רדוקציה ל-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08B34250-3314-47D0-9D25-5BFD1189AF8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39621" y="4956840"/>
                <a:ext cx="6096000" cy="369332"/>
              </a:xfrm>
              <a:prstGeom prst="rect">
                <a:avLst/>
              </a:prstGeom>
              <a:blipFill>
                <a:blip r:embed="rId11"/>
                <a:stretch>
                  <a:fillRect t="-9836" b="-22951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633227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5" grpId="0" animBg="1"/>
      <p:bldP spid="33" grpId="0"/>
      <p:bldP spid="40" grpId="0"/>
      <p:bldP spid="41" grpId="0"/>
      <p:bldP spid="4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FCB07D85-EEDC-1698-C954-0184F08D13B2}"/>
              </a:ext>
            </a:extLst>
          </p:cNvPr>
          <p:cNvSpPr/>
          <p:nvPr/>
        </p:nvSpPr>
        <p:spPr>
          <a:xfrm>
            <a:off x="2433276" y="4187689"/>
            <a:ext cx="8722404" cy="649000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E9D721FF-A623-2253-7CE8-50D26BEFB516}"/>
              </a:ext>
            </a:extLst>
          </p:cNvPr>
          <p:cNvSpPr/>
          <p:nvPr/>
        </p:nvSpPr>
        <p:spPr>
          <a:xfrm>
            <a:off x="2433276" y="2880852"/>
            <a:ext cx="8722404" cy="716146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8EFA75-4695-43B0-9D22-5070ACB521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he-IL" dirty="0"/>
              <a:t>הוכחת נכונות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5FA15FC-0EB5-460B-BA0E-8090115669F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algn="r" rtl="1"/>
                <a:r>
                  <a:rPr lang="he-IL" b="1" dirty="0"/>
                  <a:t>איך נוכיח את נכונות האלגוריתם?</a:t>
                </a:r>
              </a:p>
              <a:p>
                <a:pPr algn="r" rtl="1">
                  <a:spcAft>
                    <a:spcPts val="1200"/>
                  </a:spcAft>
                </a:pPr>
                <a:r>
                  <a:rPr lang="he-IL" dirty="0"/>
                  <a:t>נראה שפלט האלגוריתם הוא למעשה הפלט הצפוי לבעיה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he-IL" dirty="0"/>
                  <a:t>.</a:t>
                </a:r>
                <a:endParaRPr lang="he-IL" sz="100" b="1" dirty="0"/>
              </a:p>
              <a:p>
                <a:pPr algn="r" rtl="1"/>
                <a:r>
                  <a:rPr lang="he-IL" b="1" dirty="0"/>
                  <a:t>פורמלית:</a:t>
                </a:r>
                <a:r>
                  <a:rPr lang="he-IL" dirty="0"/>
                  <a:t> נראה שעבור מופע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he-IL" dirty="0"/>
                  <a:t> לבעיה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he-IL" dirty="0"/>
                  <a:t>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</m:d>
                  </m:oMath>
                </a14:m>
                <a:r>
                  <a:rPr lang="he-IL" dirty="0"/>
                  <a:t> מהווה פתרון למופע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he-IL" dirty="0"/>
                  <a:t> תחת הבעיה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he-IL" dirty="0"/>
                  <a:t>.</a:t>
                </a:r>
              </a:p>
              <a:p>
                <a:pPr lvl="1" algn="r" rtl="1">
                  <a:spcAft>
                    <a:spcPts val="1200"/>
                  </a:spcAft>
                </a:pPr>
                <a:r>
                  <a:rPr lang="he-IL" dirty="0"/>
                  <a:t>באופן הזה למעשה נגדיר את </a:t>
                </a:r>
                <a:r>
                  <a:rPr lang="he-IL" b="1" dirty="0"/>
                  <a:t>הטענה הראשית</a:t>
                </a:r>
                <a:r>
                  <a:rPr lang="he-IL" dirty="0"/>
                  <a:t> בהוכחה של אלגוריתמים מבוססי רדוקציה.</a:t>
                </a:r>
              </a:p>
              <a:p>
                <a:pPr algn="r" rtl="1">
                  <a:spcAft>
                    <a:spcPts val="1200"/>
                  </a:spcAft>
                </a:pPr>
                <a:r>
                  <a:rPr lang="he-IL" sz="2000" b="1" dirty="0"/>
                  <a:t>בעיה: </a:t>
                </a:r>
                <a:r>
                  <a:rPr lang="he-IL" sz="2000" dirty="0"/>
                  <a:t>הטענה הזו היא כללית ולא באמת מראה קשר מבני בין בעיה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he-IL" sz="2000" dirty="0"/>
                  <a:t> לבעיה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he-IL" sz="2000" dirty="0"/>
                  <a:t>.</a:t>
                </a:r>
                <a:endParaRPr lang="he-IL" dirty="0"/>
              </a:p>
              <a:p>
                <a:pPr algn="r" rtl="1"/>
                <a:r>
                  <a:rPr lang="he-IL" b="1" dirty="0"/>
                  <a:t>פתרון:</a:t>
                </a:r>
                <a:r>
                  <a:rPr lang="he-IL" dirty="0"/>
                  <a:t> בנוסף לטענה הראשית, נגדיר </a:t>
                </a:r>
                <a:r>
                  <a:rPr lang="he-IL" b="1" dirty="0"/>
                  <a:t>טענת עזר </a:t>
                </a:r>
                <a:r>
                  <a:rPr lang="he-IL" dirty="0"/>
                  <a:t>שתציג את הקשר בין הבעיות.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5FA15FC-0EB5-460B-BA0E-8090115669F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1515" r="-1576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F7D4DC-5CAB-41FB-8D8B-4721BF16EF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E40B4-C504-43E9-B90E-125B06752471}" type="datetime9">
              <a:rPr lang="he-IL" smtClean="0"/>
              <a:t>16 אוקטובר, 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188E88-61E5-4E47-8F4F-ADAFA218D4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7039F6-D3D4-4FA7-9676-56663384D7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תרגול 1 - מבוא ורדוקציות</a:t>
            </a:r>
            <a:endParaRPr lang="en-US" dirty="0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09BA8449-9B50-E64D-8833-3A4CB7B0B2FC}"/>
              </a:ext>
            </a:extLst>
          </p:cNvPr>
          <p:cNvSpPr/>
          <p:nvPr/>
        </p:nvSpPr>
        <p:spPr>
          <a:xfrm>
            <a:off x="2539620" y="4956840"/>
            <a:ext cx="6437231" cy="1286641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1C441570-3325-7D6A-E986-4315A5B9DB0E}"/>
              </a:ext>
            </a:extLst>
          </p:cNvPr>
          <p:cNvCxnSpPr>
            <a:cxnSpLocks/>
            <a:endCxn id="36" idx="1"/>
          </p:cNvCxnSpPr>
          <p:nvPr/>
        </p:nvCxnSpPr>
        <p:spPr>
          <a:xfrm>
            <a:off x="1917290" y="5797267"/>
            <a:ext cx="904562" cy="118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6" name="Rectangle: Rounded Corners 35">
                <a:extLst>
                  <a:ext uri="{FF2B5EF4-FFF2-40B4-BE49-F238E27FC236}">
                    <a16:creationId xmlns:a16="http://schemas.microsoft.com/office/drawing/2014/main" id="{B8D7B0E5-C54A-BCB7-EB43-4CF9E8EEE414}"/>
                  </a:ext>
                </a:extLst>
              </p:cNvPr>
              <p:cNvSpPr/>
              <p:nvPr/>
            </p:nvSpPr>
            <p:spPr>
              <a:xfrm>
                <a:off x="2821852" y="5437237"/>
                <a:ext cx="987728" cy="722422"/>
              </a:xfrm>
              <a:prstGeom prst="round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1"/>
                <a:r>
                  <a:rPr lang="he-IL" dirty="0">
                    <a:solidFill>
                      <a:schemeClr val="tx1"/>
                    </a:solidFill>
                  </a:rPr>
                  <a:t>ממיר הקלט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36" name="Rectangle: Rounded Corners 35">
                <a:extLst>
                  <a:ext uri="{FF2B5EF4-FFF2-40B4-BE49-F238E27FC236}">
                    <a16:creationId xmlns:a16="http://schemas.microsoft.com/office/drawing/2014/main" id="{B8D7B0E5-C54A-BCB7-EB43-4CF9E8EEE41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21852" y="5437237"/>
                <a:ext cx="987728" cy="722422"/>
              </a:xfrm>
              <a:prstGeom prst="roundRect">
                <a:avLst/>
              </a:prstGeom>
              <a:blipFill>
                <a:blip r:embed="rId3"/>
                <a:stretch>
                  <a:fillRect b="-5785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7" name="Rectangle: Rounded Corners 36">
                <a:extLst>
                  <a:ext uri="{FF2B5EF4-FFF2-40B4-BE49-F238E27FC236}">
                    <a16:creationId xmlns:a16="http://schemas.microsoft.com/office/drawing/2014/main" id="{86298213-C163-38C4-4FB7-194B08C41561}"/>
                  </a:ext>
                </a:extLst>
              </p:cNvPr>
              <p:cNvSpPr/>
              <p:nvPr/>
            </p:nvSpPr>
            <p:spPr>
              <a:xfrm>
                <a:off x="4598076" y="5437237"/>
                <a:ext cx="1979091" cy="722422"/>
              </a:xfrm>
              <a:prstGeom prst="round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1"/>
                <a:r>
                  <a:rPr lang="he-IL" dirty="0">
                    <a:solidFill>
                      <a:schemeClr val="tx1"/>
                    </a:solidFill>
                  </a:rPr>
                  <a:t>אלגוריתם ל-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br>
                  <a:rPr lang="en-US" b="0" dirty="0">
                    <a:solidFill>
                      <a:schemeClr val="tx1"/>
                    </a:solidFill>
                  </a:rPr>
                </a:br>
                <a:r>
                  <a:rPr lang="he-IL" sz="1200" dirty="0">
                    <a:solidFill>
                      <a:schemeClr val="tx1"/>
                    </a:solidFill>
                  </a:rPr>
                  <a:t>(קופסה שחורה)</a:t>
                </a:r>
                <a:endParaRPr lang="en-US" sz="12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37" name="Rectangle: Rounded Corners 36">
                <a:extLst>
                  <a:ext uri="{FF2B5EF4-FFF2-40B4-BE49-F238E27FC236}">
                    <a16:creationId xmlns:a16="http://schemas.microsoft.com/office/drawing/2014/main" id="{86298213-C163-38C4-4FB7-194B08C4156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8076" y="5437237"/>
                <a:ext cx="1979091" cy="722422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8" name="Rectangle: Rounded Corners 37">
                <a:extLst>
                  <a:ext uri="{FF2B5EF4-FFF2-40B4-BE49-F238E27FC236}">
                    <a16:creationId xmlns:a16="http://schemas.microsoft.com/office/drawing/2014/main" id="{CD06CD95-0705-E0AD-957D-9456B1388CA4}"/>
                  </a:ext>
                </a:extLst>
              </p:cNvPr>
              <p:cNvSpPr/>
              <p:nvPr/>
            </p:nvSpPr>
            <p:spPr>
              <a:xfrm>
                <a:off x="7472029" y="5439393"/>
                <a:ext cx="1036960" cy="722422"/>
              </a:xfrm>
              <a:prstGeom prst="round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1"/>
                <a:r>
                  <a:rPr lang="he-IL" dirty="0">
                    <a:solidFill>
                      <a:schemeClr val="tx1"/>
                    </a:solidFill>
                  </a:rPr>
                  <a:t>ממיר הפלט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38" name="Rectangle: Rounded Corners 37">
                <a:extLst>
                  <a:ext uri="{FF2B5EF4-FFF2-40B4-BE49-F238E27FC236}">
                    <a16:creationId xmlns:a16="http://schemas.microsoft.com/office/drawing/2014/main" id="{CD06CD95-0705-E0AD-957D-9456B1388CA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72029" y="5439393"/>
                <a:ext cx="1036960" cy="722422"/>
              </a:xfrm>
              <a:prstGeom prst="roundRect">
                <a:avLst/>
              </a:prstGeom>
              <a:blipFill>
                <a:blip r:embed="rId5"/>
                <a:stretch>
                  <a:fillRect b="-4918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F5B97F0B-03FB-933A-54F2-E9E62B6A5A7C}"/>
              </a:ext>
            </a:extLst>
          </p:cNvPr>
          <p:cNvCxnSpPr>
            <a:cxnSpLocks/>
            <a:stCxn id="38" idx="3"/>
          </p:cNvCxnSpPr>
          <p:nvPr/>
        </p:nvCxnSpPr>
        <p:spPr>
          <a:xfrm flipV="1">
            <a:off x="8508989" y="5797267"/>
            <a:ext cx="1256358" cy="333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8DE1D50B-7447-48D8-2810-FC36A37247A7}"/>
              </a:ext>
            </a:extLst>
          </p:cNvPr>
          <p:cNvCxnSpPr>
            <a:cxnSpLocks/>
            <a:stCxn id="36" idx="3"/>
            <a:endCxn id="37" idx="1"/>
          </p:cNvCxnSpPr>
          <p:nvPr/>
        </p:nvCxnSpPr>
        <p:spPr>
          <a:xfrm>
            <a:off x="3809580" y="5798448"/>
            <a:ext cx="788496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60BC2AFD-066F-F5FC-60BC-F211242253EE}"/>
              </a:ext>
            </a:extLst>
          </p:cNvPr>
          <p:cNvCxnSpPr>
            <a:cxnSpLocks/>
            <a:stCxn id="37" idx="3"/>
            <a:endCxn id="38" idx="1"/>
          </p:cNvCxnSpPr>
          <p:nvPr/>
        </p:nvCxnSpPr>
        <p:spPr>
          <a:xfrm>
            <a:off x="6577167" y="5798448"/>
            <a:ext cx="894862" cy="215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793D32E7-5E2C-4C1D-59AF-AC2CC0D9C64B}"/>
                  </a:ext>
                </a:extLst>
              </p:cNvPr>
              <p:cNvSpPr txBox="1"/>
              <p:nvPr/>
            </p:nvSpPr>
            <p:spPr>
              <a:xfrm>
                <a:off x="2065290" y="5446323"/>
                <a:ext cx="3679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793D32E7-5E2C-4C1D-59AF-AC2CC0D9C6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5290" y="5446323"/>
                <a:ext cx="367986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40F7CB79-D32F-3DF6-D72B-FBA1BEBB5246}"/>
                  </a:ext>
                </a:extLst>
              </p:cNvPr>
              <p:cNvSpPr txBox="1"/>
              <p:nvPr/>
            </p:nvSpPr>
            <p:spPr>
              <a:xfrm>
                <a:off x="3867019" y="5446323"/>
                <a:ext cx="69717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i="1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40F7CB79-D32F-3DF6-D72B-FBA1BEBB52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67019" y="5446323"/>
                <a:ext cx="697179" cy="369332"/>
              </a:xfrm>
              <a:prstGeom prst="rect">
                <a:avLst/>
              </a:prstGeom>
              <a:blipFill>
                <a:blip r:embed="rId7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A63D2904-E791-D06D-81FE-45E1F5C4C344}"/>
                  </a:ext>
                </a:extLst>
              </p:cNvPr>
              <p:cNvSpPr txBox="1"/>
              <p:nvPr/>
            </p:nvSpPr>
            <p:spPr>
              <a:xfrm>
                <a:off x="6821470" y="5446323"/>
                <a:ext cx="37875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𝜋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A63D2904-E791-D06D-81FE-45E1F5C4C3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1470" y="5446323"/>
                <a:ext cx="378758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22210BEC-A7C2-7448-CF87-212FDF2AAA42}"/>
                  </a:ext>
                </a:extLst>
              </p:cNvPr>
              <p:cNvSpPr txBox="1"/>
              <p:nvPr/>
            </p:nvSpPr>
            <p:spPr>
              <a:xfrm>
                <a:off x="8933381" y="5427935"/>
                <a:ext cx="71538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i="1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22210BEC-A7C2-7448-CF87-212FDF2AAA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33381" y="5427935"/>
                <a:ext cx="715388" cy="369332"/>
              </a:xfrm>
              <a:prstGeom prst="rect">
                <a:avLst/>
              </a:prstGeom>
              <a:blipFill>
                <a:blip r:embed="rId9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392F7FF5-12ED-A986-1174-293E602643A7}"/>
                  </a:ext>
                </a:extLst>
              </p:cNvPr>
              <p:cNvSpPr/>
              <p:nvPr/>
            </p:nvSpPr>
            <p:spPr>
              <a:xfrm>
                <a:off x="2539621" y="4956840"/>
                <a:ext cx="6096000" cy="369332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 marL="91440" indent="-91440" algn="ctr" rtl="1">
                  <a:buClr>
                    <a:schemeClr val="accent1"/>
                  </a:buClr>
                  <a:buSzPct val="100000"/>
                  <a:buFont typeface="Calibri" panose="020F0502020204030204" pitchFamily="34" charset="0"/>
                  <a:buChar char=" "/>
                </a:pPr>
                <a:r>
                  <a:rPr lang="he-IL" dirty="0"/>
                  <a:t>אלגוריתם מבוסס רדוקציה ל-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392F7FF5-12ED-A986-1174-293E602643A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39621" y="4956840"/>
                <a:ext cx="6096000" cy="369332"/>
              </a:xfrm>
              <a:prstGeom prst="rect">
                <a:avLst/>
              </a:prstGeom>
              <a:blipFill>
                <a:blip r:embed="rId10"/>
                <a:stretch>
                  <a:fillRect t="-9836" b="-22951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805852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 animBg="1"/>
      <p:bldP spid="49" grpId="0" animBg="1"/>
      <p:bldP spid="3" grpId="0" uiExpand="1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EEB2953B-99A0-2DD9-1192-C11C970F21CE}"/>
              </a:ext>
            </a:extLst>
          </p:cNvPr>
          <p:cNvSpPr/>
          <p:nvPr/>
        </p:nvSpPr>
        <p:spPr>
          <a:xfrm>
            <a:off x="1494504" y="3805084"/>
            <a:ext cx="9527458" cy="67948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663C904-E8A4-4BA3-A3F6-A0F8FBB6FB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he-IL" dirty="0"/>
              <a:t>נקודות חשובות </a:t>
            </a:r>
            <a:r>
              <a:rPr lang="he-IL" dirty="0" err="1"/>
              <a:t>ברדוקציות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FE1ED46-AF1D-43A5-9A33-C9462ABD538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lvl="1" algn="r" rtl="1"/>
                <a:endParaRPr lang="he-IL" sz="2000" b="1" dirty="0"/>
              </a:p>
              <a:p>
                <a:pPr lvl="1" algn="r" rtl="1">
                  <a:spcAft>
                    <a:spcPts val="1800"/>
                  </a:spcAft>
                </a:pPr>
                <a:r>
                  <a:rPr lang="" sz="2000" b="1" dirty="0"/>
                  <a:t>קופסה שחורה</a:t>
                </a:r>
                <a:r>
                  <a:rPr lang="he-IL" sz="2000" b="1" dirty="0"/>
                  <a:t>: </a:t>
                </a:r>
                <a:r>
                  <a:rPr lang="" sz="2000" dirty="0"/>
                  <a:t>בבניית רדוקציה מבעיה</a:t>
                </a:r>
                <a:r>
                  <a:rPr lang="he-IL" sz="2000" dirty="0"/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he-IL" sz="2000" dirty="0"/>
                  <a:t> </a:t>
                </a:r>
                <a:r>
                  <a:rPr lang="" sz="2000" dirty="0"/>
                  <a:t>לבעיה</a:t>
                </a:r>
                <a:r>
                  <a:rPr lang="he-IL" sz="2000" dirty="0"/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he-IL" sz="2000" dirty="0"/>
                  <a:t>, </a:t>
                </a:r>
                <a:r>
                  <a:rPr lang="" sz="2000" b="1" dirty="0"/>
                  <a:t>לא צריך לדעת כיצד פותרים את</a:t>
                </a:r>
                <a:r>
                  <a:rPr lang="he-IL" sz="2000" b="1" dirty="0"/>
                  <a:t> 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𝑩</m:t>
                    </m:r>
                  </m:oMath>
                </a14:m>
                <a:r>
                  <a:rPr lang="he-IL" sz="2000" dirty="0"/>
                  <a:t>. </a:t>
                </a:r>
                <a:r>
                  <a:rPr lang="" sz="2000" dirty="0"/>
                  <a:t>הרדוקציה יכולה להניח רק שהאלגוריתם ל</a:t>
                </a:r>
                <a:r>
                  <a:rPr lang="he-IL" sz="2000" dirty="0"/>
                  <a:t>-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he-IL" sz="2000" dirty="0"/>
                  <a:t> </a:t>
                </a:r>
                <a:r>
                  <a:rPr lang="" sz="2000" dirty="0"/>
                  <a:t>מחזיר פתרון נכון</a:t>
                </a:r>
                <a:r>
                  <a:rPr lang="he-IL" sz="2000" dirty="0"/>
                  <a:t>.</a:t>
                </a:r>
                <a:endParaRPr lang="" sz="2000" dirty="0"/>
              </a:p>
              <a:p>
                <a:pPr lvl="1" algn="r" rtl="1">
                  <a:spcAft>
                    <a:spcPts val="1800"/>
                  </a:spcAft>
                </a:pPr>
                <a:r>
                  <a:rPr lang="" sz="2000" b="1" dirty="0"/>
                  <a:t>שימוש חוזר</a:t>
                </a:r>
                <a:r>
                  <a:rPr lang="he-IL" sz="2000" b="1" dirty="0"/>
                  <a:t>: </a:t>
                </a:r>
                <a:r>
                  <a:rPr lang="" sz="2000" dirty="0"/>
                  <a:t>היתרון ברדוקציה הוא שאפשר </a:t>
                </a:r>
                <a:r>
                  <a:rPr lang="" sz="2000" b="1" dirty="0"/>
                  <a:t>להשתמש באלגוריתם קיים ל</a:t>
                </a:r>
                <a:r>
                  <a:rPr lang="he-IL" sz="2000" b="1" dirty="0"/>
                  <a:t>-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𝑩</m:t>
                    </m:r>
                  </m:oMath>
                </a14:m>
                <a:r>
                  <a:rPr lang="he-IL" sz="2000" dirty="0"/>
                  <a:t> </a:t>
                </a:r>
                <a:r>
                  <a:rPr lang="" sz="2000" dirty="0"/>
                  <a:t>במקום לתכנן את כל האלגוריתם מחדש</a:t>
                </a:r>
                <a:r>
                  <a:rPr lang="he-IL" sz="2000" dirty="0"/>
                  <a:t>.</a:t>
                </a:r>
                <a:endParaRPr lang="" sz="2000" dirty="0"/>
              </a:p>
              <a:p>
                <a:pPr lvl="1" algn="r" rtl="1">
                  <a:spcAft>
                    <a:spcPts val="1800"/>
                  </a:spcAft>
                </a:pPr>
                <a:r>
                  <a:rPr lang="" sz="2000" b="1" dirty="0"/>
                  <a:t>גודל הקלט</a:t>
                </a:r>
                <a:r>
                  <a:rPr lang="he-IL" sz="2000" b="1" dirty="0"/>
                  <a:t>: </a:t>
                </a:r>
                <a:r>
                  <a:rPr lang="" sz="2000" dirty="0"/>
                  <a:t>בניתוח זמן הריצה של האלגוריתם ל</a:t>
                </a:r>
                <a:r>
                  <a:rPr lang="he-IL" sz="2000" dirty="0"/>
                  <a:t>-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he-IL" sz="2000" dirty="0"/>
                  <a:t>, </a:t>
                </a:r>
                <a:r>
                  <a:rPr lang="" sz="2000" dirty="0"/>
                  <a:t>יש להתייחס ל</a:t>
                </a:r>
                <a:r>
                  <a:rPr lang="" sz="2000" b="1" dirty="0"/>
                  <a:t>גודל הקלט המומר</a:t>
                </a:r>
                <a:r>
                  <a:rPr lang="he-IL" sz="2000" b="1" dirty="0"/>
                  <a:t> </a:t>
                </a:r>
                <a:r>
                  <a:rPr lang="" sz="2000" dirty="0"/>
                  <a:t>ולא לגודל הקלט המקורי</a:t>
                </a:r>
                <a:r>
                  <a:rPr lang="he-IL" sz="2000" dirty="0"/>
                  <a:t>.</a:t>
                </a:r>
                <a:endParaRPr lang="" sz="20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FE1ED46-AF1D-43A5-9A33-C9462ABD538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88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0FC360-B970-4D1A-A6C7-86C8A70353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323E37-7207-4180-9A72-56A5AE02E165}" type="datetime9">
              <a:rPr lang="he-IL" smtClean="0"/>
              <a:t>16 אוקטובר, 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FF6B8E-200F-47AF-9D29-8EDDAB5F27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6A8486-DCA3-44C4-8F4C-5DCE0F0E7C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תרגול 1 - מבוא ורדוקציות</a:t>
            </a:r>
            <a:endParaRPr lang="en-US" dirty="0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11B39224-5BCF-41FE-E764-36C207324D00}"/>
              </a:ext>
            </a:extLst>
          </p:cNvPr>
          <p:cNvSpPr/>
          <p:nvPr/>
        </p:nvSpPr>
        <p:spPr>
          <a:xfrm>
            <a:off x="2539620" y="4956840"/>
            <a:ext cx="6437231" cy="1286641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33E0ABA9-682D-94C3-91B4-594A6B79D56A}"/>
              </a:ext>
            </a:extLst>
          </p:cNvPr>
          <p:cNvCxnSpPr>
            <a:cxnSpLocks/>
            <a:endCxn id="23" idx="1"/>
          </p:cNvCxnSpPr>
          <p:nvPr/>
        </p:nvCxnSpPr>
        <p:spPr>
          <a:xfrm>
            <a:off x="1917290" y="5797267"/>
            <a:ext cx="904562" cy="118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Rectangle: Rounded Corners 22">
                <a:extLst>
                  <a:ext uri="{FF2B5EF4-FFF2-40B4-BE49-F238E27FC236}">
                    <a16:creationId xmlns:a16="http://schemas.microsoft.com/office/drawing/2014/main" id="{E4747833-7541-DA9A-9AD2-5AE30969B2E3}"/>
                  </a:ext>
                </a:extLst>
              </p:cNvPr>
              <p:cNvSpPr/>
              <p:nvPr/>
            </p:nvSpPr>
            <p:spPr>
              <a:xfrm>
                <a:off x="2821852" y="5437237"/>
                <a:ext cx="987728" cy="722422"/>
              </a:xfrm>
              <a:prstGeom prst="round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1"/>
                <a:r>
                  <a:rPr lang="he-IL" dirty="0">
                    <a:solidFill>
                      <a:schemeClr val="tx1"/>
                    </a:solidFill>
                  </a:rPr>
                  <a:t>ממיר הקלט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23" name="Rectangle: Rounded Corners 22">
                <a:extLst>
                  <a:ext uri="{FF2B5EF4-FFF2-40B4-BE49-F238E27FC236}">
                    <a16:creationId xmlns:a16="http://schemas.microsoft.com/office/drawing/2014/main" id="{E4747833-7541-DA9A-9AD2-5AE30969B2E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21852" y="5437237"/>
                <a:ext cx="987728" cy="722422"/>
              </a:xfrm>
              <a:prstGeom prst="roundRect">
                <a:avLst/>
              </a:prstGeom>
              <a:blipFill>
                <a:blip r:embed="rId3"/>
                <a:stretch>
                  <a:fillRect b="-5785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Rectangle: Rounded Corners 23">
                <a:extLst>
                  <a:ext uri="{FF2B5EF4-FFF2-40B4-BE49-F238E27FC236}">
                    <a16:creationId xmlns:a16="http://schemas.microsoft.com/office/drawing/2014/main" id="{4BD9565E-8604-C214-C079-C7665F64FE13}"/>
                  </a:ext>
                </a:extLst>
              </p:cNvPr>
              <p:cNvSpPr/>
              <p:nvPr/>
            </p:nvSpPr>
            <p:spPr>
              <a:xfrm>
                <a:off x="4598076" y="5437237"/>
                <a:ext cx="1979091" cy="722422"/>
              </a:xfrm>
              <a:prstGeom prst="round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1"/>
                <a:r>
                  <a:rPr lang="he-IL" dirty="0">
                    <a:solidFill>
                      <a:schemeClr val="tx1"/>
                    </a:solidFill>
                  </a:rPr>
                  <a:t>אלגוריתם ל-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br>
                  <a:rPr lang="en-US" b="0" dirty="0">
                    <a:solidFill>
                      <a:schemeClr val="tx1"/>
                    </a:solidFill>
                  </a:rPr>
                </a:br>
                <a:r>
                  <a:rPr lang="he-IL" sz="1200" dirty="0">
                    <a:solidFill>
                      <a:schemeClr val="tx1"/>
                    </a:solidFill>
                  </a:rPr>
                  <a:t>(קופסה שחורה)</a:t>
                </a:r>
                <a:endParaRPr lang="en-US" sz="12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24" name="Rectangle: Rounded Corners 23">
                <a:extLst>
                  <a:ext uri="{FF2B5EF4-FFF2-40B4-BE49-F238E27FC236}">
                    <a16:creationId xmlns:a16="http://schemas.microsoft.com/office/drawing/2014/main" id="{4BD9565E-8604-C214-C079-C7665F64FE1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8076" y="5437237"/>
                <a:ext cx="1979091" cy="722422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" name="Rectangle: Rounded Corners 24">
                <a:extLst>
                  <a:ext uri="{FF2B5EF4-FFF2-40B4-BE49-F238E27FC236}">
                    <a16:creationId xmlns:a16="http://schemas.microsoft.com/office/drawing/2014/main" id="{C65C8D12-DFEE-620F-EC00-995B2C848C50}"/>
                  </a:ext>
                </a:extLst>
              </p:cNvPr>
              <p:cNvSpPr/>
              <p:nvPr/>
            </p:nvSpPr>
            <p:spPr>
              <a:xfrm>
                <a:off x="7472029" y="5439393"/>
                <a:ext cx="1036960" cy="722422"/>
              </a:xfrm>
              <a:prstGeom prst="round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1"/>
                <a:r>
                  <a:rPr lang="he-IL" dirty="0">
                    <a:solidFill>
                      <a:schemeClr val="tx1"/>
                    </a:solidFill>
                  </a:rPr>
                  <a:t>ממיר הפלט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25" name="Rectangle: Rounded Corners 24">
                <a:extLst>
                  <a:ext uri="{FF2B5EF4-FFF2-40B4-BE49-F238E27FC236}">
                    <a16:creationId xmlns:a16="http://schemas.microsoft.com/office/drawing/2014/main" id="{C65C8D12-DFEE-620F-EC00-995B2C848C5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72029" y="5439393"/>
                <a:ext cx="1036960" cy="722422"/>
              </a:xfrm>
              <a:prstGeom prst="roundRect">
                <a:avLst/>
              </a:prstGeom>
              <a:blipFill>
                <a:blip r:embed="rId5"/>
                <a:stretch>
                  <a:fillRect b="-4918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D128D0A4-4CCC-4B1B-C5EB-322EB277E690}"/>
              </a:ext>
            </a:extLst>
          </p:cNvPr>
          <p:cNvCxnSpPr>
            <a:cxnSpLocks/>
            <a:stCxn id="25" idx="3"/>
          </p:cNvCxnSpPr>
          <p:nvPr/>
        </p:nvCxnSpPr>
        <p:spPr>
          <a:xfrm flipV="1">
            <a:off x="8508989" y="5797267"/>
            <a:ext cx="1256358" cy="333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B79BF5F2-CAF0-AA87-0DBF-5793542E9CE1}"/>
              </a:ext>
            </a:extLst>
          </p:cNvPr>
          <p:cNvCxnSpPr>
            <a:cxnSpLocks/>
            <a:stCxn id="23" idx="3"/>
            <a:endCxn id="24" idx="1"/>
          </p:cNvCxnSpPr>
          <p:nvPr/>
        </p:nvCxnSpPr>
        <p:spPr>
          <a:xfrm>
            <a:off x="3809580" y="5798448"/>
            <a:ext cx="788496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A3FAFF12-D2FD-8D13-60CB-24106CCB9A35}"/>
              </a:ext>
            </a:extLst>
          </p:cNvPr>
          <p:cNvCxnSpPr>
            <a:cxnSpLocks/>
            <a:stCxn id="24" idx="3"/>
            <a:endCxn id="25" idx="1"/>
          </p:cNvCxnSpPr>
          <p:nvPr/>
        </p:nvCxnSpPr>
        <p:spPr>
          <a:xfrm>
            <a:off x="6577167" y="5798448"/>
            <a:ext cx="894862" cy="215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BC5C200D-38AE-4157-CC4D-56B1E6421399}"/>
                  </a:ext>
                </a:extLst>
              </p:cNvPr>
              <p:cNvSpPr txBox="1"/>
              <p:nvPr/>
            </p:nvSpPr>
            <p:spPr>
              <a:xfrm>
                <a:off x="2065290" y="5446323"/>
                <a:ext cx="3679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BC5C200D-38AE-4157-CC4D-56B1E64213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5290" y="5446323"/>
                <a:ext cx="367986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5C2DAE3E-16B6-B2FE-B4F0-A65400592B6A}"/>
                  </a:ext>
                </a:extLst>
              </p:cNvPr>
              <p:cNvSpPr txBox="1"/>
              <p:nvPr/>
            </p:nvSpPr>
            <p:spPr>
              <a:xfrm>
                <a:off x="3867019" y="5446323"/>
                <a:ext cx="69717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i="1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5C2DAE3E-16B6-B2FE-B4F0-A65400592B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67019" y="5446323"/>
                <a:ext cx="697179" cy="369332"/>
              </a:xfrm>
              <a:prstGeom prst="rect">
                <a:avLst/>
              </a:prstGeom>
              <a:blipFill>
                <a:blip r:embed="rId7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037C9E29-79E7-55E3-5A65-612AD2BA8295}"/>
                  </a:ext>
                </a:extLst>
              </p:cNvPr>
              <p:cNvSpPr txBox="1"/>
              <p:nvPr/>
            </p:nvSpPr>
            <p:spPr>
              <a:xfrm>
                <a:off x="6821470" y="5446323"/>
                <a:ext cx="37875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𝜋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037C9E29-79E7-55E3-5A65-612AD2BA82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1470" y="5446323"/>
                <a:ext cx="378758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DD266B13-CED7-0A32-63BC-8995B421EB3C}"/>
                  </a:ext>
                </a:extLst>
              </p:cNvPr>
              <p:cNvSpPr txBox="1"/>
              <p:nvPr/>
            </p:nvSpPr>
            <p:spPr>
              <a:xfrm>
                <a:off x="8933381" y="5427935"/>
                <a:ext cx="71538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i="1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DD266B13-CED7-0A32-63BC-8995B421EB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33381" y="5427935"/>
                <a:ext cx="715388" cy="369332"/>
              </a:xfrm>
              <a:prstGeom prst="rect">
                <a:avLst/>
              </a:prstGeom>
              <a:blipFill>
                <a:blip r:embed="rId9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14DD60F3-9708-C4E2-47B4-B4DA84A2FDEF}"/>
                  </a:ext>
                </a:extLst>
              </p:cNvPr>
              <p:cNvSpPr/>
              <p:nvPr/>
            </p:nvSpPr>
            <p:spPr>
              <a:xfrm>
                <a:off x="2539621" y="4956840"/>
                <a:ext cx="6096000" cy="369332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 marL="91440" indent="-91440" algn="ctr" rtl="1">
                  <a:buClr>
                    <a:schemeClr val="accent1"/>
                  </a:buClr>
                  <a:buSzPct val="100000"/>
                  <a:buFont typeface="Calibri" panose="020F0502020204030204" pitchFamily="34" charset="0"/>
                  <a:buChar char=" "/>
                </a:pPr>
                <a:r>
                  <a:rPr lang="he-IL" dirty="0"/>
                  <a:t>אלגוריתם מבוסס רדוקציה ל-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14DD60F3-9708-C4E2-47B4-B4DA84A2FDE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39621" y="4956840"/>
                <a:ext cx="6096000" cy="369332"/>
              </a:xfrm>
              <a:prstGeom prst="rect">
                <a:avLst/>
              </a:prstGeom>
              <a:blipFill>
                <a:blip r:embed="rId10"/>
                <a:stretch>
                  <a:fillRect t="-9836" b="-22951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029752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animBg="1"/>
      <p:bldP spid="3" grpId="0" uiExpand="1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66AF0E-C771-45F4-AAC9-B1B55AB7A2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he-IL" dirty="0"/>
              <a:t>תכנון אלגוריתם באמצעות רדוקציה</a:t>
            </a:r>
            <a:endParaRPr lang="en-US" strike="sngStrik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D83D0E-4F35-45DB-AD0E-DBE0A3B93B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3EC1FB-D256-4190-B228-74FBCAC98E5A}" type="datetime9">
              <a:rPr lang="he-IL" smtClean="0"/>
              <a:t>16 אוקטובר, 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2E1C1E-FE74-474B-B2B6-8C6987B7F8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964B16-E171-4787-BBCE-32AA28C08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תרגול 1 - מבוא ורדוקציות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22016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6AF354-D1D5-4AAC-BE4E-310F5B1B0B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he-IL" dirty="0"/>
              <a:t>הגדרת הבעיה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71852679-144E-45F1-9BE7-1D451320A1C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97280" y="1845733"/>
                <a:ext cx="10058400" cy="4236089"/>
              </a:xfrm>
            </p:spPr>
            <p:txBody>
              <a:bodyPr/>
              <a:lstStyle/>
              <a:p>
                <a:pPr algn="r" rtl="1">
                  <a:spcAft>
                    <a:spcPts val="0"/>
                  </a:spcAft>
                </a:pPr>
                <a:endParaRPr lang="he-IL" sz="1200" b="1" dirty="0"/>
              </a:p>
              <a:p>
                <a:pPr algn="r" rtl="1">
                  <a:spcBef>
                    <a:spcPts val="0"/>
                  </a:spcBef>
                  <a:spcAft>
                    <a:spcPts val="1800"/>
                  </a:spcAft>
                </a:pPr>
                <a:r>
                  <a:rPr lang="he-IL" b="1" dirty="0"/>
                  <a:t>סימון: </a:t>
                </a:r>
                <a:r>
                  <a:rPr lang="he-IL" dirty="0"/>
                  <a:t>יהא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d>
                  </m:oMath>
                </a14:m>
                <a:r>
                  <a:rPr lang="he-IL" dirty="0"/>
                  <a:t> גרף לא מכוון ויהיו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he-IL" dirty="0"/>
                  <a:t> ו-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he-IL" dirty="0"/>
                  <a:t> זוג קודקודים ב-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he-IL" dirty="0"/>
                  <a:t>. </a:t>
                </a:r>
                <a:br>
                  <a:rPr lang="en-US" dirty="0"/>
                </a:br>
                <a:r>
                  <a:rPr lang="he-IL" dirty="0"/>
                  <a:t>נסמן ב-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he-IL" dirty="0"/>
                  <a:t> את האורך של </a:t>
                </a:r>
                <a:r>
                  <a:rPr lang="he-IL" b="1" dirty="0"/>
                  <a:t>מסלול קצר ביותר בצלעות</a:t>
                </a:r>
                <a:r>
                  <a:rPr lang="he-IL" dirty="0"/>
                  <a:t> מקודקוד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he-IL" dirty="0"/>
                  <a:t> לקודקוד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he-IL" dirty="0"/>
                  <a:t>, ונגדיר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=∞</m:t>
                    </m:r>
                  </m:oMath>
                </a14:m>
                <a:r>
                  <a:rPr lang="he-IL" dirty="0"/>
                  <a:t> כאשר לא קיים מסלול כזה.</a:t>
                </a:r>
                <a:endParaRPr lang="he-IL" b="1" dirty="0"/>
              </a:p>
              <a:p>
                <a:pPr algn="r" rtl="1"/>
                <a:r>
                  <a:rPr lang="he-IL" b="1" dirty="0"/>
                  <a:t>בעיית </a:t>
                </a:r>
                <a:r>
                  <a:rPr lang="en-US" b="1" dirty="0"/>
                  <a:t>SEP</a:t>
                </a:r>
                <a:r>
                  <a:rPr lang="he-IL" b="1" dirty="0"/>
                  <a:t> (</a:t>
                </a:r>
                <a:r>
                  <a:rPr lang="en-US" b="1" dirty="0"/>
                  <a:t>Single Source Shortest Even Paths</a:t>
                </a:r>
                <a:r>
                  <a:rPr lang="he-IL" b="1" dirty="0"/>
                  <a:t>)</a:t>
                </a:r>
                <a:endParaRPr lang="he-IL" dirty="0"/>
              </a:p>
              <a:p>
                <a:pPr algn="r" rtl="1"/>
                <a:r>
                  <a:rPr lang="he-IL" dirty="0"/>
                  <a:t>בהינתן גרף לא מכוון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d>
                  </m:oMath>
                </a14:m>
                <a:r>
                  <a:rPr lang="he-IL" dirty="0"/>
                  <a:t> וקודקוד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he-IL" dirty="0"/>
                  <a:t>, יש להחזיר אורך מסלול </a:t>
                </a:r>
                <a:r>
                  <a:rPr lang="he-IL" b="1" dirty="0">
                    <a:solidFill>
                      <a:schemeClr val="tx1"/>
                    </a:solidFill>
                  </a:rPr>
                  <a:t>זוגי</a:t>
                </a:r>
                <a:r>
                  <a:rPr lang="he-IL" b="1" dirty="0"/>
                  <a:t> </a:t>
                </a:r>
                <a:r>
                  <a:rPr lang="he-IL" dirty="0"/>
                  <a:t>מינימלי מ-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he-IL" dirty="0"/>
                  <a:t> לכל קודקוד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he-IL" dirty="0"/>
                  <a:t>, או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lang="he-IL" dirty="0"/>
                  <a:t> אם לא קיים מסלול כזה.</a:t>
                </a:r>
              </a:p>
              <a:p>
                <a:pPr algn="r" rtl="1"/>
                <a:endParaRPr lang="he-IL" dirty="0"/>
              </a:p>
              <a:p>
                <a:pPr algn="r" rtl="1"/>
                <a:endParaRPr lang="he-IL" dirty="0"/>
              </a:p>
              <a:p>
                <a:pPr algn="r" rtl="1"/>
                <a:endParaRPr lang="he-IL" dirty="0"/>
              </a:p>
              <a:p>
                <a:pPr algn="r" rtl="1"/>
                <a:endParaRPr lang="he-IL" dirty="0"/>
              </a:p>
            </p:txBody>
          </p:sp>
        </mc:Choice>
        <mc:Fallback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71852679-144E-45F1-9BE7-1D451320A1C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97280" y="1845733"/>
                <a:ext cx="10058400" cy="4236089"/>
              </a:xfrm>
              <a:blipFill>
                <a:blip r:embed="rId3"/>
                <a:stretch>
                  <a:fillRect l="-303" r="-1576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25543D-EF22-4520-ACA6-081A7E7E2A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0ED1D-346A-44B0-8FF0-1DB7792F4372}" type="datetime9">
              <a:rPr lang="he-IL" smtClean="0"/>
              <a:t>16 אוקטובר, 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95B0D7-3D40-431C-BA53-33740C0880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503EB4-CCAD-4C24-91E0-E601DD7F7C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 dirty="0"/>
              <a:t>תרגול 1 - מבוא </a:t>
            </a:r>
            <a:r>
              <a:rPr lang="he-IL" dirty="0" err="1"/>
              <a:t>ורדוקציות</a:t>
            </a:r>
            <a:endParaRPr lang="en-US" dirty="0"/>
          </a:p>
        </p:txBody>
      </p: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336A6668-F0EC-482E-AA6B-00E5151289ED}"/>
              </a:ext>
            </a:extLst>
          </p:cNvPr>
          <p:cNvGrpSpPr/>
          <p:nvPr/>
        </p:nvGrpSpPr>
        <p:grpSpPr>
          <a:xfrm>
            <a:off x="3472313" y="4477479"/>
            <a:ext cx="4789707" cy="1605265"/>
            <a:chOff x="3206842" y="3690900"/>
            <a:chExt cx="4789707" cy="1605265"/>
          </a:xfrm>
        </p:grpSpPr>
        <p:grpSp>
          <p:nvGrpSpPr>
            <p:cNvPr id="121" name="Group 120">
              <a:extLst>
                <a:ext uri="{FF2B5EF4-FFF2-40B4-BE49-F238E27FC236}">
                  <a16:creationId xmlns:a16="http://schemas.microsoft.com/office/drawing/2014/main" id="{F7B2917E-276C-4921-BEB7-64C6638F351A}"/>
                </a:ext>
              </a:extLst>
            </p:cNvPr>
            <p:cNvGrpSpPr/>
            <p:nvPr/>
          </p:nvGrpSpPr>
          <p:grpSpPr>
            <a:xfrm>
              <a:off x="3206842" y="3690900"/>
              <a:ext cx="4789707" cy="1605265"/>
              <a:chOff x="2587717" y="3624225"/>
              <a:chExt cx="4789707" cy="1605265"/>
            </a:xfrm>
          </p:grpSpPr>
          <p:cxnSp>
            <p:nvCxnSpPr>
              <p:cNvPr id="86" name="Straight Connector 85">
                <a:extLst>
                  <a:ext uri="{FF2B5EF4-FFF2-40B4-BE49-F238E27FC236}">
                    <a16:creationId xmlns:a16="http://schemas.microsoft.com/office/drawing/2014/main" id="{71C64E8A-EA4A-446E-9654-723FB6A55FA1}"/>
                  </a:ext>
                </a:extLst>
              </p:cNvPr>
              <p:cNvCxnSpPr>
                <a:stCxn id="17" idx="6"/>
                <a:endCxn id="84" idx="2"/>
              </p:cNvCxnSpPr>
              <p:nvPr/>
            </p:nvCxnSpPr>
            <p:spPr>
              <a:xfrm>
                <a:off x="4822599" y="4959102"/>
                <a:ext cx="321053" cy="2567"/>
              </a:xfrm>
              <a:prstGeom prst="line">
                <a:avLst/>
              </a:prstGeom>
              <a:ln w="38100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" name="Straight Connector 91">
                <a:extLst>
                  <a:ext uri="{FF2B5EF4-FFF2-40B4-BE49-F238E27FC236}">
                    <a16:creationId xmlns:a16="http://schemas.microsoft.com/office/drawing/2014/main" id="{9EE2A543-EC59-413F-B134-B7E783DF6429}"/>
                  </a:ext>
                </a:extLst>
              </p:cNvPr>
              <p:cNvCxnSpPr>
                <a:cxnSpLocks/>
                <a:stCxn id="84" idx="6"/>
                <a:endCxn id="19" idx="2"/>
              </p:cNvCxnSpPr>
              <p:nvPr/>
            </p:nvCxnSpPr>
            <p:spPr>
              <a:xfrm flipV="1">
                <a:off x="5677052" y="4959102"/>
                <a:ext cx="315600" cy="2567"/>
              </a:xfrm>
              <a:prstGeom prst="line">
                <a:avLst/>
              </a:prstGeom>
              <a:ln w="38100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Straight Connector 96">
                <a:extLst>
                  <a:ext uri="{FF2B5EF4-FFF2-40B4-BE49-F238E27FC236}">
                    <a16:creationId xmlns:a16="http://schemas.microsoft.com/office/drawing/2014/main" id="{C976806D-AF89-49B4-9BA2-0DB5ED84A61E}"/>
                  </a:ext>
                </a:extLst>
              </p:cNvPr>
              <p:cNvCxnSpPr>
                <a:cxnSpLocks/>
                <a:stCxn id="7" idx="5"/>
                <a:endCxn id="19" idx="1"/>
              </p:cNvCxnSpPr>
              <p:nvPr/>
            </p:nvCxnSpPr>
            <p:spPr>
              <a:xfrm>
                <a:off x="4283933" y="4079510"/>
                <a:ext cx="1786834" cy="691007"/>
              </a:xfrm>
              <a:prstGeom prst="line">
                <a:avLst/>
              </a:prstGeom>
              <a:ln w="38100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" name="Straight Connector 107">
                <a:extLst>
                  <a:ext uri="{FF2B5EF4-FFF2-40B4-BE49-F238E27FC236}">
                    <a16:creationId xmlns:a16="http://schemas.microsoft.com/office/drawing/2014/main" id="{367C70C6-AEC1-49E7-96B4-C00485C8ECDB}"/>
                  </a:ext>
                </a:extLst>
              </p:cNvPr>
              <p:cNvCxnSpPr>
                <a:stCxn id="13" idx="6"/>
                <a:endCxn id="23" idx="1"/>
              </p:cNvCxnSpPr>
              <p:nvPr/>
            </p:nvCxnSpPr>
            <p:spPr>
              <a:xfrm>
                <a:off x="6070767" y="3902864"/>
                <a:ext cx="851372" cy="325787"/>
              </a:xfrm>
              <a:prstGeom prst="line">
                <a:avLst/>
              </a:prstGeom>
              <a:ln w="38100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20" name="Group 119">
                <a:extLst>
                  <a:ext uri="{FF2B5EF4-FFF2-40B4-BE49-F238E27FC236}">
                    <a16:creationId xmlns:a16="http://schemas.microsoft.com/office/drawing/2014/main" id="{0B8D38F9-5491-4467-80C9-19D5F7F8E510}"/>
                  </a:ext>
                </a:extLst>
              </p:cNvPr>
              <p:cNvGrpSpPr/>
              <p:nvPr/>
            </p:nvGrpSpPr>
            <p:grpSpPr>
              <a:xfrm>
                <a:off x="2587717" y="3624225"/>
                <a:ext cx="4789707" cy="1605265"/>
                <a:chOff x="2759167" y="3643275"/>
                <a:chExt cx="4789707" cy="1605265"/>
              </a:xfrm>
            </p:grpSpPr>
            <p:grpSp>
              <p:nvGrpSpPr>
                <p:cNvPr id="90" name="Group 89">
                  <a:extLst>
                    <a:ext uri="{FF2B5EF4-FFF2-40B4-BE49-F238E27FC236}">
                      <a16:creationId xmlns:a16="http://schemas.microsoft.com/office/drawing/2014/main" id="{1EBEBF14-968E-4E1E-A877-0B912C4A030E}"/>
                    </a:ext>
                  </a:extLst>
                </p:cNvPr>
                <p:cNvGrpSpPr/>
                <p:nvPr/>
              </p:nvGrpSpPr>
              <p:grpSpPr>
                <a:xfrm>
                  <a:off x="2759167" y="3643275"/>
                  <a:ext cx="4789707" cy="1605265"/>
                  <a:chOff x="3225892" y="3595650"/>
                  <a:chExt cx="4789707" cy="1605265"/>
                </a:xfrm>
              </p:grpSpPr>
              <p:grpSp>
                <p:nvGrpSpPr>
                  <p:cNvPr id="68" name="Group 67">
                    <a:extLst>
                      <a:ext uri="{FF2B5EF4-FFF2-40B4-BE49-F238E27FC236}">
                        <a16:creationId xmlns:a16="http://schemas.microsoft.com/office/drawing/2014/main" id="{2C6A3763-AFA0-4E3E-A5D5-EDA9639F2303}"/>
                      </a:ext>
                    </a:extLst>
                  </p:cNvPr>
                  <p:cNvGrpSpPr/>
                  <p:nvPr/>
                </p:nvGrpSpPr>
                <p:grpSpPr>
                  <a:xfrm>
                    <a:off x="3225892" y="3595650"/>
                    <a:ext cx="4789707" cy="1605265"/>
                    <a:chOff x="2825842" y="3429000"/>
                    <a:chExt cx="4789707" cy="1605265"/>
                  </a:xfrm>
                </p:grpSpPr>
                <mc:AlternateContent xmlns:mc="http://schemas.openxmlformats.org/markup-compatibility/2006" xmlns:a14="http://schemas.microsoft.com/office/drawing/2010/main">
                  <mc:Choice Requires="a14">
                    <p:sp>
                      <p:nvSpPr>
                        <p:cNvPr id="6" name="Oval 5">
                          <a:extLst>
                            <a:ext uri="{FF2B5EF4-FFF2-40B4-BE49-F238E27FC236}">
                              <a16:creationId xmlns:a16="http://schemas.microsoft.com/office/drawing/2014/main" id="{E9069700-B58C-462F-B004-D07844339C5D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2825842" y="3955311"/>
                          <a:ext cx="533400" cy="533400"/>
                        </a:xfrm>
                        <a:prstGeom prst="ellipse">
                          <a:avLst/>
                        </a:prstGeom>
                        <a:noFill/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oMath>
                            </m:oMathPara>
                          </a14:m>
                          <a:endParaRPr lang="en-IL" dirty="0">
                            <a:solidFill>
                              <a:schemeClr val="tx1"/>
                            </a:solidFill>
                          </a:endParaRPr>
                        </a:p>
                      </p:txBody>
                    </p:sp>
                  </mc:Choice>
                  <mc:Fallback xmlns="">
                    <p:sp>
                      <p:nvSpPr>
                        <p:cNvPr id="6" name="Oval 5">
                          <a:extLst>
                            <a:ext uri="{FF2B5EF4-FFF2-40B4-BE49-F238E27FC236}">
                              <a16:creationId xmlns:a16="http://schemas.microsoft.com/office/drawing/2014/main" id="{E9069700-B58C-462F-B004-D07844339C5D}"/>
                            </a:ext>
                          </a:extLst>
                        </p:cNvPr>
                        <p:cNvSpPr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>
                        <a:xfrm>
                          <a:off x="2825842" y="3955311"/>
                          <a:ext cx="533400" cy="533400"/>
                        </a:xfrm>
                        <a:prstGeom prst="ellipse">
                          <a:avLst/>
                        </a:prstGeom>
                        <a:blipFill>
                          <a:blip r:embed="rId4"/>
                          <a:stretch>
                            <a:fillRect/>
                          </a:stretch>
                        </a:blipFill>
                      </p:spPr>
                      <p:txBody>
                        <a:bodyPr/>
                        <a:lstStyle/>
                        <a:p>
                          <a:r>
                            <a:rPr lang="he-IL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  <p:sp>
                  <p:nvSpPr>
                    <p:cNvPr id="7" name="Oval 6">
                      <a:extLst>
                        <a:ext uri="{FF2B5EF4-FFF2-40B4-BE49-F238E27FC236}">
                          <a16:creationId xmlns:a16="http://schemas.microsoft.com/office/drawing/2014/main" id="{BFDA609A-FA1B-4D18-8EB7-A9062D84F2D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063547" y="3429000"/>
                      <a:ext cx="537179" cy="533400"/>
                    </a:xfrm>
                    <a:prstGeom prst="ellipse">
                      <a:avLst/>
                    </a:prstGeom>
                    <a:noFill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L"/>
                    </a:p>
                  </p:txBody>
                </p:sp>
                <p:sp>
                  <p:nvSpPr>
                    <p:cNvPr id="11" name="Oval 10">
                      <a:extLst>
                        <a:ext uri="{FF2B5EF4-FFF2-40B4-BE49-F238E27FC236}">
                          <a16:creationId xmlns:a16="http://schemas.microsoft.com/office/drawing/2014/main" id="{CD953EAE-45B0-47EA-9A9D-08B6188C614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921409" y="3436942"/>
                      <a:ext cx="533400" cy="533400"/>
                    </a:xfrm>
                    <a:prstGeom prst="ellipse">
                      <a:avLst/>
                    </a:prstGeom>
                    <a:noFill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L"/>
                    </a:p>
                  </p:txBody>
                </p:sp>
                <p:sp>
                  <p:nvSpPr>
                    <p:cNvPr id="13" name="Oval 12">
                      <a:extLst>
                        <a:ext uri="{FF2B5EF4-FFF2-40B4-BE49-F238E27FC236}">
                          <a16:creationId xmlns:a16="http://schemas.microsoft.com/office/drawing/2014/main" id="{CB32967D-3C89-4A1E-B4E9-5BF1511BAE7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775492" y="3440939"/>
                      <a:ext cx="533400" cy="533400"/>
                    </a:xfrm>
                    <a:prstGeom prst="ellipse">
                      <a:avLst/>
                    </a:prstGeom>
                    <a:noFill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L" dirty="0"/>
                    </a:p>
                  </p:txBody>
                </p:sp>
                <p:sp>
                  <p:nvSpPr>
                    <p:cNvPr id="15" name="Oval 14">
                      <a:extLst>
                        <a:ext uri="{FF2B5EF4-FFF2-40B4-BE49-F238E27FC236}">
                          <a16:creationId xmlns:a16="http://schemas.microsoft.com/office/drawing/2014/main" id="{A2BC4545-557E-4CC9-BB9D-4C9799DCC17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672871" y="4500865"/>
                      <a:ext cx="533400" cy="533400"/>
                    </a:xfrm>
                    <a:prstGeom prst="ellipse">
                      <a:avLst/>
                    </a:prstGeom>
                    <a:noFill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L" dirty="0"/>
                    </a:p>
                  </p:txBody>
                </p:sp>
                <p:sp>
                  <p:nvSpPr>
                    <p:cNvPr id="17" name="Oval 16">
                      <a:extLst>
                        <a:ext uri="{FF2B5EF4-FFF2-40B4-BE49-F238E27FC236}">
                          <a16:creationId xmlns:a16="http://schemas.microsoft.com/office/drawing/2014/main" id="{CF458F27-2554-4742-BC53-8AF18C81415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527324" y="4497177"/>
                      <a:ext cx="533400" cy="533400"/>
                    </a:xfrm>
                    <a:prstGeom prst="ellipse">
                      <a:avLst/>
                    </a:prstGeom>
                    <a:noFill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L" dirty="0"/>
                    </a:p>
                  </p:txBody>
                </p:sp>
                <p:sp>
                  <p:nvSpPr>
                    <p:cNvPr id="19" name="Oval 18">
                      <a:extLst>
                        <a:ext uri="{FF2B5EF4-FFF2-40B4-BE49-F238E27FC236}">
                          <a16:creationId xmlns:a16="http://schemas.microsoft.com/office/drawing/2014/main" id="{862B79D9-60D2-407F-A432-FDA28B77602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230777" y="4497177"/>
                      <a:ext cx="533400" cy="533400"/>
                    </a:xfrm>
                    <a:prstGeom prst="ellipse">
                      <a:avLst/>
                    </a:prstGeom>
                    <a:noFill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L" dirty="0"/>
                    </a:p>
                  </p:txBody>
                </p:sp>
                <mc:AlternateContent xmlns:mc="http://schemas.openxmlformats.org/markup-compatibility/2006" xmlns:a14="http://schemas.microsoft.com/office/drawing/2010/main">
                  <mc:Choice Requires="a14">
                    <p:sp>
                      <p:nvSpPr>
                        <p:cNvPr id="23" name="Oval 22">
                          <a:extLst>
                            <a:ext uri="{FF2B5EF4-FFF2-40B4-BE49-F238E27FC236}">
                              <a16:creationId xmlns:a16="http://schemas.microsoft.com/office/drawing/2014/main" id="{EC8B4662-CA1F-4D02-B66D-91A5009B0873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7082149" y="3955311"/>
                          <a:ext cx="533400" cy="533400"/>
                        </a:xfrm>
                        <a:prstGeom prst="ellipse">
                          <a:avLst/>
                        </a:prstGeom>
                        <a:noFill/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oMath>
                            </m:oMathPara>
                          </a14:m>
                          <a:endParaRPr lang="en-IL" dirty="0">
                            <a:solidFill>
                              <a:schemeClr val="tx1"/>
                            </a:solidFill>
                          </a:endParaRPr>
                        </a:p>
                      </p:txBody>
                    </p:sp>
                  </mc:Choice>
                  <mc:Fallback xmlns="">
                    <p:sp>
                      <p:nvSpPr>
                        <p:cNvPr id="23" name="Oval 22">
                          <a:extLst>
                            <a:ext uri="{FF2B5EF4-FFF2-40B4-BE49-F238E27FC236}">
                              <a16:creationId xmlns:a16="http://schemas.microsoft.com/office/drawing/2014/main" id="{EC8B4662-CA1F-4D02-B66D-91A5009B0873}"/>
                            </a:ext>
                          </a:extLst>
                        </p:cNvPr>
                        <p:cNvSpPr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>
                        <a:xfrm>
                          <a:off x="7082149" y="3955311"/>
                          <a:ext cx="533400" cy="533400"/>
                        </a:xfrm>
                        <a:prstGeom prst="ellipse">
                          <a:avLst/>
                        </a:prstGeom>
                        <a:blipFill>
                          <a:blip r:embed="rId5"/>
                          <a:stretch>
                            <a:fillRect/>
                          </a:stretch>
                        </a:blipFill>
                      </p:spPr>
                      <p:txBody>
                        <a:bodyPr/>
                        <a:lstStyle/>
                        <a:p>
                          <a:r>
                            <a:rPr lang="he-IL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  <p:cxnSp>
                  <p:nvCxnSpPr>
                    <p:cNvPr id="29" name="Straight Connector 28">
                      <a:extLst>
                        <a:ext uri="{FF2B5EF4-FFF2-40B4-BE49-F238E27FC236}">
                          <a16:creationId xmlns:a16="http://schemas.microsoft.com/office/drawing/2014/main" id="{79B2D88A-224B-4A9D-9A65-1F3C21CFAEB6}"/>
                        </a:ext>
                      </a:extLst>
                    </p:cNvPr>
                    <p:cNvCxnSpPr>
                      <a:stCxn id="6" idx="5"/>
                      <a:endCxn id="15" idx="2"/>
                    </p:cNvCxnSpPr>
                    <p:nvPr/>
                  </p:nvCxnSpPr>
                  <p:spPr>
                    <a:xfrm>
                      <a:off x="3281127" y="4410596"/>
                      <a:ext cx="391744" cy="356969"/>
                    </a:xfrm>
                    <a:prstGeom prst="line">
                      <a:avLst/>
                    </a:prstGeom>
                    <a:ln w="38100">
                      <a:solidFill>
                        <a:schemeClr val="accent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1" name="Straight Connector 30">
                      <a:extLst>
                        <a:ext uri="{FF2B5EF4-FFF2-40B4-BE49-F238E27FC236}">
                          <a16:creationId xmlns:a16="http://schemas.microsoft.com/office/drawing/2014/main" id="{EEE1D2D7-4815-4436-B7AF-2744223091ED}"/>
                        </a:ext>
                      </a:extLst>
                    </p:cNvPr>
                    <p:cNvCxnSpPr>
                      <a:cxnSpLocks/>
                      <a:stCxn id="15" idx="6"/>
                      <a:endCxn id="17" idx="2"/>
                    </p:cNvCxnSpPr>
                    <p:nvPr/>
                  </p:nvCxnSpPr>
                  <p:spPr>
                    <a:xfrm flipV="1">
                      <a:off x="4206271" y="4763877"/>
                      <a:ext cx="321053" cy="3688"/>
                    </a:xfrm>
                    <a:prstGeom prst="line">
                      <a:avLst/>
                    </a:prstGeom>
                    <a:ln w="38100">
                      <a:solidFill>
                        <a:schemeClr val="accent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3" name="Straight Connector 42">
                      <a:extLst>
                        <a:ext uri="{FF2B5EF4-FFF2-40B4-BE49-F238E27FC236}">
                          <a16:creationId xmlns:a16="http://schemas.microsoft.com/office/drawing/2014/main" id="{D89A54AD-7775-4472-9F6E-D1847AADE8C8}"/>
                        </a:ext>
                      </a:extLst>
                    </p:cNvPr>
                    <p:cNvCxnSpPr>
                      <a:cxnSpLocks/>
                      <a:stCxn id="7" idx="6"/>
                      <a:endCxn id="11" idx="2"/>
                    </p:cNvCxnSpPr>
                    <p:nvPr/>
                  </p:nvCxnSpPr>
                  <p:spPr>
                    <a:xfrm>
                      <a:off x="4600726" y="3695700"/>
                      <a:ext cx="320683" cy="7942"/>
                    </a:xfrm>
                    <a:prstGeom prst="line">
                      <a:avLst/>
                    </a:prstGeom>
                    <a:ln w="38100">
                      <a:solidFill>
                        <a:schemeClr val="accent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84" name="Oval 83">
                    <a:extLst>
                      <a:ext uri="{FF2B5EF4-FFF2-40B4-BE49-F238E27FC236}">
                        <a16:creationId xmlns:a16="http://schemas.microsoft.com/office/drawing/2014/main" id="{EE6F31BD-C6C0-4301-8864-F1F75053513B}"/>
                      </a:ext>
                    </a:extLst>
                  </p:cNvPr>
                  <p:cNvSpPr/>
                  <p:nvPr/>
                </p:nvSpPr>
                <p:spPr>
                  <a:xfrm>
                    <a:off x="5781827" y="4666394"/>
                    <a:ext cx="533400" cy="533400"/>
                  </a:xfrm>
                  <a:prstGeom prst="ellipse">
                    <a:avLst/>
                  </a:prstGeom>
                  <a:noFill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/>
                  </a:p>
                </p:txBody>
              </p:sp>
            </p:grpSp>
            <p:cxnSp>
              <p:nvCxnSpPr>
                <p:cNvPr id="106" name="Straight Connector 105">
                  <a:extLst>
                    <a:ext uri="{FF2B5EF4-FFF2-40B4-BE49-F238E27FC236}">
                      <a16:creationId xmlns:a16="http://schemas.microsoft.com/office/drawing/2014/main" id="{07E253E4-DC9B-4474-A9AF-4D7C3D43E9CF}"/>
                    </a:ext>
                  </a:extLst>
                </p:cNvPr>
                <p:cNvCxnSpPr>
                  <a:cxnSpLocks/>
                  <a:stCxn id="11" idx="6"/>
                  <a:endCxn id="13" idx="2"/>
                </p:cNvCxnSpPr>
                <p:nvPr/>
              </p:nvCxnSpPr>
              <p:spPr>
                <a:xfrm>
                  <a:off x="5388134" y="3917917"/>
                  <a:ext cx="320683" cy="3997"/>
                </a:xfrm>
                <a:prstGeom prst="line">
                  <a:avLst/>
                </a:prstGeom>
                <a:ln w="38100">
                  <a:solidFill>
                    <a:schemeClr val="accent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2" name="Straight Connector 111">
                  <a:extLst>
                    <a:ext uri="{FF2B5EF4-FFF2-40B4-BE49-F238E27FC236}">
                      <a16:creationId xmlns:a16="http://schemas.microsoft.com/office/drawing/2014/main" id="{485072C9-4099-4321-AB85-529E949A300F}"/>
                    </a:ext>
                  </a:extLst>
                </p:cNvPr>
                <p:cNvCxnSpPr>
                  <a:stCxn id="15" idx="0"/>
                  <a:endCxn id="7" idx="3"/>
                </p:cNvCxnSpPr>
                <p:nvPr/>
              </p:nvCxnSpPr>
              <p:spPr>
                <a:xfrm flipV="1">
                  <a:off x="3872896" y="4098560"/>
                  <a:ext cx="202644" cy="616580"/>
                </a:xfrm>
                <a:prstGeom prst="line">
                  <a:avLst/>
                </a:prstGeom>
                <a:ln w="38100">
                  <a:solidFill>
                    <a:schemeClr val="accent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17" name="Straight Connector 116">
                <a:extLst>
                  <a:ext uri="{FF2B5EF4-FFF2-40B4-BE49-F238E27FC236}">
                    <a16:creationId xmlns:a16="http://schemas.microsoft.com/office/drawing/2014/main" id="{2216D2EB-1888-4DD2-AEF2-6626EE2ED91E}"/>
                  </a:ext>
                </a:extLst>
              </p:cNvPr>
              <p:cNvCxnSpPr>
                <a:stCxn id="84" idx="0"/>
                <a:endCxn id="13" idx="4"/>
              </p:cNvCxnSpPr>
              <p:nvPr/>
            </p:nvCxnSpPr>
            <p:spPr>
              <a:xfrm flipV="1">
                <a:off x="5410352" y="4169564"/>
                <a:ext cx="393715" cy="525405"/>
              </a:xfrm>
              <a:prstGeom prst="line">
                <a:avLst/>
              </a:prstGeom>
              <a:ln w="38100">
                <a:solidFill>
                  <a:schemeClr val="accent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133B7F1A-5907-4A8C-B48A-9A3D41D2366B}"/>
                </a:ext>
              </a:extLst>
            </p:cNvPr>
            <p:cNvCxnSpPr>
              <a:stCxn id="6" idx="6"/>
              <a:endCxn id="23" idx="2"/>
            </p:cNvCxnSpPr>
            <p:nvPr/>
          </p:nvCxnSpPr>
          <p:spPr>
            <a:xfrm>
              <a:off x="3740242" y="4483911"/>
              <a:ext cx="3722907" cy="0"/>
            </a:xfrm>
            <a:prstGeom prst="line">
              <a:avLst/>
            </a:prstGeom>
            <a:ln w="38100">
              <a:solidFill>
                <a:schemeClr val="accent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387676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8A9D96-5D55-89DD-7153-DC640B023E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700624-6C80-9C60-783B-8A0851D48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he-IL" dirty="0"/>
              <a:t>הגדרת הבעיה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A7057BA2-D2E2-6A6B-9FF0-ADF3D06A936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97280" y="1845733"/>
                <a:ext cx="10058400" cy="4236089"/>
              </a:xfrm>
            </p:spPr>
            <p:txBody>
              <a:bodyPr/>
              <a:lstStyle/>
              <a:p>
                <a:pPr algn="r" rtl="1">
                  <a:spcAft>
                    <a:spcPts val="0"/>
                  </a:spcAft>
                </a:pPr>
                <a:endParaRPr lang="he-IL" sz="1200" b="1" dirty="0"/>
              </a:p>
              <a:p>
                <a:pPr algn="r" rtl="1">
                  <a:spcBef>
                    <a:spcPts val="0"/>
                  </a:spcBef>
                  <a:spcAft>
                    <a:spcPts val="1800"/>
                  </a:spcAft>
                </a:pPr>
                <a:r>
                  <a:rPr lang="he-IL" b="1" dirty="0"/>
                  <a:t>סימון: </a:t>
                </a:r>
                <a:r>
                  <a:rPr lang="he-IL" dirty="0"/>
                  <a:t>יהא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d>
                  </m:oMath>
                </a14:m>
                <a:r>
                  <a:rPr lang="he-IL" dirty="0"/>
                  <a:t> גרף לא מכוון ויהיו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he-IL" dirty="0"/>
                  <a:t> ו-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he-IL" dirty="0"/>
                  <a:t> זוג קודקודים ב-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he-IL" dirty="0"/>
                  <a:t>. </a:t>
                </a:r>
                <a:br>
                  <a:rPr lang="en-US" dirty="0"/>
                </a:br>
                <a:r>
                  <a:rPr lang="he-IL" dirty="0"/>
                  <a:t>נסמן ב-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he-IL" dirty="0"/>
                  <a:t> את האורך של </a:t>
                </a:r>
                <a:r>
                  <a:rPr lang="he-IL" b="1" dirty="0"/>
                  <a:t>מסלול קצר ביותר בצלעות</a:t>
                </a:r>
                <a:r>
                  <a:rPr lang="he-IL" dirty="0"/>
                  <a:t> מקודקוד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he-IL" dirty="0"/>
                  <a:t> לקודקוד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he-IL" dirty="0"/>
                  <a:t>, ונגדיר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=∞</m:t>
                    </m:r>
                  </m:oMath>
                </a14:m>
                <a:r>
                  <a:rPr lang="he-IL" dirty="0"/>
                  <a:t> כאשר לא קיים מסלול כזה.</a:t>
                </a:r>
                <a:endParaRPr lang="he-IL" b="1" dirty="0"/>
              </a:p>
              <a:p>
                <a:pPr algn="r" rtl="1"/>
                <a:r>
                  <a:rPr lang="he-IL" b="1" dirty="0"/>
                  <a:t>בעיית </a:t>
                </a:r>
                <a:r>
                  <a:rPr lang="en-US" b="1" dirty="0"/>
                  <a:t>SEP</a:t>
                </a:r>
                <a:r>
                  <a:rPr lang="he-IL" b="1" dirty="0"/>
                  <a:t> (</a:t>
                </a:r>
                <a:r>
                  <a:rPr lang="en-US" b="1" dirty="0"/>
                  <a:t>Single Source Shortest Even Paths</a:t>
                </a:r>
                <a:r>
                  <a:rPr lang="he-IL" b="1" dirty="0"/>
                  <a:t>)</a:t>
                </a:r>
                <a:endParaRPr lang="he-IL" dirty="0"/>
              </a:p>
              <a:p>
                <a:pPr algn="r" rtl="1"/>
                <a:r>
                  <a:rPr lang="he-IL" dirty="0"/>
                  <a:t>בהינתן גרף לא מכוון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d>
                  </m:oMath>
                </a14:m>
                <a:r>
                  <a:rPr lang="he-IL" dirty="0"/>
                  <a:t> וקודקוד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he-IL" dirty="0"/>
                  <a:t>, יש להחזיר אורך מסלול </a:t>
                </a:r>
                <a:r>
                  <a:rPr lang="he-IL" b="1" dirty="0">
                    <a:solidFill>
                      <a:schemeClr val="tx1"/>
                    </a:solidFill>
                  </a:rPr>
                  <a:t>זוגי</a:t>
                </a:r>
                <a:r>
                  <a:rPr lang="he-IL" b="1" dirty="0"/>
                  <a:t> </a:t>
                </a:r>
                <a:r>
                  <a:rPr lang="he-IL" dirty="0"/>
                  <a:t>מינימלי מ-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he-IL" dirty="0"/>
                  <a:t> לכל קודקוד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he-IL" dirty="0"/>
                  <a:t>, או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lang="he-IL" dirty="0"/>
                  <a:t> אם לא קיים מסלול כזה.</a:t>
                </a:r>
              </a:p>
              <a:p>
                <a:pPr algn="r" rtl="1"/>
                <a:endParaRPr lang="he-IL" dirty="0"/>
              </a:p>
              <a:p>
                <a:pPr algn="r" rtl="1"/>
                <a:endParaRPr lang="he-IL" dirty="0"/>
              </a:p>
              <a:p>
                <a:pPr algn="r" rtl="1"/>
                <a:endParaRPr lang="he-IL" dirty="0"/>
              </a:p>
              <a:p>
                <a:pPr algn="r" rtl="1"/>
                <a:endParaRPr lang="he-IL" dirty="0"/>
              </a:p>
            </p:txBody>
          </p:sp>
        </mc:Choice>
        <mc:Fallback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A7057BA2-D2E2-6A6B-9FF0-ADF3D06A936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97280" y="1845733"/>
                <a:ext cx="10058400" cy="4236089"/>
              </a:xfrm>
              <a:blipFill>
                <a:blip r:embed="rId3"/>
                <a:stretch>
                  <a:fillRect l="-303" r="-1576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556A7EB-EE74-BA92-7CB7-8F43D54BD4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A1560-5CD4-4BB8-856E-B6258C803524}" type="datetime9">
              <a:rPr lang="he-IL" smtClean="0"/>
              <a:t>16 אוקטובר, 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C69042-F69A-0197-206B-D68AD1341F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2890DF-349A-8043-C44C-CF77A8158D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 dirty="0"/>
              <a:t>תרגול 1 - מבוא </a:t>
            </a:r>
            <a:r>
              <a:rPr lang="he-IL" dirty="0" err="1"/>
              <a:t>ורדוקציות</a:t>
            </a:r>
            <a:endParaRPr lang="en-US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9E4E6126-A3AC-04D7-5EC8-0FEE3B31052B}"/>
              </a:ext>
            </a:extLst>
          </p:cNvPr>
          <p:cNvGrpSpPr/>
          <p:nvPr/>
        </p:nvGrpSpPr>
        <p:grpSpPr>
          <a:xfrm>
            <a:off x="3472313" y="4475589"/>
            <a:ext cx="4789707" cy="1605265"/>
            <a:chOff x="3206842" y="3690900"/>
            <a:chExt cx="4789707" cy="1605265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206CFA57-BB38-C730-F4C7-5D137B5F01DB}"/>
                </a:ext>
              </a:extLst>
            </p:cNvPr>
            <p:cNvGrpSpPr/>
            <p:nvPr/>
          </p:nvGrpSpPr>
          <p:grpSpPr>
            <a:xfrm>
              <a:off x="3206842" y="3690900"/>
              <a:ext cx="4789707" cy="1605265"/>
              <a:chOff x="2587717" y="3624225"/>
              <a:chExt cx="4789707" cy="1605265"/>
            </a:xfrm>
          </p:grpSpPr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F7DA63CC-D4A1-6BD9-FA98-3CD91BE66FD8}"/>
                  </a:ext>
                </a:extLst>
              </p:cNvPr>
              <p:cNvCxnSpPr>
                <a:stCxn id="36" idx="6"/>
                <a:endCxn id="28" idx="2"/>
              </p:cNvCxnSpPr>
              <p:nvPr/>
            </p:nvCxnSpPr>
            <p:spPr>
              <a:xfrm>
                <a:off x="4822599" y="4959102"/>
                <a:ext cx="321053" cy="2567"/>
              </a:xfrm>
              <a:prstGeom prst="line">
                <a:avLst/>
              </a:prstGeom>
              <a:ln w="38100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C9EDB066-301B-E116-E95F-EADB2231D6DB}"/>
                  </a:ext>
                </a:extLst>
              </p:cNvPr>
              <p:cNvCxnSpPr>
                <a:cxnSpLocks/>
                <a:stCxn id="28" idx="6"/>
                <a:endCxn id="37" idx="2"/>
              </p:cNvCxnSpPr>
              <p:nvPr/>
            </p:nvCxnSpPr>
            <p:spPr>
              <a:xfrm flipV="1">
                <a:off x="5677052" y="4959102"/>
                <a:ext cx="315600" cy="2567"/>
              </a:xfrm>
              <a:prstGeom prst="line">
                <a:avLst/>
              </a:prstGeom>
              <a:ln w="38100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09E3BD48-E937-CDEF-F8CE-DFACA3B8B364}"/>
                  </a:ext>
                </a:extLst>
              </p:cNvPr>
              <p:cNvCxnSpPr>
                <a:cxnSpLocks/>
                <a:stCxn id="32" idx="5"/>
                <a:endCxn id="37" idx="1"/>
              </p:cNvCxnSpPr>
              <p:nvPr/>
            </p:nvCxnSpPr>
            <p:spPr>
              <a:xfrm>
                <a:off x="4283933" y="4079510"/>
                <a:ext cx="1786834" cy="691007"/>
              </a:xfrm>
              <a:prstGeom prst="line">
                <a:avLst/>
              </a:prstGeom>
              <a:ln w="38100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03A2A40A-A109-4316-83D6-A98E6FE5BEA6}"/>
                  </a:ext>
                </a:extLst>
              </p:cNvPr>
              <p:cNvCxnSpPr>
                <a:stCxn id="34" idx="6"/>
                <a:endCxn id="38" idx="1"/>
              </p:cNvCxnSpPr>
              <p:nvPr/>
            </p:nvCxnSpPr>
            <p:spPr>
              <a:xfrm>
                <a:off x="6070767" y="3902864"/>
                <a:ext cx="851372" cy="325787"/>
              </a:xfrm>
              <a:prstGeom prst="line">
                <a:avLst/>
              </a:prstGeom>
              <a:ln w="38100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7753C118-E8FA-D47D-521B-9EE4994B5790}"/>
                  </a:ext>
                </a:extLst>
              </p:cNvPr>
              <p:cNvGrpSpPr/>
              <p:nvPr/>
            </p:nvGrpSpPr>
            <p:grpSpPr>
              <a:xfrm>
                <a:off x="2587717" y="3624225"/>
                <a:ext cx="4789707" cy="1605265"/>
                <a:chOff x="2759167" y="3643275"/>
                <a:chExt cx="4789707" cy="1605265"/>
              </a:xfrm>
            </p:grpSpPr>
            <p:grpSp>
              <p:nvGrpSpPr>
                <p:cNvPr id="24" name="Group 23">
                  <a:extLst>
                    <a:ext uri="{FF2B5EF4-FFF2-40B4-BE49-F238E27FC236}">
                      <a16:creationId xmlns:a16="http://schemas.microsoft.com/office/drawing/2014/main" id="{2A80681D-E3FF-6CDE-1CEF-51EBD1BE30B9}"/>
                    </a:ext>
                  </a:extLst>
                </p:cNvPr>
                <p:cNvGrpSpPr/>
                <p:nvPr/>
              </p:nvGrpSpPr>
              <p:grpSpPr>
                <a:xfrm>
                  <a:off x="2759167" y="3643275"/>
                  <a:ext cx="4789707" cy="1605265"/>
                  <a:chOff x="3225892" y="3595650"/>
                  <a:chExt cx="4789707" cy="1605265"/>
                </a:xfrm>
              </p:grpSpPr>
              <p:grpSp>
                <p:nvGrpSpPr>
                  <p:cNvPr id="27" name="Group 26">
                    <a:extLst>
                      <a:ext uri="{FF2B5EF4-FFF2-40B4-BE49-F238E27FC236}">
                        <a16:creationId xmlns:a16="http://schemas.microsoft.com/office/drawing/2014/main" id="{E743F6A5-2EEE-A137-F4D2-5335387C67D4}"/>
                      </a:ext>
                    </a:extLst>
                  </p:cNvPr>
                  <p:cNvGrpSpPr/>
                  <p:nvPr/>
                </p:nvGrpSpPr>
                <p:grpSpPr>
                  <a:xfrm>
                    <a:off x="3225892" y="3595650"/>
                    <a:ext cx="4789707" cy="1605265"/>
                    <a:chOff x="2825842" y="3429000"/>
                    <a:chExt cx="4789707" cy="1605265"/>
                  </a:xfrm>
                </p:grpSpPr>
                <mc:AlternateContent xmlns:mc="http://schemas.openxmlformats.org/markup-compatibility/2006" xmlns:a14="http://schemas.microsoft.com/office/drawing/2010/main">
                  <mc:Choice Requires="a14">
                    <p:sp>
                      <p:nvSpPr>
                        <p:cNvPr id="30" name="Oval 29">
                          <a:extLst>
                            <a:ext uri="{FF2B5EF4-FFF2-40B4-BE49-F238E27FC236}">
                              <a16:creationId xmlns:a16="http://schemas.microsoft.com/office/drawing/2014/main" id="{DF5D56B3-2E9C-7078-33AE-B13AC02187EE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2825842" y="3955311"/>
                          <a:ext cx="533400" cy="533400"/>
                        </a:xfrm>
                        <a:prstGeom prst="ellipse">
                          <a:avLst/>
                        </a:prstGeom>
                        <a:noFill/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oMath>
                            </m:oMathPara>
                          </a14:m>
                          <a:endParaRPr lang="en-IL" dirty="0">
                            <a:solidFill>
                              <a:schemeClr val="tx1"/>
                            </a:solidFill>
                          </a:endParaRPr>
                        </a:p>
                      </p:txBody>
                    </p:sp>
                  </mc:Choice>
                  <mc:Fallback xmlns="">
                    <p:sp>
                      <p:nvSpPr>
                        <p:cNvPr id="6" name="Oval 5">
                          <a:extLst>
                            <a:ext uri="{FF2B5EF4-FFF2-40B4-BE49-F238E27FC236}">
                              <a16:creationId xmlns:a16="http://schemas.microsoft.com/office/drawing/2014/main" id="{E9069700-B58C-462F-B004-D07844339C5D}"/>
                            </a:ext>
                          </a:extLst>
                        </p:cNvPr>
                        <p:cNvSpPr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>
                        <a:xfrm>
                          <a:off x="2825842" y="3955311"/>
                          <a:ext cx="533400" cy="533400"/>
                        </a:xfrm>
                        <a:prstGeom prst="ellipse">
                          <a:avLst/>
                        </a:prstGeom>
                        <a:blipFill>
                          <a:blip r:embed="rId4"/>
                          <a:stretch>
                            <a:fillRect/>
                          </a:stretch>
                        </a:blipFill>
                      </p:spPr>
                      <p:txBody>
                        <a:bodyPr/>
                        <a:lstStyle/>
                        <a:p>
                          <a:r>
                            <a:rPr lang="he-IL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  <p:sp>
                  <p:nvSpPr>
                    <p:cNvPr id="32" name="Oval 31">
                      <a:extLst>
                        <a:ext uri="{FF2B5EF4-FFF2-40B4-BE49-F238E27FC236}">
                          <a16:creationId xmlns:a16="http://schemas.microsoft.com/office/drawing/2014/main" id="{A2F50186-6163-C760-0DEE-7066D0284BD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063547" y="3429000"/>
                      <a:ext cx="537179" cy="533400"/>
                    </a:xfrm>
                    <a:prstGeom prst="ellipse">
                      <a:avLst/>
                    </a:prstGeom>
                    <a:noFill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L"/>
                    </a:p>
                  </p:txBody>
                </p:sp>
                <p:sp>
                  <p:nvSpPr>
                    <p:cNvPr id="33" name="Oval 32">
                      <a:extLst>
                        <a:ext uri="{FF2B5EF4-FFF2-40B4-BE49-F238E27FC236}">
                          <a16:creationId xmlns:a16="http://schemas.microsoft.com/office/drawing/2014/main" id="{5BC5F476-DD9A-39DD-A465-7AF762E4760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921409" y="3436942"/>
                      <a:ext cx="533400" cy="533400"/>
                    </a:xfrm>
                    <a:prstGeom prst="ellipse">
                      <a:avLst/>
                    </a:prstGeom>
                    <a:noFill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L"/>
                    </a:p>
                  </p:txBody>
                </p:sp>
                <p:sp>
                  <p:nvSpPr>
                    <p:cNvPr id="34" name="Oval 33">
                      <a:extLst>
                        <a:ext uri="{FF2B5EF4-FFF2-40B4-BE49-F238E27FC236}">
                          <a16:creationId xmlns:a16="http://schemas.microsoft.com/office/drawing/2014/main" id="{283BD523-2813-DC3B-9A8D-282EF1EF6CF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775492" y="3440939"/>
                      <a:ext cx="533400" cy="533400"/>
                    </a:xfrm>
                    <a:prstGeom prst="ellipse">
                      <a:avLst/>
                    </a:prstGeom>
                    <a:noFill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L" dirty="0"/>
                    </a:p>
                  </p:txBody>
                </p:sp>
                <p:sp>
                  <p:nvSpPr>
                    <p:cNvPr id="35" name="Oval 34">
                      <a:extLst>
                        <a:ext uri="{FF2B5EF4-FFF2-40B4-BE49-F238E27FC236}">
                          <a16:creationId xmlns:a16="http://schemas.microsoft.com/office/drawing/2014/main" id="{C12112B6-D58D-F542-D877-DBA0C48A83B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672871" y="4500865"/>
                      <a:ext cx="533400" cy="533400"/>
                    </a:xfrm>
                    <a:prstGeom prst="ellipse">
                      <a:avLst/>
                    </a:prstGeom>
                    <a:noFill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L" dirty="0"/>
                    </a:p>
                  </p:txBody>
                </p:sp>
                <p:sp>
                  <p:nvSpPr>
                    <p:cNvPr id="36" name="Oval 35">
                      <a:extLst>
                        <a:ext uri="{FF2B5EF4-FFF2-40B4-BE49-F238E27FC236}">
                          <a16:creationId xmlns:a16="http://schemas.microsoft.com/office/drawing/2014/main" id="{34B81FA3-6E99-5773-7E62-F1D66118604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527324" y="4497177"/>
                      <a:ext cx="533400" cy="533400"/>
                    </a:xfrm>
                    <a:prstGeom prst="ellipse">
                      <a:avLst/>
                    </a:prstGeom>
                    <a:noFill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L" dirty="0"/>
                    </a:p>
                  </p:txBody>
                </p:sp>
                <p:sp>
                  <p:nvSpPr>
                    <p:cNvPr id="37" name="Oval 36">
                      <a:extLst>
                        <a:ext uri="{FF2B5EF4-FFF2-40B4-BE49-F238E27FC236}">
                          <a16:creationId xmlns:a16="http://schemas.microsoft.com/office/drawing/2014/main" id="{97B0447E-B247-F120-6112-CA977D49D0D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230777" y="4497177"/>
                      <a:ext cx="533400" cy="533400"/>
                    </a:xfrm>
                    <a:prstGeom prst="ellipse">
                      <a:avLst/>
                    </a:prstGeom>
                    <a:noFill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L" dirty="0"/>
                    </a:p>
                  </p:txBody>
                </p:sp>
                <mc:AlternateContent xmlns:mc="http://schemas.openxmlformats.org/markup-compatibility/2006" xmlns:a14="http://schemas.microsoft.com/office/drawing/2010/main">
                  <mc:Choice Requires="a14">
                    <p:sp>
                      <p:nvSpPr>
                        <p:cNvPr id="38" name="Oval 37">
                          <a:extLst>
                            <a:ext uri="{FF2B5EF4-FFF2-40B4-BE49-F238E27FC236}">
                              <a16:creationId xmlns:a16="http://schemas.microsoft.com/office/drawing/2014/main" id="{D31A73BC-1AD3-D685-A96B-35E7B78D6234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7082149" y="3955311"/>
                          <a:ext cx="533400" cy="533400"/>
                        </a:xfrm>
                        <a:prstGeom prst="ellipse">
                          <a:avLst/>
                        </a:prstGeom>
                        <a:noFill/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oMath>
                            </m:oMathPara>
                          </a14:m>
                          <a:endParaRPr lang="en-IL" dirty="0">
                            <a:solidFill>
                              <a:schemeClr val="tx1"/>
                            </a:solidFill>
                          </a:endParaRPr>
                        </a:p>
                      </p:txBody>
                    </p:sp>
                  </mc:Choice>
                  <mc:Fallback xmlns="">
                    <p:sp>
                      <p:nvSpPr>
                        <p:cNvPr id="23" name="Oval 22">
                          <a:extLst>
                            <a:ext uri="{FF2B5EF4-FFF2-40B4-BE49-F238E27FC236}">
                              <a16:creationId xmlns:a16="http://schemas.microsoft.com/office/drawing/2014/main" id="{EC8B4662-CA1F-4D02-B66D-91A5009B0873}"/>
                            </a:ext>
                          </a:extLst>
                        </p:cNvPr>
                        <p:cNvSpPr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>
                        <a:xfrm>
                          <a:off x="7082149" y="3955311"/>
                          <a:ext cx="533400" cy="533400"/>
                        </a:xfrm>
                        <a:prstGeom prst="ellipse">
                          <a:avLst/>
                        </a:prstGeom>
                        <a:blipFill>
                          <a:blip r:embed="rId5"/>
                          <a:stretch>
                            <a:fillRect/>
                          </a:stretch>
                        </a:blipFill>
                      </p:spPr>
                      <p:txBody>
                        <a:bodyPr/>
                        <a:lstStyle/>
                        <a:p>
                          <a:r>
                            <a:rPr lang="he-IL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  <p:cxnSp>
                  <p:nvCxnSpPr>
                    <p:cNvPr id="39" name="Straight Connector 38">
                      <a:extLst>
                        <a:ext uri="{FF2B5EF4-FFF2-40B4-BE49-F238E27FC236}">
                          <a16:creationId xmlns:a16="http://schemas.microsoft.com/office/drawing/2014/main" id="{5DC6D4C8-2425-6193-D42C-4216A368A06F}"/>
                        </a:ext>
                      </a:extLst>
                    </p:cNvPr>
                    <p:cNvCxnSpPr>
                      <a:stCxn id="30" idx="5"/>
                      <a:endCxn id="35" idx="2"/>
                    </p:cNvCxnSpPr>
                    <p:nvPr/>
                  </p:nvCxnSpPr>
                  <p:spPr>
                    <a:xfrm>
                      <a:off x="3281127" y="4410596"/>
                      <a:ext cx="391744" cy="356969"/>
                    </a:xfrm>
                    <a:prstGeom prst="line">
                      <a:avLst/>
                    </a:prstGeom>
                    <a:ln w="38100">
                      <a:solidFill>
                        <a:schemeClr val="accent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0" name="Straight Connector 39">
                      <a:extLst>
                        <a:ext uri="{FF2B5EF4-FFF2-40B4-BE49-F238E27FC236}">
                          <a16:creationId xmlns:a16="http://schemas.microsoft.com/office/drawing/2014/main" id="{F79094C2-A742-7026-EDCD-ED404D67C1DC}"/>
                        </a:ext>
                      </a:extLst>
                    </p:cNvPr>
                    <p:cNvCxnSpPr>
                      <a:cxnSpLocks/>
                      <a:stCxn id="35" idx="6"/>
                      <a:endCxn id="36" idx="2"/>
                    </p:cNvCxnSpPr>
                    <p:nvPr/>
                  </p:nvCxnSpPr>
                  <p:spPr>
                    <a:xfrm flipV="1">
                      <a:off x="4206271" y="4763877"/>
                      <a:ext cx="321053" cy="3688"/>
                    </a:xfrm>
                    <a:prstGeom prst="line">
                      <a:avLst/>
                    </a:prstGeom>
                    <a:ln w="38100">
                      <a:solidFill>
                        <a:schemeClr val="accent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1" name="Straight Connector 40">
                      <a:extLst>
                        <a:ext uri="{FF2B5EF4-FFF2-40B4-BE49-F238E27FC236}">
                          <a16:creationId xmlns:a16="http://schemas.microsoft.com/office/drawing/2014/main" id="{8DAF8450-9F15-114E-9D2A-347A614A3945}"/>
                        </a:ext>
                      </a:extLst>
                    </p:cNvPr>
                    <p:cNvCxnSpPr>
                      <a:cxnSpLocks/>
                      <a:stCxn id="32" idx="6"/>
                      <a:endCxn id="33" idx="2"/>
                    </p:cNvCxnSpPr>
                    <p:nvPr/>
                  </p:nvCxnSpPr>
                  <p:spPr>
                    <a:xfrm>
                      <a:off x="4600726" y="3695700"/>
                      <a:ext cx="320683" cy="7942"/>
                    </a:xfrm>
                    <a:prstGeom prst="line">
                      <a:avLst/>
                    </a:prstGeom>
                    <a:ln w="38100">
                      <a:solidFill>
                        <a:schemeClr val="accent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28" name="Oval 27">
                    <a:extLst>
                      <a:ext uri="{FF2B5EF4-FFF2-40B4-BE49-F238E27FC236}">
                        <a16:creationId xmlns:a16="http://schemas.microsoft.com/office/drawing/2014/main" id="{2D523AA5-C650-F35B-E339-D4DB95038241}"/>
                      </a:ext>
                    </a:extLst>
                  </p:cNvPr>
                  <p:cNvSpPr/>
                  <p:nvPr/>
                </p:nvSpPr>
                <p:spPr>
                  <a:xfrm>
                    <a:off x="5781827" y="4666394"/>
                    <a:ext cx="533400" cy="533400"/>
                  </a:xfrm>
                  <a:prstGeom prst="ellipse">
                    <a:avLst/>
                  </a:prstGeom>
                  <a:noFill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/>
                  </a:p>
                </p:txBody>
              </p:sp>
            </p:grpSp>
            <p:cxnSp>
              <p:nvCxnSpPr>
                <p:cNvPr id="25" name="Straight Connector 24">
                  <a:extLst>
                    <a:ext uri="{FF2B5EF4-FFF2-40B4-BE49-F238E27FC236}">
                      <a16:creationId xmlns:a16="http://schemas.microsoft.com/office/drawing/2014/main" id="{CC176AF9-60FE-F32A-4239-E0DBF24A112F}"/>
                    </a:ext>
                  </a:extLst>
                </p:cNvPr>
                <p:cNvCxnSpPr>
                  <a:cxnSpLocks/>
                  <a:stCxn id="33" idx="6"/>
                  <a:endCxn id="34" idx="2"/>
                </p:cNvCxnSpPr>
                <p:nvPr/>
              </p:nvCxnSpPr>
              <p:spPr>
                <a:xfrm>
                  <a:off x="5388134" y="3917917"/>
                  <a:ext cx="320683" cy="3997"/>
                </a:xfrm>
                <a:prstGeom prst="line">
                  <a:avLst/>
                </a:prstGeom>
                <a:ln w="38100">
                  <a:solidFill>
                    <a:schemeClr val="accent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" name="Straight Connector 25">
                  <a:extLst>
                    <a:ext uri="{FF2B5EF4-FFF2-40B4-BE49-F238E27FC236}">
                      <a16:creationId xmlns:a16="http://schemas.microsoft.com/office/drawing/2014/main" id="{6A6E3141-907B-F029-D8FA-5FBCD12F968D}"/>
                    </a:ext>
                  </a:extLst>
                </p:cNvPr>
                <p:cNvCxnSpPr>
                  <a:stCxn id="35" idx="0"/>
                  <a:endCxn id="32" idx="3"/>
                </p:cNvCxnSpPr>
                <p:nvPr/>
              </p:nvCxnSpPr>
              <p:spPr>
                <a:xfrm flipV="1">
                  <a:off x="3872896" y="4098560"/>
                  <a:ext cx="202644" cy="616580"/>
                </a:xfrm>
                <a:prstGeom prst="line">
                  <a:avLst/>
                </a:prstGeom>
                <a:ln w="38100">
                  <a:solidFill>
                    <a:schemeClr val="accent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2" name="Straight Connector 21">
                <a:extLst>
                  <a:ext uri="{FF2B5EF4-FFF2-40B4-BE49-F238E27FC236}">
                    <a16:creationId xmlns:a16="http://schemas.microsoft.com/office/drawing/2014/main" id="{53717214-DB2F-386D-A42B-5472E69C482F}"/>
                  </a:ext>
                </a:extLst>
              </p:cNvPr>
              <p:cNvCxnSpPr>
                <a:stCxn id="28" idx="0"/>
                <a:endCxn id="34" idx="4"/>
              </p:cNvCxnSpPr>
              <p:nvPr/>
            </p:nvCxnSpPr>
            <p:spPr>
              <a:xfrm flipV="1">
                <a:off x="5410352" y="4169564"/>
                <a:ext cx="393715" cy="525405"/>
              </a:xfrm>
              <a:prstGeom prst="line">
                <a:avLst/>
              </a:prstGeom>
              <a:ln w="38100">
                <a:solidFill>
                  <a:schemeClr val="accent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74D8B55D-D645-4FFA-B11A-DA9656410A64}"/>
                </a:ext>
              </a:extLst>
            </p:cNvPr>
            <p:cNvCxnSpPr>
              <a:stCxn id="30" idx="6"/>
              <a:endCxn id="38" idx="2"/>
            </p:cNvCxnSpPr>
            <p:nvPr/>
          </p:nvCxnSpPr>
          <p:spPr>
            <a:xfrm>
              <a:off x="3740242" y="4483911"/>
              <a:ext cx="3722907" cy="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98920185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A137F5-2390-23FD-C2D4-493F52F5CE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A87DCE-C4CD-9833-EE85-15E072068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he-IL" dirty="0"/>
              <a:t>הגדרת הבעיה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BF3868EB-0FD6-0091-2E0D-0FFA0E9882C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97280" y="1845733"/>
                <a:ext cx="10058400" cy="4236089"/>
              </a:xfrm>
            </p:spPr>
            <p:txBody>
              <a:bodyPr/>
              <a:lstStyle/>
              <a:p>
                <a:pPr algn="r" rtl="1">
                  <a:spcAft>
                    <a:spcPts val="0"/>
                  </a:spcAft>
                </a:pPr>
                <a:endParaRPr lang="he-IL" sz="1200" b="1" dirty="0"/>
              </a:p>
              <a:p>
                <a:pPr algn="r" rtl="1">
                  <a:spcBef>
                    <a:spcPts val="0"/>
                  </a:spcBef>
                  <a:spcAft>
                    <a:spcPts val="1800"/>
                  </a:spcAft>
                </a:pPr>
                <a:r>
                  <a:rPr lang="he-IL" b="1" dirty="0"/>
                  <a:t>סימון: </a:t>
                </a:r>
                <a:r>
                  <a:rPr lang="he-IL" dirty="0"/>
                  <a:t>יהא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d>
                  </m:oMath>
                </a14:m>
                <a:r>
                  <a:rPr lang="he-IL" dirty="0"/>
                  <a:t> גרף לא מכוון ויהיו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he-IL" dirty="0"/>
                  <a:t> ו-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he-IL" dirty="0"/>
                  <a:t> זוג קודקודים ב-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he-IL" dirty="0"/>
                  <a:t>. </a:t>
                </a:r>
                <a:br>
                  <a:rPr lang="en-US" dirty="0"/>
                </a:br>
                <a:r>
                  <a:rPr lang="he-IL" dirty="0"/>
                  <a:t>נסמן ב-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he-IL" dirty="0"/>
                  <a:t> את האורך של </a:t>
                </a:r>
                <a:r>
                  <a:rPr lang="he-IL" b="1" dirty="0"/>
                  <a:t>מסלול קצר ביותר בצלעות</a:t>
                </a:r>
                <a:r>
                  <a:rPr lang="he-IL" dirty="0"/>
                  <a:t> מקודקוד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he-IL" dirty="0"/>
                  <a:t> לקודקוד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he-IL" dirty="0"/>
                  <a:t>, ונגדיר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=∞</m:t>
                    </m:r>
                  </m:oMath>
                </a14:m>
                <a:r>
                  <a:rPr lang="he-IL" dirty="0"/>
                  <a:t> כאשר לא קיים מסלול כזה.</a:t>
                </a:r>
                <a:endParaRPr lang="he-IL" b="1" dirty="0"/>
              </a:p>
              <a:p>
                <a:pPr algn="r" rtl="1"/>
                <a:r>
                  <a:rPr lang="he-IL" b="1" dirty="0"/>
                  <a:t>בעיית </a:t>
                </a:r>
                <a:r>
                  <a:rPr lang="en-US" b="1" dirty="0"/>
                  <a:t>SEP</a:t>
                </a:r>
                <a:r>
                  <a:rPr lang="he-IL" b="1" dirty="0"/>
                  <a:t> (</a:t>
                </a:r>
                <a:r>
                  <a:rPr lang="en-US" b="1" dirty="0"/>
                  <a:t>Single Source Shortest Even Paths</a:t>
                </a:r>
                <a:r>
                  <a:rPr lang="he-IL" b="1" dirty="0"/>
                  <a:t>)</a:t>
                </a:r>
                <a:endParaRPr lang="he-IL" dirty="0"/>
              </a:p>
              <a:p>
                <a:pPr algn="r" rtl="1"/>
                <a:r>
                  <a:rPr lang="he-IL" dirty="0"/>
                  <a:t>בהינתן גרף לא מכוון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d>
                  </m:oMath>
                </a14:m>
                <a:r>
                  <a:rPr lang="he-IL" dirty="0"/>
                  <a:t> וקודקוד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he-IL" dirty="0"/>
                  <a:t>, יש להחזיר אורך מסלול </a:t>
                </a:r>
                <a:r>
                  <a:rPr lang="he-IL" b="1" dirty="0">
                    <a:solidFill>
                      <a:schemeClr val="tx1"/>
                    </a:solidFill>
                  </a:rPr>
                  <a:t>זוגי</a:t>
                </a:r>
                <a:r>
                  <a:rPr lang="he-IL" b="1" dirty="0"/>
                  <a:t> </a:t>
                </a:r>
                <a:r>
                  <a:rPr lang="he-IL" dirty="0"/>
                  <a:t>מינימלי מ-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he-IL" dirty="0"/>
                  <a:t> לכל קודקוד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he-IL" dirty="0"/>
                  <a:t>, או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lang="he-IL" dirty="0"/>
                  <a:t> אם לא קיים מסלול כזה.</a:t>
                </a:r>
              </a:p>
              <a:p>
                <a:pPr algn="r" rtl="1"/>
                <a:endParaRPr lang="he-IL" dirty="0"/>
              </a:p>
              <a:p>
                <a:pPr algn="r" rtl="1"/>
                <a:endParaRPr lang="he-IL" dirty="0"/>
              </a:p>
              <a:p>
                <a:pPr algn="r" rtl="1"/>
                <a:endParaRPr lang="he-IL" dirty="0"/>
              </a:p>
              <a:p>
                <a:pPr algn="r" rtl="1"/>
                <a:endParaRPr lang="he-IL" dirty="0"/>
              </a:p>
            </p:txBody>
          </p:sp>
        </mc:Choice>
        <mc:Fallback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BF3868EB-0FD6-0091-2E0D-0FFA0E9882C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97280" y="1845733"/>
                <a:ext cx="10058400" cy="4236089"/>
              </a:xfrm>
              <a:blipFill>
                <a:blip r:embed="rId3"/>
                <a:stretch>
                  <a:fillRect l="-303" r="-1576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C87380E-0B88-47F2-CC36-CD7AB9EA5F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C2B23-76AA-4F60-9726-B5DE645C5D52}" type="datetime9">
              <a:rPr lang="he-IL" smtClean="0"/>
              <a:t>16 אוקטובר, 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80A51B-9720-9202-13FF-21E1735FE8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B3C045-F51E-1273-BA86-0B6B473927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 dirty="0"/>
              <a:t>תרגול 1 - מבוא </a:t>
            </a:r>
            <a:r>
              <a:rPr lang="he-IL" dirty="0" err="1"/>
              <a:t>ורדוקציות</a:t>
            </a:r>
            <a:endParaRPr lang="en-US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0AFD7CBC-8727-9B22-6F01-50E46243EC0C}"/>
              </a:ext>
            </a:extLst>
          </p:cNvPr>
          <p:cNvGrpSpPr/>
          <p:nvPr/>
        </p:nvGrpSpPr>
        <p:grpSpPr>
          <a:xfrm>
            <a:off x="3471231" y="4477689"/>
            <a:ext cx="4789707" cy="1605265"/>
            <a:chOff x="3206842" y="3690900"/>
            <a:chExt cx="4789707" cy="1605265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3348C0B-5ECD-F949-8AF6-61E3C5D94BBA}"/>
                </a:ext>
              </a:extLst>
            </p:cNvPr>
            <p:cNvCxnSpPr>
              <a:cxnSpLocks/>
              <a:stCxn id="30" idx="6"/>
              <a:endCxn id="38" idx="2"/>
            </p:cNvCxnSpPr>
            <p:nvPr/>
          </p:nvCxnSpPr>
          <p:spPr>
            <a:xfrm>
              <a:off x="3740242" y="4483911"/>
              <a:ext cx="3722907" cy="0"/>
            </a:xfrm>
            <a:prstGeom prst="line">
              <a:avLst/>
            </a:prstGeom>
            <a:ln w="38100">
              <a:solidFill>
                <a:srgbClr val="1CADE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A365AE95-A5D6-A338-23B9-7824CB4857FA}"/>
                </a:ext>
              </a:extLst>
            </p:cNvPr>
            <p:cNvGrpSpPr/>
            <p:nvPr/>
          </p:nvGrpSpPr>
          <p:grpSpPr>
            <a:xfrm>
              <a:off x="3206842" y="3690900"/>
              <a:ext cx="4789707" cy="1605265"/>
              <a:chOff x="2587717" y="3624225"/>
              <a:chExt cx="4789707" cy="1605265"/>
            </a:xfrm>
          </p:grpSpPr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779B2071-418D-900E-B2BD-BC4A5C63E8D9}"/>
                  </a:ext>
                </a:extLst>
              </p:cNvPr>
              <p:cNvCxnSpPr>
                <a:cxnSpLocks/>
                <a:stCxn id="36" idx="6"/>
                <a:endCxn id="28" idx="2"/>
              </p:cNvCxnSpPr>
              <p:nvPr/>
            </p:nvCxnSpPr>
            <p:spPr>
              <a:xfrm>
                <a:off x="4822599" y="4959102"/>
                <a:ext cx="321053" cy="2567"/>
              </a:xfrm>
              <a:prstGeom prst="line">
                <a:avLst/>
              </a:prstGeom>
              <a:ln w="38100">
                <a:solidFill>
                  <a:srgbClr val="1CADE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CDE56B6C-E298-9661-3A8A-F89178307C26}"/>
                  </a:ext>
                </a:extLst>
              </p:cNvPr>
              <p:cNvCxnSpPr>
                <a:cxnSpLocks/>
                <a:stCxn id="28" idx="6"/>
                <a:endCxn id="37" idx="2"/>
              </p:cNvCxnSpPr>
              <p:nvPr/>
            </p:nvCxnSpPr>
            <p:spPr>
              <a:xfrm flipV="1">
                <a:off x="5677052" y="4959102"/>
                <a:ext cx="315600" cy="2567"/>
              </a:xfrm>
              <a:prstGeom prst="line">
                <a:avLst/>
              </a:prstGeom>
              <a:ln w="38100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35420628-5211-4D74-675A-7D5A7B03241A}"/>
                  </a:ext>
                </a:extLst>
              </p:cNvPr>
              <p:cNvCxnSpPr>
                <a:cxnSpLocks/>
                <a:stCxn id="32" idx="5"/>
                <a:endCxn id="37" idx="1"/>
              </p:cNvCxnSpPr>
              <p:nvPr/>
            </p:nvCxnSpPr>
            <p:spPr>
              <a:xfrm>
                <a:off x="4283933" y="4079510"/>
                <a:ext cx="1786834" cy="691007"/>
              </a:xfrm>
              <a:prstGeom prst="line">
                <a:avLst/>
              </a:prstGeom>
              <a:ln w="38100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ABB5ED91-54A1-5027-E292-12ABE522412F}"/>
                  </a:ext>
                </a:extLst>
              </p:cNvPr>
              <p:cNvCxnSpPr>
                <a:cxnSpLocks/>
                <a:stCxn id="34" idx="6"/>
                <a:endCxn id="38" idx="1"/>
              </p:cNvCxnSpPr>
              <p:nvPr/>
            </p:nvCxnSpPr>
            <p:spPr>
              <a:xfrm>
                <a:off x="6070767" y="3902864"/>
                <a:ext cx="851372" cy="325787"/>
              </a:xfrm>
              <a:prstGeom prst="line">
                <a:avLst/>
              </a:prstGeom>
              <a:ln w="38100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B1DD5E44-B85E-E257-A900-291F64748915}"/>
                  </a:ext>
                </a:extLst>
              </p:cNvPr>
              <p:cNvGrpSpPr/>
              <p:nvPr/>
            </p:nvGrpSpPr>
            <p:grpSpPr>
              <a:xfrm>
                <a:off x="2587717" y="3624225"/>
                <a:ext cx="4789707" cy="1605265"/>
                <a:chOff x="2759167" y="3643275"/>
                <a:chExt cx="4789707" cy="1605265"/>
              </a:xfrm>
            </p:grpSpPr>
            <p:grpSp>
              <p:nvGrpSpPr>
                <p:cNvPr id="24" name="Group 23">
                  <a:extLst>
                    <a:ext uri="{FF2B5EF4-FFF2-40B4-BE49-F238E27FC236}">
                      <a16:creationId xmlns:a16="http://schemas.microsoft.com/office/drawing/2014/main" id="{F0BDE49E-2259-A46E-E5B4-A086AF1A027B}"/>
                    </a:ext>
                  </a:extLst>
                </p:cNvPr>
                <p:cNvGrpSpPr/>
                <p:nvPr/>
              </p:nvGrpSpPr>
              <p:grpSpPr>
                <a:xfrm>
                  <a:off x="2759167" y="3643275"/>
                  <a:ext cx="4789707" cy="1605265"/>
                  <a:chOff x="3225892" y="3595650"/>
                  <a:chExt cx="4789707" cy="1605265"/>
                </a:xfrm>
              </p:grpSpPr>
              <p:grpSp>
                <p:nvGrpSpPr>
                  <p:cNvPr id="27" name="Group 26">
                    <a:extLst>
                      <a:ext uri="{FF2B5EF4-FFF2-40B4-BE49-F238E27FC236}">
                        <a16:creationId xmlns:a16="http://schemas.microsoft.com/office/drawing/2014/main" id="{DDF125B9-2D69-A9A6-83D4-306E36C8EB36}"/>
                      </a:ext>
                    </a:extLst>
                  </p:cNvPr>
                  <p:cNvGrpSpPr/>
                  <p:nvPr/>
                </p:nvGrpSpPr>
                <p:grpSpPr>
                  <a:xfrm>
                    <a:off x="3225892" y="3595650"/>
                    <a:ext cx="4789707" cy="1605265"/>
                    <a:chOff x="2825842" y="3429000"/>
                    <a:chExt cx="4789707" cy="1605265"/>
                  </a:xfrm>
                </p:grpSpPr>
                <mc:AlternateContent xmlns:mc="http://schemas.openxmlformats.org/markup-compatibility/2006" xmlns:a14="http://schemas.microsoft.com/office/drawing/2010/main">
                  <mc:Choice Requires="a14">
                    <p:sp>
                      <p:nvSpPr>
                        <p:cNvPr id="30" name="Oval 29">
                          <a:extLst>
                            <a:ext uri="{FF2B5EF4-FFF2-40B4-BE49-F238E27FC236}">
                              <a16:creationId xmlns:a16="http://schemas.microsoft.com/office/drawing/2014/main" id="{099CCB35-848E-6787-0E5C-434576D03D90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2825842" y="3955311"/>
                          <a:ext cx="533400" cy="533400"/>
                        </a:xfrm>
                        <a:prstGeom prst="ellipse">
                          <a:avLst/>
                        </a:prstGeom>
                        <a:noFill/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oMath>
                            </m:oMathPara>
                          </a14:m>
                          <a:endParaRPr lang="en-IL" dirty="0">
                            <a:solidFill>
                              <a:schemeClr val="tx1"/>
                            </a:solidFill>
                          </a:endParaRPr>
                        </a:p>
                      </p:txBody>
                    </p:sp>
                  </mc:Choice>
                  <mc:Fallback xmlns="">
                    <p:sp>
                      <p:nvSpPr>
                        <p:cNvPr id="47" name="Oval 46">
                          <a:extLst>
                            <a:ext uri="{FF2B5EF4-FFF2-40B4-BE49-F238E27FC236}">
                              <a16:creationId xmlns:a16="http://schemas.microsoft.com/office/drawing/2014/main" id="{C90A79C4-E015-49BE-8186-8E1148549B86}"/>
                            </a:ext>
                          </a:extLst>
                        </p:cNvPr>
                        <p:cNvSpPr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>
                        <a:xfrm>
                          <a:off x="2825842" y="3955311"/>
                          <a:ext cx="533400" cy="533400"/>
                        </a:xfrm>
                        <a:prstGeom prst="ellipse">
                          <a:avLst/>
                        </a:prstGeom>
                        <a:blipFill>
                          <a:blip r:embed="rId4"/>
                          <a:stretch>
                            <a:fillRect/>
                          </a:stretch>
                        </a:blipFill>
                      </p:spPr>
                      <p:txBody>
                        <a:bodyPr/>
                        <a:lstStyle/>
                        <a:p>
                          <a:r>
                            <a:rPr lang="he-IL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  <p:sp>
                  <p:nvSpPr>
                    <p:cNvPr id="32" name="Oval 31">
                      <a:extLst>
                        <a:ext uri="{FF2B5EF4-FFF2-40B4-BE49-F238E27FC236}">
                          <a16:creationId xmlns:a16="http://schemas.microsoft.com/office/drawing/2014/main" id="{20B36E88-75A5-4752-3968-8F62E645CBF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063547" y="3429000"/>
                      <a:ext cx="537179" cy="533400"/>
                    </a:xfrm>
                    <a:prstGeom prst="ellipse">
                      <a:avLst/>
                    </a:prstGeom>
                    <a:noFill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L"/>
                    </a:p>
                  </p:txBody>
                </p:sp>
                <p:sp>
                  <p:nvSpPr>
                    <p:cNvPr id="33" name="Oval 32">
                      <a:extLst>
                        <a:ext uri="{FF2B5EF4-FFF2-40B4-BE49-F238E27FC236}">
                          <a16:creationId xmlns:a16="http://schemas.microsoft.com/office/drawing/2014/main" id="{A5361B83-007E-5D4F-2A8E-ED842CAB7CD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921409" y="3436942"/>
                      <a:ext cx="533400" cy="533400"/>
                    </a:xfrm>
                    <a:prstGeom prst="ellipse">
                      <a:avLst/>
                    </a:prstGeom>
                    <a:noFill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L"/>
                    </a:p>
                  </p:txBody>
                </p:sp>
                <p:sp>
                  <p:nvSpPr>
                    <p:cNvPr id="34" name="Oval 33">
                      <a:extLst>
                        <a:ext uri="{FF2B5EF4-FFF2-40B4-BE49-F238E27FC236}">
                          <a16:creationId xmlns:a16="http://schemas.microsoft.com/office/drawing/2014/main" id="{6B54A0FC-AC84-2C50-E073-3D35F6179E8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775492" y="3440939"/>
                      <a:ext cx="533400" cy="533400"/>
                    </a:xfrm>
                    <a:prstGeom prst="ellipse">
                      <a:avLst/>
                    </a:prstGeom>
                    <a:noFill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L" dirty="0"/>
                    </a:p>
                  </p:txBody>
                </p:sp>
                <p:sp>
                  <p:nvSpPr>
                    <p:cNvPr id="35" name="Oval 34">
                      <a:extLst>
                        <a:ext uri="{FF2B5EF4-FFF2-40B4-BE49-F238E27FC236}">
                          <a16:creationId xmlns:a16="http://schemas.microsoft.com/office/drawing/2014/main" id="{3D977DEB-DDA4-A00B-DABB-50E2DF5FA47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672871" y="4500865"/>
                      <a:ext cx="533400" cy="533400"/>
                    </a:xfrm>
                    <a:prstGeom prst="ellipse">
                      <a:avLst/>
                    </a:prstGeom>
                    <a:noFill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L" dirty="0"/>
                    </a:p>
                  </p:txBody>
                </p:sp>
                <p:sp>
                  <p:nvSpPr>
                    <p:cNvPr id="36" name="Oval 35">
                      <a:extLst>
                        <a:ext uri="{FF2B5EF4-FFF2-40B4-BE49-F238E27FC236}">
                          <a16:creationId xmlns:a16="http://schemas.microsoft.com/office/drawing/2014/main" id="{A7E25740-72AF-5B00-F6F8-97F1A398C27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527324" y="4497177"/>
                      <a:ext cx="533400" cy="533400"/>
                    </a:xfrm>
                    <a:prstGeom prst="ellipse">
                      <a:avLst/>
                    </a:prstGeom>
                    <a:noFill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L" dirty="0"/>
                    </a:p>
                  </p:txBody>
                </p:sp>
                <p:sp>
                  <p:nvSpPr>
                    <p:cNvPr id="37" name="Oval 36">
                      <a:extLst>
                        <a:ext uri="{FF2B5EF4-FFF2-40B4-BE49-F238E27FC236}">
                          <a16:creationId xmlns:a16="http://schemas.microsoft.com/office/drawing/2014/main" id="{3FD1BF3C-BB9F-74C5-AA70-7CBFA6A7D12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230777" y="4497177"/>
                      <a:ext cx="533400" cy="533400"/>
                    </a:xfrm>
                    <a:prstGeom prst="ellipse">
                      <a:avLst/>
                    </a:prstGeom>
                    <a:noFill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L" dirty="0"/>
                    </a:p>
                  </p:txBody>
                </p:sp>
                <mc:AlternateContent xmlns:mc="http://schemas.openxmlformats.org/markup-compatibility/2006" xmlns:a14="http://schemas.microsoft.com/office/drawing/2010/main">
                  <mc:Choice Requires="a14">
                    <p:sp>
                      <p:nvSpPr>
                        <p:cNvPr id="38" name="Oval 37">
                          <a:extLst>
                            <a:ext uri="{FF2B5EF4-FFF2-40B4-BE49-F238E27FC236}">
                              <a16:creationId xmlns:a16="http://schemas.microsoft.com/office/drawing/2014/main" id="{E6AB7ADE-A41E-FCEC-F084-6C1F18C84BF4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7082149" y="3955311"/>
                          <a:ext cx="533400" cy="533400"/>
                        </a:xfrm>
                        <a:prstGeom prst="ellipse">
                          <a:avLst/>
                        </a:prstGeom>
                        <a:noFill/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oMath>
                            </m:oMathPara>
                          </a14:m>
                          <a:endParaRPr lang="en-IL" dirty="0">
                            <a:solidFill>
                              <a:schemeClr val="tx1"/>
                            </a:solidFill>
                          </a:endParaRPr>
                        </a:p>
                      </p:txBody>
                    </p:sp>
                  </mc:Choice>
                  <mc:Fallback xmlns="">
                    <p:sp>
                      <p:nvSpPr>
                        <p:cNvPr id="54" name="Oval 53">
                          <a:extLst>
                            <a:ext uri="{FF2B5EF4-FFF2-40B4-BE49-F238E27FC236}">
                              <a16:creationId xmlns:a16="http://schemas.microsoft.com/office/drawing/2014/main" id="{AE23907E-0A6A-47EA-8D79-A3BF1A0D8E6E}"/>
                            </a:ext>
                          </a:extLst>
                        </p:cNvPr>
                        <p:cNvSpPr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>
                        <a:xfrm>
                          <a:off x="7082149" y="3955311"/>
                          <a:ext cx="533400" cy="533400"/>
                        </a:xfrm>
                        <a:prstGeom prst="ellipse">
                          <a:avLst/>
                        </a:prstGeom>
                        <a:blipFill>
                          <a:blip r:embed="rId5"/>
                          <a:stretch>
                            <a:fillRect/>
                          </a:stretch>
                        </a:blipFill>
                      </p:spPr>
                      <p:txBody>
                        <a:bodyPr/>
                        <a:lstStyle/>
                        <a:p>
                          <a:r>
                            <a:rPr lang="he-IL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  <p:cxnSp>
                  <p:nvCxnSpPr>
                    <p:cNvPr id="39" name="Straight Connector 38">
                      <a:extLst>
                        <a:ext uri="{FF2B5EF4-FFF2-40B4-BE49-F238E27FC236}">
                          <a16:creationId xmlns:a16="http://schemas.microsoft.com/office/drawing/2014/main" id="{28E75474-BC7C-DB0E-863B-632669F447D1}"/>
                        </a:ext>
                      </a:extLst>
                    </p:cNvPr>
                    <p:cNvCxnSpPr>
                      <a:cxnSpLocks/>
                      <a:stCxn id="30" idx="5"/>
                      <a:endCxn id="35" idx="2"/>
                    </p:cNvCxnSpPr>
                    <p:nvPr/>
                  </p:nvCxnSpPr>
                  <p:spPr>
                    <a:xfrm>
                      <a:off x="3281127" y="4410596"/>
                      <a:ext cx="391744" cy="356969"/>
                    </a:xfrm>
                    <a:prstGeom prst="line">
                      <a:avLst/>
                    </a:prstGeom>
                    <a:ln w="38100">
                      <a:solidFill>
                        <a:srgbClr val="00B05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0" name="Straight Connector 39">
                      <a:extLst>
                        <a:ext uri="{FF2B5EF4-FFF2-40B4-BE49-F238E27FC236}">
                          <a16:creationId xmlns:a16="http://schemas.microsoft.com/office/drawing/2014/main" id="{82FFF8D7-5143-1507-1E21-487733B41B0F}"/>
                        </a:ext>
                      </a:extLst>
                    </p:cNvPr>
                    <p:cNvCxnSpPr>
                      <a:cxnSpLocks/>
                      <a:stCxn id="35" idx="6"/>
                      <a:endCxn id="36" idx="2"/>
                    </p:cNvCxnSpPr>
                    <p:nvPr/>
                  </p:nvCxnSpPr>
                  <p:spPr>
                    <a:xfrm flipV="1">
                      <a:off x="4206271" y="4763877"/>
                      <a:ext cx="321053" cy="3688"/>
                    </a:xfrm>
                    <a:prstGeom prst="line">
                      <a:avLst/>
                    </a:prstGeom>
                    <a:ln w="38100">
                      <a:solidFill>
                        <a:srgbClr val="1CADE4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1" name="Straight Connector 40">
                      <a:extLst>
                        <a:ext uri="{FF2B5EF4-FFF2-40B4-BE49-F238E27FC236}">
                          <a16:creationId xmlns:a16="http://schemas.microsoft.com/office/drawing/2014/main" id="{2B3AC3BA-8810-405E-5E35-1F00B3B51A02}"/>
                        </a:ext>
                      </a:extLst>
                    </p:cNvPr>
                    <p:cNvCxnSpPr>
                      <a:cxnSpLocks/>
                      <a:stCxn id="32" idx="6"/>
                      <a:endCxn id="33" idx="2"/>
                    </p:cNvCxnSpPr>
                    <p:nvPr/>
                  </p:nvCxnSpPr>
                  <p:spPr>
                    <a:xfrm>
                      <a:off x="4600726" y="3695700"/>
                      <a:ext cx="320683" cy="7942"/>
                    </a:xfrm>
                    <a:prstGeom prst="line">
                      <a:avLst/>
                    </a:prstGeom>
                    <a:ln w="38100">
                      <a:solidFill>
                        <a:srgbClr val="1CADE4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28" name="Oval 27">
                    <a:extLst>
                      <a:ext uri="{FF2B5EF4-FFF2-40B4-BE49-F238E27FC236}">
                        <a16:creationId xmlns:a16="http://schemas.microsoft.com/office/drawing/2014/main" id="{807F3AFF-EA2B-626C-F03E-948AD714D8BB}"/>
                      </a:ext>
                    </a:extLst>
                  </p:cNvPr>
                  <p:cNvSpPr/>
                  <p:nvPr/>
                </p:nvSpPr>
                <p:spPr>
                  <a:xfrm>
                    <a:off x="5781827" y="4666394"/>
                    <a:ext cx="533400" cy="533400"/>
                  </a:xfrm>
                  <a:prstGeom prst="ellipse">
                    <a:avLst/>
                  </a:prstGeom>
                  <a:noFill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/>
                  </a:p>
                </p:txBody>
              </p:sp>
            </p:grpSp>
            <p:cxnSp>
              <p:nvCxnSpPr>
                <p:cNvPr id="25" name="Straight Connector 24">
                  <a:extLst>
                    <a:ext uri="{FF2B5EF4-FFF2-40B4-BE49-F238E27FC236}">
                      <a16:creationId xmlns:a16="http://schemas.microsoft.com/office/drawing/2014/main" id="{7C371161-8DFB-AF84-5886-157481EF7AFD}"/>
                    </a:ext>
                  </a:extLst>
                </p:cNvPr>
                <p:cNvCxnSpPr>
                  <a:cxnSpLocks/>
                  <a:stCxn id="33" idx="6"/>
                  <a:endCxn id="34" idx="2"/>
                </p:cNvCxnSpPr>
                <p:nvPr/>
              </p:nvCxnSpPr>
              <p:spPr>
                <a:xfrm>
                  <a:off x="5388134" y="3917917"/>
                  <a:ext cx="320683" cy="3997"/>
                </a:xfrm>
                <a:prstGeom prst="line">
                  <a:avLst/>
                </a:prstGeom>
                <a:ln w="38100">
                  <a:solidFill>
                    <a:srgbClr val="1CADE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" name="Straight Connector 25">
                  <a:extLst>
                    <a:ext uri="{FF2B5EF4-FFF2-40B4-BE49-F238E27FC236}">
                      <a16:creationId xmlns:a16="http://schemas.microsoft.com/office/drawing/2014/main" id="{11746E7E-6F27-D2CF-F280-AAD4C95B933C}"/>
                    </a:ext>
                  </a:extLst>
                </p:cNvPr>
                <p:cNvCxnSpPr>
                  <a:cxnSpLocks/>
                  <a:stCxn id="35" idx="0"/>
                  <a:endCxn id="32" idx="3"/>
                </p:cNvCxnSpPr>
                <p:nvPr/>
              </p:nvCxnSpPr>
              <p:spPr>
                <a:xfrm flipV="1">
                  <a:off x="3872896" y="4098560"/>
                  <a:ext cx="202644" cy="616580"/>
                </a:xfrm>
                <a:prstGeom prst="line">
                  <a:avLst/>
                </a:prstGeom>
                <a:ln w="38100">
                  <a:solidFill>
                    <a:srgbClr val="00B05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2" name="Straight Connector 21">
                <a:extLst>
                  <a:ext uri="{FF2B5EF4-FFF2-40B4-BE49-F238E27FC236}">
                    <a16:creationId xmlns:a16="http://schemas.microsoft.com/office/drawing/2014/main" id="{AE9A5995-5ED5-45B4-D136-1AF2882618E7}"/>
                  </a:ext>
                </a:extLst>
              </p:cNvPr>
              <p:cNvCxnSpPr>
                <a:cxnSpLocks/>
                <a:stCxn id="28" idx="0"/>
                <a:endCxn id="34" idx="4"/>
              </p:cNvCxnSpPr>
              <p:nvPr/>
            </p:nvCxnSpPr>
            <p:spPr>
              <a:xfrm flipV="1">
                <a:off x="5410352" y="4169564"/>
                <a:ext cx="393715" cy="525405"/>
              </a:xfrm>
              <a:prstGeom prst="line">
                <a:avLst/>
              </a:prstGeom>
              <a:ln w="38100">
                <a:solidFill>
                  <a:srgbClr val="00B05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175925828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6AF354-D1D5-4AAC-BE4E-310F5B1B0B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he-IL" dirty="0"/>
              <a:t>פתרון הבעיה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71852679-144E-45F1-9BE7-1D451320A1C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97280" y="1845733"/>
                <a:ext cx="10058400" cy="4236089"/>
              </a:xfrm>
            </p:spPr>
            <p:txBody>
              <a:bodyPr/>
              <a:lstStyle/>
              <a:p>
                <a:pPr algn="r" rtl="1"/>
                <a:r>
                  <a:rPr lang="he-IL" b="1" dirty="0"/>
                  <a:t>איך נפתור את הבעיה?</a:t>
                </a:r>
              </a:p>
              <a:p>
                <a:pPr algn="r" rtl="1"/>
                <a:r>
                  <a:rPr lang="he-IL" dirty="0"/>
                  <a:t>נעשה רדוקציה לבעיה שאנחנו יודעים לפתור!</a:t>
                </a:r>
              </a:p>
              <a:p>
                <a:pPr algn="r" rtl="1"/>
                <a:endParaRPr lang="he-IL" dirty="0"/>
              </a:p>
              <a:p>
                <a:pPr algn="r" rtl="1"/>
                <a:r>
                  <a:rPr lang="he-IL" b="1" dirty="0"/>
                  <a:t>בעיית </a:t>
                </a:r>
                <a:r>
                  <a:rPr lang="en-US" b="1" dirty="0"/>
                  <a:t>SP</a:t>
                </a:r>
                <a:r>
                  <a:rPr lang="he-IL" b="1" dirty="0"/>
                  <a:t> (</a:t>
                </a:r>
                <a:r>
                  <a:rPr lang="en-US" b="1" dirty="0"/>
                  <a:t>Single Source Shortest Paths</a:t>
                </a:r>
                <a:r>
                  <a:rPr lang="he-IL" b="1" dirty="0"/>
                  <a:t>)</a:t>
                </a:r>
                <a:endParaRPr lang="he-IL" dirty="0"/>
              </a:p>
              <a:p>
                <a:pPr algn="r" rtl="1"/>
                <a:r>
                  <a:rPr lang="he-IL" dirty="0"/>
                  <a:t>בהינתן גרף לא מכוון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d>
                  </m:oMath>
                </a14:m>
                <a:r>
                  <a:rPr lang="he-IL" dirty="0"/>
                  <a:t> וקודקוד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he-IL" dirty="0"/>
                  <a:t>, יש למצוא את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</m:oMath>
                </a14:m>
                <a:r>
                  <a:rPr lang="he-IL" dirty="0"/>
                  <a:t> לכל קודקוד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he-IL" dirty="0"/>
                  <a:t>.</a:t>
                </a:r>
              </a:p>
              <a:p>
                <a:pPr algn="r" rtl="1"/>
                <a:endParaRPr lang="he-IL" dirty="0"/>
              </a:p>
              <a:p>
                <a:pPr algn="r" rtl="1"/>
                <a:r>
                  <a:rPr lang="he-IL" b="1" dirty="0"/>
                  <a:t>באיזו קופסה שחורה נוכל להשתמש?</a:t>
                </a:r>
              </a:p>
              <a:p>
                <a:pPr algn="r" rtl="1"/>
                <a:r>
                  <a:rPr lang="he-IL" dirty="0"/>
                  <a:t>אלגוריתם </a:t>
                </a:r>
                <a:r>
                  <a:rPr lang="en-US" dirty="0"/>
                  <a:t>BFS</a:t>
                </a:r>
                <a:r>
                  <a:rPr lang="he-IL" dirty="0"/>
                  <a:t> המוכר לנו מהקורס מבני נתונים!</a:t>
                </a:r>
              </a:p>
              <a:p>
                <a:pPr lvl="1" algn="r" rtl="1"/>
                <a:r>
                  <a:rPr lang="he-IL" b="1" dirty="0"/>
                  <a:t>תזכורת:</a:t>
                </a:r>
                <a:r>
                  <a:rPr lang="he-IL" dirty="0"/>
                  <a:t> </a:t>
                </a:r>
                <a:r>
                  <a:rPr lang="" dirty="0"/>
                  <a:t>BFS</a:t>
                </a:r>
                <a:r>
                  <a:rPr lang="he-IL" dirty="0"/>
                  <a:t> </a:t>
                </a:r>
                <a:r>
                  <a:rPr lang="" dirty="0"/>
                  <a:t>פותר את</a:t>
                </a:r>
                <a:r>
                  <a:rPr lang="he-IL" dirty="0"/>
                  <a:t> בעיית </a:t>
                </a:r>
                <a:r>
                  <a:rPr lang="" dirty="0"/>
                  <a:t>SP</a:t>
                </a:r>
                <a:r>
                  <a:rPr lang="he-IL" dirty="0"/>
                  <a:t> </a:t>
                </a:r>
                <a:r>
                  <a:rPr lang="" dirty="0"/>
                  <a:t>בזמן</a:t>
                </a:r>
                <a:r>
                  <a:rPr lang="he-IL" dirty="0"/>
                  <a:t> </a:t>
                </a:r>
                <a14:m>
                  <m:oMath xmlns:m="http://schemas.openxmlformats.org/officeDocument/2006/math">
                    <m:r>
                      <a:rPr lang="LID4096" b="0" i="1"/>
                      <m:t>𝑂</m:t>
                    </m:r>
                    <m:d>
                      <m:dPr>
                        <m:ctrlPr>
                          <a:rPr lang="LID4096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|"/>
                            <m:ctrlPr>
                              <a:rPr lang="LID4096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LID4096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</m:d>
                        <m:r>
                          <a:rPr lang="LID4096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LID4096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LID4096" b="0" i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</m:d>
                      </m:e>
                    </m:d>
                  </m:oMath>
                </a14:m>
                <a:r>
                  <a:rPr lang="he-IL" dirty="0"/>
                  <a:t>.</a:t>
                </a:r>
                <a:endParaRPr lang="" dirty="0"/>
              </a:p>
              <a:p>
                <a:pPr marL="201168" lvl="1" indent="0" algn="r" rtl="1">
                  <a:buNone/>
                </a:pPr>
                <a:endParaRPr lang="he-IL" dirty="0"/>
              </a:p>
            </p:txBody>
          </p:sp>
        </mc:Choice>
        <mc:Fallback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71852679-144E-45F1-9BE7-1D451320A1C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97280" y="1845733"/>
                <a:ext cx="10058400" cy="4236089"/>
              </a:xfrm>
              <a:blipFill>
                <a:blip r:embed="rId3"/>
                <a:stretch>
                  <a:fillRect t="-1439" r="-1576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8B4469F0-1BA3-4F77-97B2-F4311A2E70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B1F59-FD6D-4AE6-8ADD-6CD7DA28E34D}" type="datetime9">
              <a:rPr lang="he-IL" smtClean="0"/>
              <a:t>16 אוקטובר, 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F015CA0-B7D8-4371-BD0F-FF2F4B7CFA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3FDB18BB-AAE8-4D5E-9425-EF9D6CB351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תרגול 1 - מבוא ורדוקציות</a:t>
            </a:r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8F16D600-081A-D050-3FA4-30A6E99AFBDC}"/>
              </a:ext>
            </a:extLst>
          </p:cNvPr>
          <p:cNvGrpSpPr/>
          <p:nvPr/>
        </p:nvGrpSpPr>
        <p:grpSpPr>
          <a:xfrm>
            <a:off x="781665" y="4318008"/>
            <a:ext cx="4789707" cy="1605265"/>
            <a:chOff x="3206842" y="3690900"/>
            <a:chExt cx="4789707" cy="1605265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CBFD097C-C44D-E1C2-F443-0D39F1F49316}"/>
                </a:ext>
              </a:extLst>
            </p:cNvPr>
            <p:cNvGrpSpPr/>
            <p:nvPr/>
          </p:nvGrpSpPr>
          <p:grpSpPr>
            <a:xfrm>
              <a:off x="3206842" y="3690900"/>
              <a:ext cx="4789707" cy="1605265"/>
              <a:chOff x="2587717" y="3624225"/>
              <a:chExt cx="4789707" cy="1605265"/>
            </a:xfrm>
          </p:grpSpPr>
          <p:cxnSp>
            <p:nvCxnSpPr>
              <p:cNvPr id="6" name="Straight Connector 5">
                <a:extLst>
                  <a:ext uri="{FF2B5EF4-FFF2-40B4-BE49-F238E27FC236}">
                    <a16:creationId xmlns:a16="http://schemas.microsoft.com/office/drawing/2014/main" id="{6AD5BBB8-9B5A-AA53-CD82-E5D83AEBE496}"/>
                  </a:ext>
                </a:extLst>
              </p:cNvPr>
              <p:cNvCxnSpPr>
                <a:stCxn id="26" idx="6"/>
                <a:endCxn id="20" idx="2"/>
              </p:cNvCxnSpPr>
              <p:nvPr/>
            </p:nvCxnSpPr>
            <p:spPr>
              <a:xfrm>
                <a:off x="4822599" y="4959102"/>
                <a:ext cx="321053" cy="2567"/>
              </a:xfrm>
              <a:prstGeom prst="line">
                <a:avLst/>
              </a:prstGeom>
              <a:ln w="38100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Straight Connector 6">
                <a:extLst>
                  <a:ext uri="{FF2B5EF4-FFF2-40B4-BE49-F238E27FC236}">
                    <a16:creationId xmlns:a16="http://schemas.microsoft.com/office/drawing/2014/main" id="{99F05659-2BB2-7796-AB53-C327F00B5A48}"/>
                  </a:ext>
                </a:extLst>
              </p:cNvPr>
              <p:cNvCxnSpPr>
                <a:cxnSpLocks/>
                <a:stCxn id="20" idx="6"/>
                <a:endCxn id="27" idx="2"/>
              </p:cNvCxnSpPr>
              <p:nvPr/>
            </p:nvCxnSpPr>
            <p:spPr>
              <a:xfrm flipV="1">
                <a:off x="5677052" y="4959102"/>
                <a:ext cx="315600" cy="2567"/>
              </a:xfrm>
              <a:prstGeom prst="line">
                <a:avLst/>
              </a:prstGeom>
              <a:ln w="38100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A5386FB8-7E95-1D5A-F8D3-B59193FAC549}"/>
                  </a:ext>
                </a:extLst>
              </p:cNvPr>
              <p:cNvCxnSpPr>
                <a:cxnSpLocks/>
                <a:stCxn id="22" idx="5"/>
                <a:endCxn id="27" idx="1"/>
              </p:cNvCxnSpPr>
              <p:nvPr/>
            </p:nvCxnSpPr>
            <p:spPr>
              <a:xfrm>
                <a:off x="4283933" y="4079510"/>
                <a:ext cx="1786834" cy="691007"/>
              </a:xfrm>
              <a:prstGeom prst="line">
                <a:avLst/>
              </a:prstGeom>
              <a:ln w="38100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6CCA6A91-F664-00FC-AAC6-668E802BE627}"/>
                  </a:ext>
                </a:extLst>
              </p:cNvPr>
              <p:cNvCxnSpPr>
                <a:stCxn id="24" idx="6"/>
                <a:endCxn id="28" idx="1"/>
              </p:cNvCxnSpPr>
              <p:nvPr/>
            </p:nvCxnSpPr>
            <p:spPr>
              <a:xfrm>
                <a:off x="6070767" y="3902864"/>
                <a:ext cx="851372" cy="325787"/>
              </a:xfrm>
              <a:prstGeom prst="line">
                <a:avLst/>
              </a:prstGeom>
              <a:ln w="38100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02FE35EB-61E5-55FE-4B9C-3187379ABEB4}"/>
                  </a:ext>
                </a:extLst>
              </p:cNvPr>
              <p:cNvGrpSpPr/>
              <p:nvPr/>
            </p:nvGrpSpPr>
            <p:grpSpPr>
              <a:xfrm>
                <a:off x="2587717" y="3624225"/>
                <a:ext cx="4789707" cy="1605265"/>
                <a:chOff x="2759167" y="3643275"/>
                <a:chExt cx="4789707" cy="1605265"/>
              </a:xfrm>
            </p:grpSpPr>
            <p:grpSp>
              <p:nvGrpSpPr>
                <p:cNvPr id="16" name="Group 15">
                  <a:extLst>
                    <a:ext uri="{FF2B5EF4-FFF2-40B4-BE49-F238E27FC236}">
                      <a16:creationId xmlns:a16="http://schemas.microsoft.com/office/drawing/2014/main" id="{2B0B8C47-3AE0-1CD1-C754-D6D9A27A2B4B}"/>
                    </a:ext>
                  </a:extLst>
                </p:cNvPr>
                <p:cNvGrpSpPr/>
                <p:nvPr/>
              </p:nvGrpSpPr>
              <p:grpSpPr>
                <a:xfrm>
                  <a:off x="2759167" y="3643275"/>
                  <a:ext cx="4789707" cy="1605265"/>
                  <a:chOff x="3225892" y="3595650"/>
                  <a:chExt cx="4789707" cy="1605265"/>
                </a:xfrm>
              </p:grpSpPr>
              <p:grpSp>
                <p:nvGrpSpPr>
                  <p:cNvPr id="19" name="Group 18">
                    <a:extLst>
                      <a:ext uri="{FF2B5EF4-FFF2-40B4-BE49-F238E27FC236}">
                        <a16:creationId xmlns:a16="http://schemas.microsoft.com/office/drawing/2014/main" id="{5FAFF563-9C1E-FB31-79C6-6045518CDC4B}"/>
                      </a:ext>
                    </a:extLst>
                  </p:cNvPr>
                  <p:cNvGrpSpPr/>
                  <p:nvPr/>
                </p:nvGrpSpPr>
                <p:grpSpPr>
                  <a:xfrm>
                    <a:off x="3225892" y="3595650"/>
                    <a:ext cx="4789707" cy="1605265"/>
                    <a:chOff x="2825842" y="3429000"/>
                    <a:chExt cx="4789707" cy="1605265"/>
                  </a:xfrm>
                </p:grpSpPr>
                <mc:AlternateContent xmlns:mc="http://schemas.openxmlformats.org/markup-compatibility/2006" xmlns:a14="http://schemas.microsoft.com/office/drawing/2010/main">
                  <mc:Choice Requires="a14">
                    <p:sp>
                      <p:nvSpPr>
                        <p:cNvPr id="21" name="Oval 20">
                          <a:extLst>
                            <a:ext uri="{FF2B5EF4-FFF2-40B4-BE49-F238E27FC236}">
                              <a16:creationId xmlns:a16="http://schemas.microsoft.com/office/drawing/2014/main" id="{0C5833BC-ADC3-53B8-2AB6-CD848B0F5FF9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2825842" y="3955311"/>
                          <a:ext cx="533400" cy="533400"/>
                        </a:xfrm>
                        <a:prstGeom prst="ellipse">
                          <a:avLst/>
                        </a:prstGeom>
                        <a:noFill/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oMath>
                            </m:oMathPara>
                          </a14:m>
                          <a:endParaRPr lang="en-IL" dirty="0">
                            <a:solidFill>
                              <a:schemeClr val="tx1"/>
                            </a:solidFill>
                          </a:endParaRPr>
                        </a:p>
                      </p:txBody>
                    </p:sp>
                  </mc:Choice>
                  <mc:Fallback xmlns="">
                    <p:sp>
                      <p:nvSpPr>
                        <p:cNvPr id="6" name="Oval 5">
                          <a:extLst>
                            <a:ext uri="{FF2B5EF4-FFF2-40B4-BE49-F238E27FC236}">
                              <a16:creationId xmlns:a16="http://schemas.microsoft.com/office/drawing/2014/main" id="{E9069700-B58C-462F-B004-D07844339C5D}"/>
                            </a:ext>
                          </a:extLst>
                        </p:cNvPr>
                        <p:cNvSpPr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>
                        <a:xfrm>
                          <a:off x="2825842" y="3955311"/>
                          <a:ext cx="533400" cy="533400"/>
                        </a:xfrm>
                        <a:prstGeom prst="ellipse">
                          <a:avLst/>
                        </a:prstGeom>
                        <a:blipFill>
                          <a:blip r:embed="rId4"/>
                          <a:stretch>
                            <a:fillRect/>
                          </a:stretch>
                        </a:blipFill>
                      </p:spPr>
                      <p:txBody>
                        <a:bodyPr/>
                        <a:lstStyle/>
                        <a:p>
                          <a:r>
                            <a:rPr lang="he-IL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  <p:sp>
                  <p:nvSpPr>
                    <p:cNvPr id="22" name="Oval 21">
                      <a:extLst>
                        <a:ext uri="{FF2B5EF4-FFF2-40B4-BE49-F238E27FC236}">
                          <a16:creationId xmlns:a16="http://schemas.microsoft.com/office/drawing/2014/main" id="{1C1E5FEF-759B-8EEA-A8A9-1208C1A036F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063547" y="3429000"/>
                      <a:ext cx="537179" cy="533400"/>
                    </a:xfrm>
                    <a:prstGeom prst="ellipse">
                      <a:avLst/>
                    </a:prstGeom>
                    <a:noFill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L"/>
                    </a:p>
                  </p:txBody>
                </p:sp>
                <p:sp>
                  <p:nvSpPr>
                    <p:cNvPr id="23" name="Oval 22">
                      <a:extLst>
                        <a:ext uri="{FF2B5EF4-FFF2-40B4-BE49-F238E27FC236}">
                          <a16:creationId xmlns:a16="http://schemas.microsoft.com/office/drawing/2014/main" id="{E1C50468-53ED-2AF8-D086-E899652A970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921409" y="3436942"/>
                      <a:ext cx="533400" cy="533400"/>
                    </a:xfrm>
                    <a:prstGeom prst="ellipse">
                      <a:avLst/>
                    </a:prstGeom>
                    <a:noFill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L"/>
                    </a:p>
                  </p:txBody>
                </p:sp>
                <p:sp>
                  <p:nvSpPr>
                    <p:cNvPr id="24" name="Oval 23">
                      <a:extLst>
                        <a:ext uri="{FF2B5EF4-FFF2-40B4-BE49-F238E27FC236}">
                          <a16:creationId xmlns:a16="http://schemas.microsoft.com/office/drawing/2014/main" id="{3C74C64E-703A-3C71-5709-011AC538C5F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775492" y="3440939"/>
                      <a:ext cx="533400" cy="533400"/>
                    </a:xfrm>
                    <a:prstGeom prst="ellipse">
                      <a:avLst/>
                    </a:prstGeom>
                    <a:noFill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L" dirty="0"/>
                    </a:p>
                  </p:txBody>
                </p:sp>
                <p:sp>
                  <p:nvSpPr>
                    <p:cNvPr id="25" name="Oval 24">
                      <a:extLst>
                        <a:ext uri="{FF2B5EF4-FFF2-40B4-BE49-F238E27FC236}">
                          <a16:creationId xmlns:a16="http://schemas.microsoft.com/office/drawing/2014/main" id="{A2B41F21-D146-6860-82AF-58E0CC9E382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672871" y="4500865"/>
                      <a:ext cx="533400" cy="533400"/>
                    </a:xfrm>
                    <a:prstGeom prst="ellipse">
                      <a:avLst/>
                    </a:prstGeom>
                    <a:noFill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L" dirty="0"/>
                    </a:p>
                  </p:txBody>
                </p:sp>
                <p:sp>
                  <p:nvSpPr>
                    <p:cNvPr id="26" name="Oval 25">
                      <a:extLst>
                        <a:ext uri="{FF2B5EF4-FFF2-40B4-BE49-F238E27FC236}">
                          <a16:creationId xmlns:a16="http://schemas.microsoft.com/office/drawing/2014/main" id="{B451ADA4-0960-0C70-9010-7AC51DDD27A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527324" y="4497177"/>
                      <a:ext cx="533400" cy="533400"/>
                    </a:xfrm>
                    <a:prstGeom prst="ellipse">
                      <a:avLst/>
                    </a:prstGeom>
                    <a:noFill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L" dirty="0"/>
                    </a:p>
                  </p:txBody>
                </p:sp>
                <p:sp>
                  <p:nvSpPr>
                    <p:cNvPr id="27" name="Oval 26">
                      <a:extLst>
                        <a:ext uri="{FF2B5EF4-FFF2-40B4-BE49-F238E27FC236}">
                          <a16:creationId xmlns:a16="http://schemas.microsoft.com/office/drawing/2014/main" id="{3ABC08BD-7679-289A-8D40-1E5BBD75C3D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230777" y="4497177"/>
                      <a:ext cx="533400" cy="533400"/>
                    </a:xfrm>
                    <a:prstGeom prst="ellipse">
                      <a:avLst/>
                    </a:prstGeom>
                    <a:noFill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L" dirty="0"/>
                    </a:p>
                  </p:txBody>
                </p:sp>
                <mc:AlternateContent xmlns:mc="http://schemas.openxmlformats.org/markup-compatibility/2006" xmlns:a14="http://schemas.microsoft.com/office/drawing/2010/main">
                  <mc:Choice Requires="a14">
                    <p:sp>
                      <p:nvSpPr>
                        <p:cNvPr id="28" name="Oval 27">
                          <a:extLst>
                            <a:ext uri="{FF2B5EF4-FFF2-40B4-BE49-F238E27FC236}">
                              <a16:creationId xmlns:a16="http://schemas.microsoft.com/office/drawing/2014/main" id="{957893CD-9461-8346-8117-94EFC0940B48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7082149" y="3955311"/>
                          <a:ext cx="533400" cy="533400"/>
                        </a:xfrm>
                        <a:prstGeom prst="ellipse">
                          <a:avLst/>
                        </a:prstGeom>
                        <a:noFill/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oMath>
                            </m:oMathPara>
                          </a14:m>
                          <a:endParaRPr lang="en-IL" dirty="0">
                            <a:solidFill>
                              <a:schemeClr val="tx1"/>
                            </a:solidFill>
                          </a:endParaRPr>
                        </a:p>
                      </p:txBody>
                    </p:sp>
                  </mc:Choice>
                  <mc:Fallback xmlns="">
                    <p:sp>
                      <p:nvSpPr>
                        <p:cNvPr id="23" name="Oval 22">
                          <a:extLst>
                            <a:ext uri="{FF2B5EF4-FFF2-40B4-BE49-F238E27FC236}">
                              <a16:creationId xmlns:a16="http://schemas.microsoft.com/office/drawing/2014/main" id="{EC8B4662-CA1F-4D02-B66D-91A5009B0873}"/>
                            </a:ext>
                          </a:extLst>
                        </p:cNvPr>
                        <p:cNvSpPr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>
                        <a:xfrm>
                          <a:off x="7082149" y="3955311"/>
                          <a:ext cx="533400" cy="533400"/>
                        </a:xfrm>
                        <a:prstGeom prst="ellipse">
                          <a:avLst/>
                        </a:prstGeom>
                        <a:blipFill>
                          <a:blip r:embed="rId5"/>
                          <a:stretch>
                            <a:fillRect/>
                          </a:stretch>
                        </a:blipFill>
                      </p:spPr>
                      <p:txBody>
                        <a:bodyPr/>
                        <a:lstStyle/>
                        <a:p>
                          <a:r>
                            <a:rPr lang="he-IL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  <p:cxnSp>
                  <p:nvCxnSpPr>
                    <p:cNvPr id="29" name="Straight Connector 28">
                      <a:extLst>
                        <a:ext uri="{FF2B5EF4-FFF2-40B4-BE49-F238E27FC236}">
                          <a16:creationId xmlns:a16="http://schemas.microsoft.com/office/drawing/2014/main" id="{60EAABBB-6A0C-61DE-E69E-B7646E49B2AC}"/>
                        </a:ext>
                      </a:extLst>
                    </p:cNvPr>
                    <p:cNvCxnSpPr>
                      <a:stCxn id="21" idx="5"/>
                      <a:endCxn id="25" idx="2"/>
                    </p:cNvCxnSpPr>
                    <p:nvPr/>
                  </p:nvCxnSpPr>
                  <p:spPr>
                    <a:xfrm>
                      <a:off x="3281127" y="4410596"/>
                      <a:ext cx="391744" cy="356969"/>
                    </a:xfrm>
                    <a:prstGeom prst="line">
                      <a:avLst/>
                    </a:prstGeom>
                    <a:ln w="38100">
                      <a:solidFill>
                        <a:schemeClr val="accent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0" name="Straight Connector 29">
                      <a:extLst>
                        <a:ext uri="{FF2B5EF4-FFF2-40B4-BE49-F238E27FC236}">
                          <a16:creationId xmlns:a16="http://schemas.microsoft.com/office/drawing/2014/main" id="{52D397B7-1670-6750-F7A1-BB4E9F3A8970}"/>
                        </a:ext>
                      </a:extLst>
                    </p:cNvPr>
                    <p:cNvCxnSpPr>
                      <a:cxnSpLocks/>
                      <a:stCxn id="25" idx="6"/>
                      <a:endCxn id="26" idx="2"/>
                    </p:cNvCxnSpPr>
                    <p:nvPr/>
                  </p:nvCxnSpPr>
                  <p:spPr>
                    <a:xfrm flipV="1">
                      <a:off x="4206271" y="4763877"/>
                      <a:ext cx="321053" cy="3688"/>
                    </a:xfrm>
                    <a:prstGeom prst="line">
                      <a:avLst/>
                    </a:prstGeom>
                    <a:ln w="38100">
                      <a:solidFill>
                        <a:schemeClr val="accent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1" name="Straight Connector 30">
                      <a:extLst>
                        <a:ext uri="{FF2B5EF4-FFF2-40B4-BE49-F238E27FC236}">
                          <a16:creationId xmlns:a16="http://schemas.microsoft.com/office/drawing/2014/main" id="{D96843F3-12DF-9409-853F-B1E9AF06A710}"/>
                        </a:ext>
                      </a:extLst>
                    </p:cNvPr>
                    <p:cNvCxnSpPr>
                      <a:cxnSpLocks/>
                      <a:stCxn id="22" idx="6"/>
                      <a:endCxn id="23" idx="2"/>
                    </p:cNvCxnSpPr>
                    <p:nvPr/>
                  </p:nvCxnSpPr>
                  <p:spPr>
                    <a:xfrm>
                      <a:off x="4600726" y="3695700"/>
                      <a:ext cx="320683" cy="7942"/>
                    </a:xfrm>
                    <a:prstGeom prst="line">
                      <a:avLst/>
                    </a:prstGeom>
                    <a:ln w="38100">
                      <a:solidFill>
                        <a:schemeClr val="accent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20" name="Oval 19">
                    <a:extLst>
                      <a:ext uri="{FF2B5EF4-FFF2-40B4-BE49-F238E27FC236}">
                        <a16:creationId xmlns:a16="http://schemas.microsoft.com/office/drawing/2014/main" id="{D8C3C2FB-A539-C909-9B25-9B3524EE7E53}"/>
                      </a:ext>
                    </a:extLst>
                  </p:cNvPr>
                  <p:cNvSpPr/>
                  <p:nvPr/>
                </p:nvSpPr>
                <p:spPr>
                  <a:xfrm>
                    <a:off x="5781827" y="4666394"/>
                    <a:ext cx="533400" cy="533400"/>
                  </a:xfrm>
                  <a:prstGeom prst="ellipse">
                    <a:avLst/>
                  </a:prstGeom>
                  <a:noFill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/>
                  </a:p>
                </p:txBody>
              </p:sp>
            </p:grpSp>
            <p:cxnSp>
              <p:nvCxnSpPr>
                <p:cNvPr id="17" name="Straight Connector 16">
                  <a:extLst>
                    <a:ext uri="{FF2B5EF4-FFF2-40B4-BE49-F238E27FC236}">
                      <a16:creationId xmlns:a16="http://schemas.microsoft.com/office/drawing/2014/main" id="{39F77425-E94C-81D5-8F0E-90ECE00C2F7B}"/>
                    </a:ext>
                  </a:extLst>
                </p:cNvPr>
                <p:cNvCxnSpPr>
                  <a:cxnSpLocks/>
                  <a:stCxn id="23" idx="6"/>
                  <a:endCxn id="24" idx="2"/>
                </p:cNvCxnSpPr>
                <p:nvPr/>
              </p:nvCxnSpPr>
              <p:spPr>
                <a:xfrm>
                  <a:off x="5388134" y="3917917"/>
                  <a:ext cx="320683" cy="3997"/>
                </a:xfrm>
                <a:prstGeom prst="line">
                  <a:avLst/>
                </a:prstGeom>
                <a:ln w="38100">
                  <a:solidFill>
                    <a:schemeClr val="accent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" name="Straight Connector 17">
                  <a:extLst>
                    <a:ext uri="{FF2B5EF4-FFF2-40B4-BE49-F238E27FC236}">
                      <a16:creationId xmlns:a16="http://schemas.microsoft.com/office/drawing/2014/main" id="{97681079-3B8F-36F5-34D6-EEEFCC03783C}"/>
                    </a:ext>
                  </a:extLst>
                </p:cNvPr>
                <p:cNvCxnSpPr>
                  <a:stCxn id="25" idx="0"/>
                  <a:endCxn id="22" idx="3"/>
                </p:cNvCxnSpPr>
                <p:nvPr/>
              </p:nvCxnSpPr>
              <p:spPr>
                <a:xfrm flipV="1">
                  <a:off x="3872896" y="4098560"/>
                  <a:ext cx="202644" cy="616580"/>
                </a:xfrm>
                <a:prstGeom prst="line">
                  <a:avLst/>
                </a:prstGeom>
                <a:ln w="38100">
                  <a:solidFill>
                    <a:schemeClr val="accent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FED8BFAF-6785-13AA-E3F6-3368E87B68EB}"/>
                  </a:ext>
                </a:extLst>
              </p:cNvPr>
              <p:cNvCxnSpPr>
                <a:stCxn id="20" idx="0"/>
                <a:endCxn id="24" idx="4"/>
              </p:cNvCxnSpPr>
              <p:nvPr/>
            </p:nvCxnSpPr>
            <p:spPr>
              <a:xfrm flipV="1">
                <a:off x="5410352" y="4169564"/>
                <a:ext cx="393715" cy="525405"/>
              </a:xfrm>
              <a:prstGeom prst="line">
                <a:avLst/>
              </a:prstGeom>
              <a:ln w="38100">
                <a:solidFill>
                  <a:schemeClr val="accent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C75ED38F-AF46-412F-16C3-FB926532D6D7}"/>
                </a:ext>
              </a:extLst>
            </p:cNvPr>
            <p:cNvCxnSpPr>
              <a:stCxn id="21" idx="6"/>
              <a:endCxn id="28" idx="2"/>
            </p:cNvCxnSpPr>
            <p:nvPr/>
          </p:nvCxnSpPr>
          <p:spPr>
            <a:xfrm>
              <a:off x="3740242" y="4483911"/>
              <a:ext cx="3722907" cy="0"/>
            </a:xfrm>
            <a:prstGeom prst="line">
              <a:avLst/>
            </a:prstGeom>
            <a:ln w="38100">
              <a:solidFill>
                <a:srgbClr val="00B05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0133704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uiExpand="1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07DD13-6A58-4F63-AC7D-977F8F107E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he-IL" dirty="0"/>
              <a:t>נחשוב על רדוקציה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918BB2-39E9-49CD-8E84-5108E4B441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023360"/>
          </a:xfrm>
        </p:spPr>
        <p:txBody>
          <a:bodyPr>
            <a:normAutofit/>
          </a:bodyPr>
          <a:lstStyle/>
          <a:p>
            <a:pPr algn="r" rtl="1"/>
            <a:r>
              <a:rPr lang="" dirty="0"/>
              <a:t>נתחיל מדוגמה פשוטה</a:t>
            </a:r>
            <a:r>
              <a:rPr lang="he-IL" dirty="0"/>
              <a:t>.</a:t>
            </a:r>
            <a:endParaRPr lang="he-IL" sz="1800" dirty="0"/>
          </a:p>
          <a:p>
            <a:pPr algn="r" rtl="1"/>
            <a:r>
              <a:rPr lang="he-IL" dirty="0"/>
              <a:t>נשאל שתי</a:t>
            </a:r>
            <a:r>
              <a:rPr lang="" dirty="0"/>
              <a:t> שאלות שיכולות לעזור לנו למצוא את הרדוקציה:</a:t>
            </a:r>
            <a:endParaRPr lang="he-IL" dirty="0"/>
          </a:p>
          <a:p>
            <a:pPr lvl="1" algn="r" rtl="1"/>
            <a:r>
              <a:rPr lang="" sz="2000" b="1" dirty="0"/>
              <a:t>איך נאכוף מסלולים זוגיים</a:t>
            </a:r>
            <a:r>
              <a:rPr lang="he-IL" sz="2000" b="1" dirty="0"/>
              <a:t>? </a:t>
            </a:r>
            <a:r>
              <a:rPr lang="" sz="2000" dirty="0"/>
              <a:t>האם נוכל לבנות גרף אחר שיעזור לנו</a:t>
            </a:r>
            <a:r>
              <a:rPr lang="he-IL" sz="2000" dirty="0"/>
              <a:t>?</a:t>
            </a:r>
            <a:endParaRPr lang="" sz="2000" dirty="0"/>
          </a:p>
          <a:p>
            <a:pPr lvl="1" algn="r" rtl="1"/>
            <a:r>
              <a:rPr lang="" sz="2000" b="1" dirty="0"/>
              <a:t>איך נמיר פתרון בגרף החדש</a:t>
            </a:r>
            <a:r>
              <a:rPr lang="" sz="2000" dirty="0"/>
              <a:t> </a:t>
            </a:r>
            <a:r>
              <a:rPr lang="" sz="2000" b="1" dirty="0"/>
              <a:t>לפתרון בגרף המקורי</a:t>
            </a:r>
            <a:r>
              <a:rPr lang="he-IL" sz="2000" b="1" dirty="0"/>
              <a:t>?</a:t>
            </a:r>
            <a:endParaRPr lang="" sz="2000" b="1" dirty="0"/>
          </a:p>
          <a:p>
            <a:pPr algn="r" rtl="1"/>
            <a:endParaRPr lang="he-I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FC12F5-6FED-4299-A499-2A399C3CCD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46430-401F-44F7-8B50-F12A454F1AF2}" type="datetime9">
              <a:rPr lang="he-IL" smtClean="0"/>
              <a:t>16 אוקטובר, 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E639FC-C24C-4876-ADB4-51A0582352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תרגול 1 - מבוא ורדוקציות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0B464B-B35D-4901-BEF1-790CFCE90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24</a:t>
            </a:fld>
            <a:endParaRPr lang="en-US" dirty="0"/>
          </a:p>
        </p:txBody>
      </p:sp>
      <p:grpSp>
        <p:nvGrpSpPr>
          <p:cNvPr id="70" name="Group 69">
            <a:extLst>
              <a:ext uri="{FF2B5EF4-FFF2-40B4-BE49-F238E27FC236}">
                <a16:creationId xmlns:a16="http://schemas.microsoft.com/office/drawing/2014/main" id="{30858F3D-75C6-45D3-B74B-49D49148FCCF}"/>
              </a:ext>
            </a:extLst>
          </p:cNvPr>
          <p:cNvGrpSpPr/>
          <p:nvPr/>
        </p:nvGrpSpPr>
        <p:grpSpPr>
          <a:xfrm>
            <a:off x="7274224" y="3416689"/>
            <a:ext cx="2311757" cy="2806477"/>
            <a:chOff x="1570037" y="3195755"/>
            <a:chExt cx="2311757" cy="2806477"/>
          </a:xfrm>
        </p:grpSpPr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67EE0883-A293-4F76-A272-D857031844FC}"/>
                </a:ext>
              </a:extLst>
            </p:cNvPr>
            <p:cNvGrpSpPr/>
            <p:nvPr/>
          </p:nvGrpSpPr>
          <p:grpSpPr>
            <a:xfrm>
              <a:off x="1570037" y="3200711"/>
              <a:ext cx="1774578" cy="2797263"/>
              <a:chOff x="2032759" y="3539769"/>
              <a:chExt cx="1774578" cy="2797263"/>
            </a:xfrm>
          </p:grpSpPr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3A49E6BB-ACE7-46CA-B1EC-2C0BBA5A3A88}"/>
                  </a:ext>
                </a:extLst>
              </p:cNvPr>
              <p:cNvGrpSpPr/>
              <p:nvPr/>
            </p:nvGrpSpPr>
            <p:grpSpPr>
              <a:xfrm>
                <a:off x="2032759" y="3539769"/>
                <a:ext cx="1774578" cy="2797263"/>
                <a:chOff x="2371237" y="3530244"/>
                <a:chExt cx="1774578" cy="2797263"/>
              </a:xfrm>
            </p:grpSpPr>
            <p:grpSp>
              <p:nvGrpSpPr>
                <p:cNvPr id="17" name="Group 16">
                  <a:extLst>
                    <a:ext uri="{FF2B5EF4-FFF2-40B4-BE49-F238E27FC236}">
                      <a16:creationId xmlns:a16="http://schemas.microsoft.com/office/drawing/2014/main" id="{617F4A4A-CD02-4F6A-8DA6-711F2D8E25D2}"/>
                    </a:ext>
                  </a:extLst>
                </p:cNvPr>
                <p:cNvGrpSpPr/>
                <p:nvPr/>
              </p:nvGrpSpPr>
              <p:grpSpPr>
                <a:xfrm>
                  <a:off x="2371237" y="3530244"/>
                  <a:ext cx="1774578" cy="2797263"/>
                  <a:chOff x="2437912" y="3315969"/>
                  <a:chExt cx="1774578" cy="2797263"/>
                </a:xfrm>
              </p:grpSpPr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19" name="Oval 18">
                        <a:extLst>
                          <a:ext uri="{FF2B5EF4-FFF2-40B4-BE49-F238E27FC236}">
                            <a16:creationId xmlns:a16="http://schemas.microsoft.com/office/drawing/2014/main" id="{C314A706-A17F-49E5-874F-0CEAA175787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439801" y="3315969"/>
                        <a:ext cx="533400" cy="533400"/>
                      </a:xfrm>
                      <a:prstGeom prst="ellipse">
                        <a:avLst/>
                      </a:prstGeom>
                      <a:noFill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14:m>
                          <m:oMathPara xmlns:m="http://schemas.openxmlformats.org/officeDocument/2006/math">
                            <m:oMath>
                              <m:sSup>
                                <m:sSupPr>
                                  <m:ctrlP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p>
                            </m:oMath>
                          </m:oMathPara>
                        </a14:m>
                        <a:endParaRPr lang="en-IL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19" name="Oval 18">
                        <a:extLst>
                          <a:ext uri="{FF2B5EF4-FFF2-40B4-BE49-F238E27FC236}">
                            <a16:creationId xmlns:a16="http://schemas.microsoft.com/office/drawing/2014/main" id="{C314A706-A17F-49E5-874F-0CEAA1757873}"/>
                          </a:ext>
                        </a:extLst>
                      </p:cNvPr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2439801" y="3315969"/>
                        <a:ext cx="533400" cy="533400"/>
                      </a:xfrm>
                      <a:prstGeom prst="ellipse">
                        <a:avLst/>
                      </a:prstGeom>
                      <a:blipFill>
                        <a:blip r:embed="rId2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IL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20" name="Oval 19">
                        <a:extLst>
                          <a:ext uri="{FF2B5EF4-FFF2-40B4-BE49-F238E27FC236}">
                            <a16:creationId xmlns:a16="http://schemas.microsoft.com/office/drawing/2014/main" id="{C9DAF094-38F7-4E67-AD1F-B1F1A4344B1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437912" y="4449926"/>
                        <a:ext cx="537179" cy="533400"/>
                      </a:xfrm>
                      <a:prstGeom prst="ellipse">
                        <a:avLst/>
                      </a:prstGeom>
                      <a:noFill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14:m>
                          <m:oMathPara xmlns:m="http://schemas.openxmlformats.org/officeDocument/2006/math">
                            <m:oMath>
                              <m:sSup>
                                <m:sSupPr>
                                  <m:ctrlP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p>
                            </m:oMath>
                          </m:oMathPara>
                        </a14:m>
                        <a:endParaRPr lang="en-IL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20" name="Oval 19">
                        <a:extLst>
                          <a:ext uri="{FF2B5EF4-FFF2-40B4-BE49-F238E27FC236}">
                            <a16:creationId xmlns:a16="http://schemas.microsoft.com/office/drawing/2014/main" id="{C9DAF094-38F7-4E67-AD1F-B1F1A4344B16}"/>
                          </a:ext>
                        </a:extLst>
                      </p:cNvPr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2437912" y="4449926"/>
                        <a:ext cx="537179" cy="533400"/>
                      </a:xfrm>
                      <a:prstGeom prst="ellipse">
                        <a:avLst/>
                      </a:prstGeom>
                      <a:blipFill>
                        <a:blip r:embed="rId3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IL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21" name="Oval 20">
                        <a:extLst>
                          <a:ext uri="{FF2B5EF4-FFF2-40B4-BE49-F238E27FC236}">
                            <a16:creationId xmlns:a16="http://schemas.microsoft.com/office/drawing/2014/main" id="{E829DC79-E86E-497E-962D-B1CE633C27F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437912" y="5579832"/>
                        <a:ext cx="533400" cy="533400"/>
                      </a:xfrm>
                      <a:prstGeom prst="ellipse">
                        <a:avLst/>
                      </a:prstGeom>
                      <a:noFill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14:m>
                          <m:oMathPara xmlns:m="http://schemas.openxmlformats.org/officeDocument/2006/math">
                            <m:oMath>
                              <m:sSup>
                                <m:sSupPr>
                                  <m:ctrlP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p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p>
                            </m:oMath>
                          </m:oMathPara>
                        </a14:m>
                        <a:endParaRPr lang="en-IL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21" name="Oval 20">
                        <a:extLst>
                          <a:ext uri="{FF2B5EF4-FFF2-40B4-BE49-F238E27FC236}">
                            <a16:creationId xmlns:a16="http://schemas.microsoft.com/office/drawing/2014/main" id="{E829DC79-E86E-497E-962D-B1CE633C27FF}"/>
                          </a:ext>
                        </a:extLst>
                      </p:cNvPr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2437912" y="5579832"/>
                        <a:ext cx="533400" cy="533400"/>
                      </a:xfrm>
                      <a:prstGeom prst="ellipse">
                        <a:avLst/>
                      </a:prstGeom>
                      <a:blipFill>
                        <a:blip r:embed="rId4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IL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23" name="Oval 22">
                        <a:extLst>
                          <a:ext uri="{FF2B5EF4-FFF2-40B4-BE49-F238E27FC236}">
                            <a16:creationId xmlns:a16="http://schemas.microsoft.com/office/drawing/2014/main" id="{68CA783B-B866-46CE-AD2D-212FC9654FE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441691" y="3882497"/>
                        <a:ext cx="533400" cy="533400"/>
                      </a:xfrm>
                      <a:prstGeom prst="ellipse">
                        <a:avLst/>
                      </a:prstGeom>
                      <a:noFill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14:m>
                          <m:oMathPara xmlns:m="http://schemas.openxmlformats.org/officeDocument/2006/math">
                            <m:oMath>
                              <m:sSup>
                                <m:sSupPr>
                                  <m:ctrlP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p>
                            </m:oMath>
                          </m:oMathPara>
                        </a14:m>
                        <a:endParaRPr lang="en-IL" dirty="0"/>
                      </a:p>
                    </p:txBody>
                  </p:sp>
                </mc:Choice>
                <mc:Fallback xmlns="">
                  <p:sp>
                    <p:nvSpPr>
                      <p:cNvPr id="23" name="Oval 22">
                        <a:extLst>
                          <a:ext uri="{FF2B5EF4-FFF2-40B4-BE49-F238E27FC236}">
                            <a16:creationId xmlns:a16="http://schemas.microsoft.com/office/drawing/2014/main" id="{68CA783B-B866-46CE-AD2D-212FC9654FE8}"/>
                          </a:ext>
                        </a:extLst>
                      </p:cNvPr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2441691" y="3882497"/>
                        <a:ext cx="533400" cy="533400"/>
                      </a:xfrm>
                      <a:prstGeom prst="ellipse">
                        <a:avLst/>
                      </a:prstGeom>
                      <a:blipFill>
                        <a:blip r:embed="rId5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IL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24" name="Oval 23">
                        <a:extLst>
                          <a:ext uri="{FF2B5EF4-FFF2-40B4-BE49-F238E27FC236}">
                            <a16:creationId xmlns:a16="http://schemas.microsoft.com/office/drawing/2014/main" id="{819D6331-9143-4E4F-8F2B-85FDF8C949C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437912" y="5017786"/>
                        <a:ext cx="533400" cy="533400"/>
                      </a:xfrm>
                      <a:prstGeom prst="ellipse">
                        <a:avLst/>
                      </a:prstGeom>
                      <a:noFill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14:m>
                          <m:oMathPara xmlns:m="http://schemas.openxmlformats.org/officeDocument/2006/math">
                            <m:oMath>
                              <m:sSup>
                                <m:sSupPr>
                                  <m:ctrlP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p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p>
                            </m:oMath>
                          </m:oMathPara>
                        </a14:m>
                        <a:endParaRPr lang="en-IL" dirty="0"/>
                      </a:p>
                    </p:txBody>
                  </p:sp>
                </mc:Choice>
                <mc:Fallback xmlns="">
                  <p:sp>
                    <p:nvSpPr>
                      <p:cNvPr id="24" name="Oval 23">
                        <a:extLst>
                          <a:ext uri="{FF2B5EF4-FFF2-40B4-BE49-F238E27FC236}">
                            <a16:creationId xmlns:a16="http://schemas.microsoft.com/office/drawing/2014/main" id="{819D6331-9143-4E4F-8F2B-85FDF8C949C9}"/>
                          </a:ext>
                        </a:extLst>
                      </p:cNvPr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2437912" y="5017786"/>
                        <a:ext cx="533400" cy="533400"/>
                      </a:xfrm>
                      <a:prstGeom prst="ellipse">
                        <a:avLst/>
                      </a:prstGeom>
                      <a:blipFill>
                        <a:blip r:embed="rId6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IL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p:cxnSp>
                <p:nvCxnSpPr>
                  <p:cNvPr id="27" name="Straight Connector 26">
                    <a:extLst>
                      <a:ext uri="{FF2B5EF4-FFF2-40B4-BE49-F238E27FC236}">
                        <a16:creationId xmlns:a16="http://schemas.microsoft.com/office/drawing/2014/main" id="{F9374B5A-6642-49B7-97A2-5FDDC1FBBF9C}"/>
                      </a:ext>
                    </a:extLst>
                  </p:cNvPr>
                  <p:cNvCxnSpPr>
                    <a:cxnSpLocks/>
                    <a:stCxn id="19" idx="6"/>
                    <a:endCxn id="52" idx="2"/>
                  </p:cNvCxnSpPr>
                  <p:nvPr/>
                </p:nvCxnSpPr>
                <p:spPr>
                  <a:xfrm>
                    <a:off x="2973201" y="3582669"/>
                    <a:ext cx="1239289" cy="565674"/>
                  </a:xfrm>
                  <a:prstGeom prst="line">
                    <a:avLst/>
                  </a:prstGeom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8" name="Straight Connector 27">
                    <a:extLst>
                      <a:ext uri="{FF2B5EF4-FFF2-40B4-BE49-F238E27FC236}">
                        <a16:creationId xmlns:a16="http://schemas.microsoft.com/office/drawing/2014/main" id="{A89BE38D-0E08-43D1-9019-757F1A913C43}"/>
                      </a:ext>
                    </a:extLst>
                  </p:cNvPr>
                  <p:cNvCxnSpPr>
                    <a:cxnSpLocks/>
                    <a:stCxn id="23" idx="6"/>
                    <a:endCxn id="53" idx="2"/>
                  </p:cNvCxnSpPr>
                  <p:nvPr/>
                </p:nvCxnSpPr>
                <p:spPr>
                  <a:xfrm>
                    <a:off x="2975091" y="4149197"/>
                    <a:ext cx="1233620" cy="1133103"/>
                  </a:xfrm>
                  <a:prstGeom prst="line">
                    <a:avLst/>
                  </a:prstGeom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9" name="Straight Connector 28">
                    <a:extLst>
                      <a:ext uri="{FF2B5EF4-FFF2-40B4-BE49-F238E27FC236}">
                        <a16:creationId xmlns:a16="http://schemas.microsoft.com/office/drawing/2014/main" id="{E2FFB335-663F-4256-9A9F-6693A6629990}"/>
                      </a:ext>
                    </a:extLst>
                  </p:cNvPr>
                  <p:cNvCxnSpPr>
                    <a:cxnSpLocks/>
                    <a:stCxn id="20" idx="6"/>
                    <a:endCxn id="51" idx="2"/>
                  </p:cNvCxnSpPr>
                  <p:nvPr/>
                </p:nvCxnSpPr>
                <p:spPr>
                  <a:xfrm>
                    <a:off x="2975091" y="4716626"/>
                    <a:ext cx="1233620" cy="1134164"/>
                  </a:xfrm>
                  <a:prstGeom prst="line">
                    <a:avLst/>
                  </a:prstGeom>
                  <a:ln/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16" name="Straight Connector 15">
                  <a:extLst>
                    <a:ext uri="{FF2B5EF4-FFF2-40B4-BE49-F238E27FC236}">
                      <a16:creationId xmlns:a16="http://schemas.microsoft.com/office/drawing/2014/main" id="{8D1FDA1A-0A68-4D79-AEEE-4FC2A2286739}"/>
                    </a:ext>
                  </a:extLst>
                </p:cNvPr>
                <p:cNvCxnSpPr>
                  <a:cxnSpLocks/>
                  <a:stCxn id="23" idx="6"/>
                  <a:endCxn id="50" idx="2"/>
                </p:cNvCxnSpPr>
                <p:nvPr/>
              </p:nvCxnSpPr>
              <p:spPr>
                <a:xfrm>
                  <a:off x="2908416" y="4363472"/>
                  <a:ext cx="1237399" cy="569961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BAD7A7D3-29F9-459F-8FD3-19AF089942D3}"/>
                  </a:ext>
                </a:extLst>
              </p:cNvPr>
              <p:cNvCxnSpPr>
                <a:cxnSpLocks/>
                <a:stCxn id="53" idx="2"/>
                <a:endCxn id="20" idx="6"/>
              </p:cNvCxnSpPr>
              <p:nvPr/>
            </p:nvCxnSpPr>
            <p:spPr>
              <a:xfrm flipH="1" flipV="1">
                <a:off x="2569938" y="4940426"/>
                <a:ext cx="1233620" cy="565674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59F2AB73-176C-432D-9851-47AD85C38678}"/>
                </a:ext>
              </a:extLst>
            </p:cNvPr>
            <p:cNvGrpSpPr/>
            <p:nvPr/>
          </p:nvGrpSpPr>
          <p:grpSpPr>
            <a:xfrm>
              <a:off x="2103437" y="3195755"/>
              <a:ext cx="1778357" cy="2806477"/>
              <a:chOff x="104136" y="2560680"/>
              <a:chExt cx="1778357" cy="2806477"/>
            </a:xfrm>
          </p:grpSpPr>
          <p:grpSp>
            <p:nvGrpSpPr>
              <p:cNvPr id="45" name="Group 44">
                <a:extLst>
                  <a:ext uri="{FF2B5EF4-FFF2-40B4-BE49-F238E27FC236}">
                    <a16:creationId xmlns:a16="http://schemas.microsoft.com/office/drawing/2014/main" id="{8FBAE826-5FAF-4675-9442-F9545ED7326C}"/>
                  </a:ext>
                </a:extLst>
              </p:cNvPr>
              <p:cNvGrpSpPr/>
              <p:nvPr/>
            </p:nvGrpSpPr>
            <p:grpSpPr>
              <a:xfrm>
                <a:off x="104136" y="2560680"/>
                <a:ext cx="1778357" cy="2806477"/>
                <a:chOff x="442614" y="2551155"/>
                <a:chExt cx="1778357" cy="2806477"/>
              </a:xfrm>
            </p:grpSpPr>
            <p:grpSp>
              <p:nvGrpSpPr>
                <p:cNvPr id="47" name="Group 46">
                  <a:extLst>
                    <a:ext uri="{FF2B5EF4-FFF2-40B4-BE49-F238E27FC236}">
                      <a16:creationId xmlns:a16="http://schemas.microsoft.com/office/drawing/2014/main" id="{18C4740A-11D9-486F-A8E3-831295D0BF75}"/>
                    </a:ext>
                  </a:extLst>
                </p:cNvPr>
                <p:cNvGrpSpPr/>
                <p:nvPr/>
              </p:nvGrpSpPr>
              <p:grpSpPr>
                <a:xfrm>
                  <a:off x="442614" y="2551155"/>
                  <a:ext cx="1778357" cy="2806477"/>
                  <a:chOff x="509289" y="2336880"/>
                  <a:chExt cx="1778357" cy="2806477"/>
                </a:xfrm>
              </p:grpSpPr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49" name="Oval 48">
                        <a:extLst>
                          <a:ext uri="{FF2B5EF4-FFF2-40B4-BE49-F238E27FC236}">
                            <a16:creationId xmlns:a16="http://schemas.microsoft.com/office/drawing/2014/main" id="{41E556B7-2351-45A9-AA5A-C926A3005A5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750467" y="2336880"/>
                        <a:ext cx="533400" cy="533400"/>
                      </a:xfrm>
                      <a:prstGeom prst="ellipse">
                        <a:avLst/>
                      </a:prstGeom>
                      <a:noFill/>
                      <a:ln>
                        <a:solidFill>
                          <a:schemeClr val="accent5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14:m>
                          <m:oMathPara xmlns:m="http://schemas.openxmlformats.org/officeDocument/2006/math">
                            <m:oMath>
                              <m:sSup>
                                <m:sSupPr>
                                  <m:ctrlP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m:oMathPara>
                        </a14:m>
                        <a:endParaRPr lang="en-IL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49" name="Oval 48">
                        <a:extLst>
                          <a:ext uri="{FF2B5EF4-FFF2-40B4-BE49-F238E27FC236}">
                            <a16:creationId xmlns:a16="http://schemas.microsoft.com/office/drawing/2014/main" id="{41E556B7-2351-45A9-AA5A-C926A3005A53}"/>
                          </a:ext>
                        </a:extLst>
                      </p:cNvPr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1750467" y="2336880"/>
                        <a:ext cx="533400" cy="533400"/>
                      </a:xfrm>
                      <a:prstGeom prst="ellipse">
                        <a:avLst/>
                      </a:prstGeom>
                      <a:blipFill>
                        <a:blip r:embed="rId7"/>
                        <a:stretch>
                          <a:fillRect/>
                        </a:stretch>
                      </a:blipFill>
                      <a:ln>
                        <a:solidFill>
                          <a:schemeClr val="accent5"/>
                        </a:solidFill>
                      </a:ln>
                    </p:spPr>
                    <p:txBody>
                      <a:bodyPr/>
                      <a:lstStyle/>
                      <a:p>
                        <a:r>
                          <a:rPr lang="en-IL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50" name="Oval 49">
                        <a:extLst>
                          <a:ext uri="{FF2B5EF4-FFF2-40B4-BE49-F238E27FC236}">
                            <a16:creationId xmlns:a16="http://schemas.microsoft.com/office/drawing/2014/main" id="{708C65F0-B96B-4452-A9DB-E129DAD64A4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750467" y="3478325"/>
                        <a:ext cx="537179" cy="533400"/>
                      </a:xfrm>
                      <a:prstGeom prst="ellipse">
                        <a:avLst/>
                      </a:prstGeom>
                      <a:noFill/>
                      <a:ln>
                        <a:solidFill>
                          <a:schemeClr val="accent5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14:m>
                          <m:oMathPara xmlns:m="http://schemas.openxmlformats.org/officeDocument/2006/math">
                            <m:oMath>
                              <m:sSup>
                                <m:sSupPr>
                                  <m:ctrlP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m:oMathPara>
                        </a14:m>
                        <a:endParaRPr lang="en-IL" dirty="0"/>
                      </a:p>
                    </p:txBody>
                  </p:sp>
                </mc:Choice>
                <mc:Fallback xmlns="">
                  <p:sp>
                    <p:nvSpPr>
                      <p:cNvPr id="50" name="Oval 49">
                        <a:extLst>
                          <a:ext uri="{FF2B5EF4-FFF2-40B4-BE49-F238E27FC236}">
                            <a16:creationId xmlns:a16="http://schemas.microsoft.com/office/drawing/2014/main" id="{708C65F0-B96B-4452-A9DB-E129DAD64A40}"/>
                          </a:ext>
                        </a:extLst>
                      </p:cNvPr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1750467" y="3478325"/>
                        <a:ext cx="537179" cy="533400"/>
                      </a:xfrm>
                      <a:prstGeom prst="ellipse">
                        <a:avLst/>
                      </a:prstGeom>
                      <a:blipFill>
                        <a:blip r:embed="rId8"/>
                        <a:stretch>
                          <a:fillRect/>
                        </a:stretch>
                      </a:blipFill>
                      <a:ln>
                        <a:solidFill>
                          <a:schemeClr val="accent5"/>
                        </a:solidFill>
                      </a:ln>
                    </p:spPr>
                    <p:txBody>
                      <a:bodyPr/>
                      <a:lstStyle/>
                      <a:p>
                        <a:r>
                          <a:rPr lang="en-IL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51" name="Oval 50">
                        <a:extLst>
                          <a:ext uri="{FF2B5EF4-FFF2-40B4-BE49-F238E27FC236}">
                            <a16:creationId xmlns:a16="http://schemas.microsoft.com/office/drawing/2014/main" id="{B115347B-40B6-45E8-B610-62B0C939854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746688" y="4609957"/>
                        <a:ext cx="533400" cy="533400"/>
                      </a:xfrm>
                      <a:prstGeom prst="ellipse">
                        <a:avLst/>
                      </a:prstGeom>
                      <a:noFill/>
                      <a:ln>
                        <a:solidFill>
                          <a:schemeClr val="accent5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14:m>
                          <m:oMathPara xmlns:m="http://schemas.openxmlformats.org/officeDocument/2006/math">
                            <m:oMath>
                              <m:sSup>
                                <m:sSupPr>
                                  <m:ctrlP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p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m:oMathPara>
                        </a14:m>
                        <a:endParaRPr lang="en-IL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51" name="Oval 50">
                        <a:extLst>
                          <a:ext uri="{FF2B5EF4-FFF2-40B4-BE49-F238E27FC236}">
                            <a16:creationId xmlns:a16="http://schemas.microsoft.com/office/drawing/2014/main" id="{B115347B-40B6-45E8-B610-62B0C939854C}"/>
                          </a:ext>
                        </a:extLst>
                      </p:cNvPr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1746688" y="4609957"/>
                        <a:ext cx="533400" cy="533400"/>
                      </a:xfrm>
                      <a:prstGeom prst="ellipse">
                        <a:avLst/>
                      </a:prstGeom>
                      <a:blipFill>
                        <a:blip r:embed="rId9"/>
                        <a:stretch>
                          <a:fillRect/>
                        </a:stretch>
                      </a:blipFill>
                      <a:ln>
                        <a:solidFill>
                          <a:schemeClr val="accent5"/>
                        </a:solidFill>
                      </a:ln>
                    </p:spPr>
                    <p:txBody>
                      <a:bodyPr/>
                      <a:lstStyle/>
                      <a:p>
                        <a:r>
                          <a:rPr lang="en-IL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52" name="Oval 51">
                        <a:extLst>
                          <a:ext uri="{FF2B5EF4-FFF2-40B4-BE49-F238E27FC236}">
                            <a16:creationId xmlns:a16="http://schemas.microsoft.com/office/drawing/2014/main" id="{469EFEFC-861F-4FB2-9872-07F90611345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750467" y="2907510"/>
                        <a:ext cx="533400" cy="533400"/>
                      </a:xfrm>
                      <a:prstGeom prst="ellipse">
                        <a:avLst/>
                      </a:prstGeom>
                      <a:noFill/>
                      <a:ln>
                        <a:solidFill>
                          <a:schemeClr val="accent5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14:m>
                          <m:oMathPara xmlns:m="http://schemas.openxmlformats.org/officeDocument/2006/math">
                            <m:oMath>
                              <m:sSup>
                                <m:sSupPr>
                                  <m:ctrlP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m:oMathPara>
                        </a14:m>
                        <a:endParaRPr lang="en-IL" dirty="0"/>
                      </a:p>
                    </p:txBody>
                  </p:sp>
                </mc:Choice>
                <mc:Fallback xmlns="">
                  <p:sp>
                    <p:nvSpPr>
                      <p:cNvPr id="52" name="Oval 51">
                        <a:extLst>
                          <a:ext uri="{FF2B5EF4-FFF2-40B4-BE49-F238E27FC236}">
                            <a16:creationId xmlns:a16="http://schemas.microsoft.com/office/drawing/2014/main" id="{469EFEFC-861F-4FB2-9872-07F906113454}"/>
                          </a:ext>
                        </a:extLst>
                      </p:cNvPr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1750467" y="2907510"/>
                        <a:ext cx="533400" cy="533400"/>
                      </a:xfrm>
                      <a:prstGeom prst="ellipse">
                        <a:avLst/>
                      </a:prstGeom>
                      <a:blipFill>
                        <a:blip r:embed="rId10"/>
                        <a:stretch>
                          <a:fillRect/>
                        </a:stretch>
                      </a:blipFill>
                      <a:ln>
                        <a:solidFill>
                          <a:schemeClr val="accent5"/>
                        </a:solidFill>
                      </a:ln>
                    </p:spPr>
                    <p:txBody>
                      <a:bodyPr/>
                      <a:lstStyle/>
                      <a:p>
                        <a:r>
                          <a:rPr lang="en-IL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53" name="Oval 52">
                        <a:extLst>
                          <a:ext uri="{FF2B5EF4-FFF2-40B4-BE49-F238E27FC236}">
                            <a16:creationId xmlns:a16="http://schemas.microsoft.com/office/drawing/2014/main" id="{32A61132-76FB-4BDA-851C-0FFD386166D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746688" y="4041467"/>
                        <a:ext cx="533400" cy="533400"/>
                      </a:xfrm>
                      <a:prstGeom prst="ellipse">
                        <a:avLst/>
                      </a:prstGeom>
                      <a:noFill/>
                      <a:ln>
                        <a:solidFill>
                          <a:schemeClr val="accent5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14:m>
                          <m:oMathPara xmlns:m="http://schemas.openxmlformats.org/officeDocument/2006/math">
                            <m:oMath>
                              <m:sSup>
                                <m:sSupPr>
                                  <m:ctrlP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p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m:oMathPara>
                        </a14:m>
                        <a:endParaRPr lang="en-IL" dirty="0"/>
                      </a:p>
                    </p:txBody>
                  </p:sp>
                </mc:Choice>
                <mc:Fallback xmlns="">
                  <p:sp>
                    <p:nvSpPr>
                      <p:cNvPr id="53" name="Oval 52">
                        <a:extLst>
                          <a:ext uri="{FF2B5EF4-FFF2-40B4-BE49-F238E27FC236}">
                            <a16:creationId xmlns:a16="http://schemas.microsoft.com/office/drawing/2014/main" id="{32A61132-76FB-4BDA-851C-0FFD386166DF}"/>
                          </a:ext>
                        </a:extLst>
                      </p:cNvPr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1746688" y="4041467"/>
                        <a:ext cx="533400" cy="533400"/>
                      </a:xfrm>
                      <a:prstGeom prst="ellipse">
                        <a:avLst/>
                      </a:prstGeom>
                      <a:blipFill>
                        <a:blip r:embed="rId11"/>
                        <a:stretch>
                          <a:fillRect/>
                        </a:stretch>
                      </a:blipFill>
                      <a:ln>
                        <a:solidFill>
                          <a:schemeClr val="accent5"/>
                        </a:solidFill>
                      </a:ln>
                    </p:spPr>
                    <p:txBody>
                      <a:bodyPr/>
                      <a:lstStyle/>
                      <a:p>
                        <a:r>
                          <a:rPr lang="en-IL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p:cxnSp>
                <p:nvCxnSpPr>
                  <p:cNvPr id="54" name="Straight Connector 53">
                    <a:extLst>
                      <a:ext uri="{FF2B5EF4-FFF2-40B4-BE49-F238E27FC236}">
                        <a16:creationId xmlns:a16="http://schemas.microsoft.com/office/drawing/2014/main" id="{ECFA7464-AC79-47AD-BEDE-2506E13792F0}"/>
                      </a:ext>
                    </a:extLst>
                  </p:cNvPr>
                  <p:cNvCxnSpPr>
                    <a:cxnSpLocks/>
                    <a:stCxn id="49" idx="2"/>
                    <a:endCxn id="23" idx="6"/>
                  </p:cNvCxnSpPr>
                  <p:nvPr/>
                </p:nvCxnSpPr>
                <p:spPr>
                  <a:xfrm flipH="1">
                    <a:off x="513068" y="2603580"/>
                    <a:ext cx="1237399" cy="571484"/>
                  </a:xfrm>
                  <a:prstGeom prst="line">
                    <a:avLst/>
                  </a:prstGeom>
                  <a:ln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5"/>
                  </a:lnRef>
                  <a:fillRef idx="0">
                    <a:schemeClr val="accent5"/>
                  </a:fillRef>
                  <a:effectRef idx="1">
                    <a:schemeClr val="accent5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5" name="Straight Connector 54">
                    <a:extLst>
                      <a:ext uri="{FF2B5EF4-FFF2-40B4-BE49-F238E27FC236}">
                        <a16:creationId xmlns:a16="http://schemas.microsoft.com/office/drawing/2014/main" id="{F149307A-A09D-4A0D-B87A-2D7FF2E7CC25}"/>
                      </a:ext>
                    </a:extLst>
                  </p:cNvPr>
                  <p:cNvCxnSpPr>
                    <a:cxnSpLocks/>
                    <a:stCxn id="52" idx="2"/>
                    <a:endCxn id="24" idx="6"/>
                  </p:cNvCxnSpPr>
                  <p:nvPr/>
                </p:nvCxnSpPr>
                <p:spPr>
                  <a:xfrm flipH="1">
                    <a:off x="509289" y="3174210"/>
                    <a:ext cx="1241178" cy="1136143"/>
                  </a:xfrm>
                  <a:prstGeom prst="line">
                    <a:avLst/>
                  </a:prstGeom>
                  <a:ln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5"/>
                  </a:lnRef>
                  <a:fillRef idx="0">
                    <a:schemeClr val="accent5"/>
                  </a:fillRef>
                  <a:effectRef idx="1">
                    <a:schemeClr val="accent5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6" name="Straight Connector 55">
                    <a:extLst>
                      <a:ext uri="{FF2B5EF4-FFF2-40B4-BE49-F238E27FC236}">
                        <a16:creationId xmlns:a16="http://schemas.microsoft.com/office/drawing/2014/main" id="{D6AFBE41-58C6-4E36-B408-EC36DA7DE50C}"/>
                      </a:ext>
                    </a:extLst>
                  </p:cNvPr>
                  <p:cNvCxnSpPr>
                    <a:cxnSpLocks/>
                    <a:stCxn id="50" idx="2"/>
                    <a:endCxn id="21" idx="6"/>
                  </p:cNvCxnSpPr>
                  <p:nvPr/>
                </p:nvCxnSpPr>
                <p:spPr>
                  <a:xfrm flipH="1">
                    <a:off x="509289" y="3745025"/>
                    <a:ext cx="1241178" cy="1127374"/>
                  </a:xfrm>
                  <a:prstGeom prst="line">
                    <a:avLst/>
                  </a:prstGeom>
                  <a:ln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5"/>
                  </a:lnRef>
                  <a:fillRef idx="0">
                    <a:schemeClr val="accent5"/>
                  </a:fillRef>
                  <a:effectRef idx="1">
                    <a:schemeClr val="accent5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48" name="Straight Connector 47">
                  <a:extLst>
                    <a:ext uri="{FF2B5EF4-FFF2-40B4-BE49-F238E27FC236}">
                      <a16:creationId xmlns:a16="http://schemas.microsoft.com/office/drawing/2014/main" id="{766FF914-6B00-408E-941E-17B2AF3A0228}"/>
                    </a:ext>
                  </a:extLst>
                </p:cNvPr>
                <p:cNvCxnSpPr>
                  <a:cxnSpLocks/>
                  <a:stCxn id="52" idx="2"/>
                  <a:endCxn id="20" idx="6"/>
                </p:cNvCxnSpPr>
                <p:nvPr/>
              </p:nvCxnSpPr>
              <p:spPr>
                <a:xfrm flipH="1">
                  <a:off x="446393" y="3388485"/>
                  <a:ext cx="1237399" cy="568283"/>
                </a:xfrm>
                <a:prstGeom prst="line">
                  <a:avLst/>
                </a:prstGeom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5"/>
                </a:lnRef>
                <a:fillRef idx="0">
                  <a:schemeClr val="accent5"/>
                </a:fillRef>
                <a:effectRef idx="1">
                  <a:schemeClr val="accent5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6" name="Straight Connector 45">
                <a:extLst>
                  <a:ext uri="{FF2B5EF4-FFF2-40B4-BE49-F238E27FC236}">
                    <a16:creationId xmlns:a16="http://schemas.microsoft.com/office/drawing/2014/main" id="{2D897CAE-D052-40AA-B251-1A7F8DEFEDCB}"/>
                  </a:ext>
                </a:extLst>
              </p:cNvPr>
              <p:cNvCxnSpPr>
                <a:cxnSpLocks/>
                <a:stCxn id="24" idx="6"/>
                <a:endCxn id="50" idx="2"/>
              </p:cNvCxnSpPr>
              <p:nvPr/>
            </p:nvCxnSpPr>
            <p:spPr>
              <a:xfrm flipV="1">
                <a:off x="104136" y="3968825"/>
                <a:ext cx="1241178" cy="565328"/>
              </a:xfrm>
              <a:prstGeom prst="line">
                <a:avLst/>
              </a:prstGeom>
              <a:ln>
                <a:solidFill>
                  <a:schemeClr val="accent1"/>
                </a:solidFill>
              </a:ln>
            </p:spPr>
            <p:style>
              <a:lnRef idx="2">
                <a:schemeClr val="accent5"/>
              </a:lnRef>
              <a:fillRef idx="0">
                <a:schemeClr val="accent5"/>
              </a:fillRef>
              <a:effectRef idx="1">
                <a:schemeClr val="accent5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7EEA9845-A765-452D-A30C-25010882039B}"/>
              </a:ext>
            </a:extLst>
          </p:cNvPr>
          <p:cNvGrpSpPr/>
          <p:nvPr/>
        </p:nvGrpSpPr>
        <p:grpSpPr>
          <a:xfrm>
            <a:off x="1544041" y="3842559"/>
            <a:ext cx="3161758" cy="1612354"/>
            <a:chOff x="2455126" y="3645711"/>
            <a:chExt cx="3161758" cy="1612354"/>
          </a:xfrm>
        </p:grpSpPr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13D9CB17-9E5A-44E7-8B76-8C5FD5AB6DCF}"/>
                </a:ext>
              </a:extLst>
            </p:cNvPr>
            <p:cNvGrpSpPr/>
            <p:nvPr/>
          </p:nvGrpSpPr>
          <p:grpSpPr>
            <a:xfrm>
              <a:off x="2455126" y="3645711"/>
              <a:ext cx="3161758" cy="1612354"/>
              <a:chOff x="2793604" y="3636186"/>
              <a:chExt cx="3161758" cy="1612354"/>
            </a:xfrm>
          </p:grpSpPr>
          <p:grpSp>
            <p:nvGrpSpPr>
              <p:cNvPr id="60" name="Group 59">
                <a:extLst>
                  <a:ext uri="{FF2B5EF4-FFF2-40B4-BE49-F238E27FC236}">
                    <a16:creationId xmlns:a16="http://schemas.microsoft.com/office/drawing/2014/main" id="{A3062A1F-1A0D-4622-976B-72AA9398D89A}"/>
                  </a:ext>
                </a:extLst>
              </p:cNvPr>
              <p:cNvGrpSpPr/>
              <p:nvPr/>
            </p:nvGrpSpPr>
            <p:grpSpPr>
              <a:xfrm>
                <a:off x="2793604" y="3636186"/>
                <a:ext cx="3161758" cy="1612354"/>
                <a:chOff x="2860279" y="3421911"/>
                <a:chExt cx="3161758" cy="1612354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62" name="Oval 61">
                      <a:extLst>
                        <a:ext uri="{FF2B5EF4-FFF2-40B4-BE49-F238E27FC236}">
                          <a16:creationId xmlns:a16="http://schemas.microsoft.com/office/drawing/2014/main" id="{B071BF12-9CD8-46A2-9FDA-AFC03B1554A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860279" y="3955311"/>
                      <a:ext cx="533400" cy="533400"/>
                    </a:xfrm>
                    <a:prstGeom prst="ellipse">
                      <a:avLst/>
                    </a:prstGeom>
                    <a:noFill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oMath>
                        </m:oMathPara>
                      </a14:m>
                      <a:endParaRPr lang="en-IL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62" name="Oval 61">
                      <a:extLst>
                        <a:ext uri="{FF2B5EF4-FFF2-40B4-BE49-F238E27FC236}">
                          <a16:creationId xmlns:a16="http://schemas.microsoft.com/office/drawing/2014/main" id="{B071BF12-9CD8-46A2-9FDA-AFC03B1554A5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860279" y="3955311"/>
                      <a:ext cx="533400" cy="533400"/>
                    </a:xfrm>
                    <a:prstGeom prst="ellipse">
                      <a:avLst/>
                    </a:prstGeom>
                    <a:blipFill>
                      <a:blip r:embed="rId12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IL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63" name="Oval 62">
                      <a:extLst>
                        <a:ext uri="{FF2B5EF4-FFF2-40B4-BE49-F238E27FC236}">
                          <a16:creationId xmlns:a16="http://schemas.microsoft.com/office/drawing/2014/main" id="{165AC472-21F9-4EF0-9A63-B7D2DE8A619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181741" y="3421911"/>
                      <a:ext cx="537179" cy="533400"/>
                    </a:xfrm>
                    <a:prstGeom prst="ellipse">
                      <a:avLst/>
                    </a:prstGeom>
                    <a:noFill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oMath>
                        </m:oMathPara>
                      </a14:m>
                      <a:endParaRPr lang="en-IL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63" name="Oval 62">
                      <a:extLst>
                        <a:ext uri="{FF2B5EF4-FFF2-40B4-BE49-F238E27FC236}">
                          <a16:creationId xmlns:a16="http://schemas.microsoft.com/office/drawing/2014/main" id="{165AC472-21F9-4EF0-9A63-B7D2DE8A6196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181741" y="3421911"/>
                      <a:ext cx="537179" cy="533400"/>
                    </a:xfrm>
                    <a:prstGeom prst="ellipse">
                      <a:avLst/>
                    </a:prstGeom>
                    <a:blipFill>
                      <a:blip r:embed="rId13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IL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64" name="Oval 63">
                      <a:extLst>
                        <a:ext uri="{FF2B5EF4-FFF2-40B4-BE49-F238E27FC236}">
                          <a16:creationId xmlns:a16="http://schemas.microsoft.com/office/drawing/2014/main" id="{D203529E-E062-450D-A7C9-D40EDFAFC1A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488637" y="3967465"/>
                      <a:ext cx="533400" cy="533400"/>
                    </a:xfrm>
                    <a:prstGeom prst="ellipse">
                      <a:avLst/>
                    </a:prstGeom>
                    <a:noFill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>
                            <m:r>
                              <a:rPr lang="en-US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oMath>
                        </m:oMathPara>
                      </a14:m>
                      <a:endParaRPr lang="en-IL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64" name="Oval 63">
                      <a:extLst>
                        <a:ext uri="{FF2B5EF4-FFF2-40B4-BE49-F238E27FC236}">
                          <a16:creationId xmlns:a16="http://schemas.microsoft.com/office/drawing/2014/main" id="{D203529E-E062-450D-A7C9-D40EDFAFC1A3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488637" y="3967465"/>
                      <a:ext cx="533400" cy="533400"/>
                    </a:xfrm>
                    <a:prstGeom prst="ellipse">
                      <a:avLst/>
                    </a:prstGeom>
                    <a:blipFill>
                      <a:blip r:embed="rId14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IL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65" name="Oval 64">
                      <a:extLst>
                        <a:ext uri="{FF2B5EF4-FFF2-40B4-BE49-F238E27FC236}">
                          <a16:creationId xmlns:a16="http://schemas.microsoft.com/office/drawing/2014/main" id="{A1A38637-67DD-4F9E-9450-B1A01B894CF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672871" y="4500865"/>
                      <a:ext cx="533400" cy="533400"/>
                    </a:xfrm>
                    <a:prstGeom prst="ellipse">
                      <a:avLst/>
                    </a:prstGeom>
                    <a:noFill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oMath>
                        </m:oMathPara>
                      </a14:m>
                      <a:endParaRPr lang="en-IL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65" name="Oval 64">
                      <a:extLst>
                        <a:ext uri="{FF2B5EF4-FFF2-40B4-BE49-F238E27FC236}">
                          <a16:creationId xmlns:a16="http://schemas.microsoft.com/office/drawing/2014/main" id="{A1A38637-67DD-4F9E-9450-B1A01B894CF5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672871" y="4500865"/>
                      <a:ext cx="533400" cy="533400"/>
                    </a:xfrm>
                    <a:prstGeom prst="ellipse">
                      <a:avLst/>
                    </a:prstGeom>
                    <a:blipFill>
                      <a:blip r:embed="rId15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IL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66" name="Oval 65">
                      <a:extLst>
                        <a:ext uri="{FF2B5EF4-FFF2-40B4-BE49-F238E27FC236}">
                          <a16:creationId xmlns:a16="http://schemas.microsoft.com/office/drawing/2014/main" id="{26128465-5B7F-412F-9AE0-C14B2158F65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694392" y="4500865"/>
                      <a:ext cx="533400" cy="533400"/>
                    </a:xfrm>
                    <a:prstGeom prst="ellipse">
                      <a:avLst/>
                    </a:prstGeom>
                    <a:noFill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oMath>
                        </m:oMathPara>
                      </a14:m>
                      <a:endParaRPr lang="en-IL" dirty="0"/>
                    </a:p>
                  </p:txBody>
                </p:sp>
              </mc:Choice>
              <mc:Fallback xmlns="">
                <p:sp>
                  <p:nvSpPr>
                    <p:cNvPr id="66" name="Oval 65">
                      <a:extLst>
                        <a:ext uri="{FF2B5EF4-FFF2-40B4-BE49-F238E27FC236}">
                          <a16:creationId xmlns:a16="http://schemas.microsoft.com/office/drawing/2014/main" id="{26128465-5B7F-412F-9AE0-C14B2158F658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694392" y="4500865"/>
                      <a:ext cx="533400" cy="533400"/>
                    </a:xfrm>
                    <a:prstGeom prst="ellipse">
                      <a:avLst/>
                    </a:prstGeom>
                    <a:blipFill>
                      <a:blip r:embed="rId16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IL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67" name="Straight Connector 66">
                  <a:extLst>
                    <a:ext uri="{FF2B5EF4-FFF2-40B4-BE49-F238E27FC236}">
                      <a16:creationId xmlns:a16="http://schemas.microsoft.com/office/drawing/2014/main" id="{4DA3B3E1-ED1C-404E-8909-A1D96160ABA6}"/>
                    </a:ext>
                  </a:extLst>
                </p:cNvPr>
                <p:cNvCxnSpPr>
                  <a:stCxn id="62" idx="5"/>
                  <a:endCxn id="65" idx="2"/>
                </p:cNvCxnSpPr>
                <p:nvPr/>
              </p:nvCxnSpPr>
              <p:spPr>
                <a:xfrm>
                  <a:off x="3315564" y="4410596"/>
                  <a:ext cx="357307" cy="356969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8" name="Straight Connector 67">
                  <a:extLst>
                    <a:ext uri="{FF2B5EF4-FFF2-40B4-BE49-F238E27FC236}">
                      <a16:creationId xmlns:a16="http://schemas.microsoft.com/office/drawing/2014/main" id="{EE9BB961-2D86-4B8E-A99F-0F07C2E0072B}"/>
                    </a:ext>
                  </a:extLst>
                </p:cNvPr>
                <p:cNvCxnSpPr>
                  <a:cxnSpLocks/>
                  <a:stCxn id="65" idx="6"/>
                  <a:endCxn id="66" idx="2"/>
                </p:cNvCxnSpPr>
                <p:nvPr/>
              </p:nvCxnSpPr>
              <p:spPr>
                <a:xfrm>
                  <a:off x="4206271" y="4767565"/>
                  <a:ext cx="488121" cy="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9" name="Straight Connector 68">
                  <a:extLst>
                    <a:ext uri="{FF2B5EF4-FFF2-40B4-BE49-F238E27FC236}">
                      <a16:creationId xmlns:a16="http://schemas.microsoft.com/office/drawing/2014/main" id="{25022DCE-A095-4A98-8839-A61258F88A78}"/>
                    </a:ext>
                  </a:extLst>
                </p:cNvPr>
                <p:cNvCxnSpPr>
                  <a:cxnSpLocks/>
                  <a:stCxn id="63" idx="6"/>
                  <a:endCxn id="64" idx="2"/>
                </p:cNvCxnSpPr>
                <p:nvPr/>
              </p:nvCxnSpPr>
              <p:spPr>
                <a:xfrm>
                  <a:off x="4718920" y="3688611"/>
                  <a:ext cx="769717" cy="545554"/>
                </a:xfrm>
                <a:prstGeom prst="line">
                  <a:avLst/>
                </a:prstGeom>
                <a:ln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61" name="Straight Connector 60">
                <a:extLst>
                  <a:ext uri="{FF2B5EF4-FFF2-40B4-BE49-F238E27FC236}">
                    <a16:creationId xmlns:a16="http://schemas.microsoft.com/office/drawing/2014/main" id="{043848BC-C9F8-4E06-B6CA-D5F5A5C63D45}"/>
                  </a:ext>
                </a:extLst>
              </p:cNvPr>
              <p:cNvCxnSpPr>
                <a:stCxn id="65" idx="0"/>
                <a:endCxn id="63" idx="3"/>
              </p:cNvCxnSpPr>
              <p:nvPr/>
            </p:nvCxnSpPr>
            <p:spPr>
              <a:xfrm flipV="1">
                <a:off x="3872896" y="4091471"/>
                <a:ext cx="320838" cy="623669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B14B0783-B222-431B-94B2-DAEBF76858E3}"/>
                </a:ext>
              </a:extLst>
            </p:cNvPr>
            <p:cNvCxnSpPr>
              <a:cxnSpLocks/>
              <a:stCxn id="63" idx="5"/>
              <a:endCxn id="66" idx="0"/>
            </p:cNvCxnSpPr>
            <p:nvPr/>
          </p:nvCxnSpPr>
          <p:spPr>
            <a:xfrm>
              <a:off x="4235099" y="4100996"/>
              <a:ext cx="320840" cy="623669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2" name="Arrow: Right 181">
            <a:extLst>
              <a:ext uri="{FF2B5EF4-FFF2-40B4-BE49-F238E27FC236}">
                <a16:creationId xmlns:a16="http://schemas.microsoft.com/office/drawing/2014/main" id="{BFC180D8-F05A-4427-941C-F12B3E4079DF}"/>
              </a:ext>
            </a:extLst>
          </p:cNvPr>
          <p:cNvSpPr/>
          <p:nvPr/>
        </p:nvSpPr>
        <p:spPr>
          <a:xfrm>
            <a:off x="5462331" y="4236959"/>
            <a:ext cx="935970" cy="51529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1403163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2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B04637-A7F6-5921-2CF6-34C698C2AD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he-IL" dirty="0"/>
              <a:t>תזכורת – איך כותבים פתרון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94E184-135A-F51D-E384-354A6455D9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r" rtl="1"/>
            <a:endParaRPr lang="he-IL" b="1" dirty="0"/>
          </a:p>
          <a:p>
            <a:pPr algn="r" rtl="1"/>
            <a:endParaRPr lang="he-IL" b="1" dirty="0"/>
          </a:p>
          <a:p>
            <a:pPr algn="r" rtl="1"/>
            <a:r>
              <a:rPr lang="he-IL" b="1" dirty="0"/>
              <a:t>בכל בעיה נציג שלושה חלקים:</a:t>
            </a:r>
            <a:endParaRPr lang="he-IL" dirty="0"/>
          </a:p>
          <a:p>
            <a:pPr marL="658368" lvl="1" indent="-457200" algn="r" rtl="1">
              <a:buClrTx/>
              <a:buFont typeface="+mj-lt"/>
              <a:buAutoNum type="arabicPeriod"/>
            </a:pPr>
            <a:r>
              <a:rPr lang="he-IL" sz="2000" dirty="0"/>
              <a:t>תיאור האלגוריתם – תיאור מילולי או </a:t>
            </a:r>
            <a:r>
              <a:rPr lang="he-IL" sz="2000" dirty="0" err="1"/>
              <a:t>פסאודו</a:t>
            </a:r>
            <a:r>
              <a:rPr lang="he-IL" sz="2000" dirty="0"/>
              <a:t>-קוד.</a:t>
            </a:r>
          </a:p>
          <a:p>
            <a:pPr marL="658368" lvl="1" indent="-457200" algn="r" rtl="1">
              <a:buClrTx/>
              <a:buFont typeface="+mj-lt"/>
              <a:buAutoNum type="arabicPeriod"/>
            </a:pPr>
            <a:r>
              <a:rPr lang="he-IL" sz="2000" dirty="0"/>
              <a:t>הוכחת נכונות – הוכחה שהאלגוריתם אכן פותר את הבעיה.</a:t>
            </a:r>
          </a:p>
          <a:p>
            <a:pPr marL="658368" lvl="1" indent="-457200" algn="r" rtl="1">
              <a:buClrTx/>
              <a:buFont typeface="+mj-lt"/>
              <a:buAutoNum type="arabicPeriod"/>
            </a:pPr>
            <a:r>
              <a:rPr lang="he-IL" sz="2000" dirty="0"/>
              <a:t>ניתוח זמן ריצה – פרטי המימוש וניתוח היעילות של האלגוריתם.</a:t>
            </a:r>
            <a:endParaRPr lang="he-IL" sz="300" b="1" dirty="0"/>
          </a:p>
          <a:p>
            <a:endParaRPr lang="LID4096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22CB2C-B644-19F3-EF1F-77FCA8C62A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5A14F-7E01-488F-9CD0-C48190E77FB1}" type="datetime9">
              <a:rPr lang="he-IL" smtClean="0"/>
              <a:t>16 אוקטובר, 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1EACC2-B246-808E-A711-8293873089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תרגול 1 - מבוא ורדוקציות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FD11ED-874E-66DE-65A3-95D7151132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468774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C5D5E1-0B01-A5D1-B34C-ECD86EC620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A96948-E2B4-2F2F-2C49-971D6565AA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he-IL" dirty="0"/>
              <a:t>תזכורת – איך כותבים פתרון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7FB61E-15A6-0E98-E0FD-9F891126BF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r" rtl="1"/>
            <a:endParaRPr lang="he-IL" b="1" dirty="0"/>
          </a:p>
          <a:p>
            <a:pPr algn="r" rtl="1"/>
            <a:endParaRPr lang="he-IL" b="1" dirty="0"/>
          </a:p>
          <a:p>
            <a:pPr algn="r" rtl="1"/>
            <a:r>
              <a:rPr lang="he-IL" b="1" dirty="0"/>
              <a:t>בכל בעיה נציג שלושה חלקים:</a:t>
            </a:r>
            <a:endParaRPr lang="he-IL" dirty="0"/>
          </a:p>
          <a:p>
            <a:pPr marL="658368" lvl="1" indent="-457200" algn="r" rtl="1">
              <a:buClrTx/>
              <a:buFont typeface="+mj-lt"/>
              <a:buAutoNum type="arabicPeriod"/>
            </a:pPr>
            <a:r>
              <a:rPr lang="he-IL" sz="2000" dirty="0">
                <a:solidFill>
                  <a:srgbClr val="0070C0"/>
                </a:solidFill>
              </a:rPr>
              <a:t>תיאור האלגוריתם – תיאור מילולי או </a:t>
            </a:r>
            <a:r>
              <a:rPr lang="he-IL" sz="2000" dirty="0" err="1">
                <a:solidFill>
                  <a:srgbClr val="0070C0"/>
                </a:solidFill>
              </a:rPr>
              <a:t>פסאודו</a:t>
            </a:r>
            <a:r>
              <a:rPr lang="he-IL" sz="2000" dirty="0">
                <a:solidFill>
                  <a:srgbClr val="0070C0"/>
                </a:solidFill>
              </a:rPr>
              <a:t>-קוד.</a:t>
            </a:r>
          </a:p>
          <a:p>
            <a:pPr marL="658368" lvl="1" indent="-457200" algn="r" rtl="1">
              <a:buClrTx/>
              <a:buFont typeface="+mj-lt"/>
              <a:buAutoNum type="arabicPeriod"/>
            </a:pPr>
            <a:r>
              <a:rPr lang="he-IL" sz="2000" dirty="0"/>
              <a:t>הוכחת נכונות – הוכחה שהאלגוריתם אכן פותר את הבעיה.</a:t>
            </a:r>
          </a:p>
          <a:p>
            <a:pPr marL="658368" lvl="1" indent="-457200" algn="r" rtl="1">
              <a:buClrTx/>
              <a:buFont typeface="+mj-lt"/>
              <a:buAutoNum type="arabicPeriod"/>
            </a:pPr>
            <a:r>
              <a:rPr lang="he-IL" sz="2000" dirty="0"/>
              <a:t>ניתוח זמן ריצה – פרטי המימוש וניתוח היעילות של האלגוריתם.</a:t>
            </a:r>
            <a:endParaRPr lang="he-IL" sz="300" b="1" dirty="0"/>
          </a:p>
          <a:p>
            <a:endParaRPr lang="LID4096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942849-528E-7DC6-46E0-3B61622A9F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844BD-043C-46AC-8E22-999821287126}" type="datetime9">
              <a:rPr lang="he-IL" smtClean="0"/>
              <a:t>16 אוקטובר, 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FF066D-6A1B-94A3-F236-762E5983AB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תרגול 1 - מבוא ורדוקציות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7DF5D3-3C6E-AFFA-F0B7-D695FA7C53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750042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BE4E8C-470D-4807-B623-13063D092D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he-IL" dirty="0"/>
              <a:t>תיאור הרדוקציה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1196682-2614-4856-BA9F-827A2BB1399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249491" y="1845734"/>
                <a:ext cx="6956989" cy="4480638"/>
              </a:xfrm>
            </p:spPr>
            <p:txBody>
              <a:bodyPr>
                <a:noAutofit/>
              </a:bodyPr>
              <a:lstStyle/>
              <a:p>
                <a:pPr algn="r" rtl="1">
                  <a:spcAft>
                    <a:spcPts val="1200"/>
                  </a:spcAft>
                </a:pPr>
                <a:r>
                  <a:rPr lang="he-IL" dirty="0"/>
                  <a:t>יהי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he-IL" dirty="0"/>
                  <a:t> גרף לא מכוון, ו-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he-IL" dirty="0"/>
                  <a:t> קודקוד, המהווים ביחד </a:t>
                </a:r>
                <a:r>
                  <a:rPr lang="he-IL" u="sng" dirty="0"/>
                  <a:t>מופע</a:t>
                </a:r>
                <a:r>
                  <a:rPr lang="he-IL" dirty="0"/>
                  <a:t> לבעיית </a:t>
                </a:r>
                <a:r>
                  <a:rPr lang="en-US" dirty="0"/>
                  <a:t>SEP</a:t>
                </a:r>
                <a:r>
                  <a:rPr lang="he-IL" dirty="0"/>
                  <a:t>.</a:t>
                </a:r>
              </a:p>
              <a:p>
                <a:pPr algn="r" rtl="1"/>
                <a:r>
                  <a:rPr lang="he-IL" b="1" dirty="0"/>
                  <a:t>ממיר הקלט: </a:t>
                </a:r>
                <a:r>
                  <a:rPr lang="he-IL" dirty="0"/>
                  <a:t>נבנה גרף דו-חלקי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</m:oMath>
                </a14:m>
                <a:r>
                  <a:rPr lang="he-IL" dirty="0"/>
                  <a:t>:</a:t>
                </a:r>
              </a:p>
              <a:p>
                <a:pPr marL="201168" lvl="1" indent="0" algn="ctr" rtl="1">
                  <a:buNone/>
                </a:pPr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∪</m:t>
                      </m:r>
                      <m:sSup>
                        <m:s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,  </m:t>
                      </m:r>
                      <m:sSup>
                        <m:s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: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</m:d>
                      <m:r>
                        <a:rPr lang="he-IL" sz="2000" b="0" i="0" smtClean="0">
                          <a:latin typeface="Cambria Math" panose="02040503050406030204" pitchFamily="18" charset="0"/>
                        </a:rPr>
                        <m:t>,  </m:t>
                      </m:r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p>
                          <m:r>
                            <a:rPr lang="he-IL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p>
                              <m:r>
                                <a:rPr lang="he-IL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: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</m:d>
                    </m:oMath>
                  </m:oMathPara>
                </a14:m>
                <a:endParaRPr lang="en-US" sz="2000" dirty="0"/>
              </a:p>
              <a:p>
                <a:pPr marL="201168" lvl="1" indent="0" algn="ctr" rtl="1">
                  <a:spcAft>
                    <a:spcPts val="200"/>
                  </a:spcAft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′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p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p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p>
                                <m:sSup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p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, </m:t>
                          </m:r>
                          <m:d>
                            <m:d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p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p>
                                <m:sSup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p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p>
                            </m:e>
                          </m:d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 :</m:t>
                          </m:r>
                          <m:d>
                            <m:d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d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</m:d>
                    </m:oMath>
                  </m:oMathPara>
                </a14:m>
                <a:endParaRPr lang="he-IL" sz="2000" dirty="0"/>
              </a:p>
              <a:p>
                <a:pPr lvl="1" algn="r" rtl="1">
                  <a:spcBef>
                    <a:spcPts val="600"/>
                  </a:spcBef>
                  <a:spcAft>
                    <a:spcPts val="1200"/>
                  </a:spcAft>
                </a:pPr>
                <a:r>
                  <a:rPr lang="" sz="2000" dirty="0"/>
                  <a:t>המופע שנעביר לקופסה השחורה הוא</a:t>
                </a:r>
                <a:r>
                  <a:rPr lang="he-IL" sz="2000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p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 </m:t>
                        </m:r>
                        <m:sSup>
                          <m:sSup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e>
                    </m:d>
                  </m:oMath>
                </a14:m>
                <a:r>
                  <a:rPr lang="he-IL" sz="2000" dirty="0"/>
                  <a:t>.</a:t>
                </a:r>
              </a:p>
              <a:p>
                <a:pPr algn="r" rtl="1">
                  <a:spcAft>
                    <a:spcPts val="1200"/>
                  </a:spcAft>
                </a:pPr>
                <a:r>
                  <a:rPr lang="he-IL" b="1" dirty="0"/>
                  <a:t>ממיר הפלט: </a:t>
                </a:r>
                <a:r>
                  <a:rPr lang="he-IL" dirty="0"/>
                  <a:t>לכל קודקוד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he-IL" b="0" dirty="0"/>
                  <a:t>, נחזיר את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e>
                    </m:d>
                  </m:oMath>
                </a14:m>
                <a:r>
                  <a:rPr lang="he-IL" b="0" dirty="0"/>
                  <a:t> כמרחק הזוגי המינימלי מ-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he-IL" b="0" dirty="0"/>
                  <a:t> ל-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he-IL" b="0" dirty="0"/>
                  <a:t> ב-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he-IL" b="0" dirty="0"/>
                  <a:t>.</a:t>
                </a:r>
                <a:endParaRPr lang="en-US" b="0" dirty="0"/>
              </a:p>
              <a:p>
                <a:pPr algn="r" rtl="1"/>
                <a:r>
                  <a:rPr lang="he-IL" b="1" dirty="0"/>
                  <a:t>תיאור האלגוריתם: </a:t>
                </a:r>
                <a:r>
                  <a:rPr lang="he-IL" dirty="0"/>
                  <a:t>בהינתן מופע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</m:oMath>
                </a14:m>
                <a:r>
                  <a:rPr lang="he-IL" dirty="0"/>
                  <a:t> של </a:t>
                </a:r>
                <a:r>
                  <a:rPr lang="en-US" dirty="0"/>
                  <a:t>SEP</a:t>
                </a:r>
                <a:r>
                  <a:rPr lang="he-IL" dirty="0"/>
                  <a:t>, נתרגם אותו למופע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i="1">
                            <a:latin typeface="Cambria Math" panose="02040503050406030204" pitchFamily="18" charset="0"/>
                          </a:rPr>
                          <m:t>, 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e>
                    </m:d>
                  </m:oMath>
                </a14:m>
                <a:r>
                  <a:rPr lang="he-IL" dirty="0"/>
                  <a:t> של </a:t>
                </a:r>
                <a:r>
                  <a:rPr lang="en-US" dirty="0"/>
                  <a:t>SP</a:t>
                </a:r>
                <a:r>
                  <a:rPr lang="he-IL" dirty="0"/>
                  <a:t> באמצעות ממיר הקלט, נפעיל אלגוריתם לפתרון </a:t>
                </a:r>
                <a:r>
                  <a:rPr lang="en-US" dirty="0"/>
                  <a:t>SP</a:t>
                </a:r>
                <a:r>
                  <a:rPr lang="he-IL" dirty="0"/>
                  <a:t> על המופע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i="1">
                            <a:latin typeface="Cambria Math" panose="02040503050406030204" pitchFamily="18" charset="0"/>
                          </a:rPr>
                          <m:t>, 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e>
                    </m:d>
                  </m:oMath>
                </a14:m>
                <a:r>
                  <a:rPr lang="he-IL" b="0" dirty="0"/>
                  <a:t>, ולכל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he-IL" b="0" dirty="0"/>
                  <a:t> </a:t>
                </a:r>
                <a:r>
                  <a:rPr lang="he-IL" dirty="0"/>
                  <a:t>נחזיר את </a:t>
                </a:r>
                <a:r>
                  <a:rPr lang="he-IL" b="0" dirty="0"/>
                  <a:t>המרחק מתרגום הפלט.</a:t>
                </a:r>
                <a:endParaRPr lang="en-US" b="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1196682-2614-4856-BA9F-827A2BB1399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249491" y="1845734"/>
                <a:ext cx="6956989" cy="4480638"/>
              </a:xfrm>
              <a:blipFill>
                <a:blip r:embed="rId3"/>
                <a:stretch>
                  <a:fillRect l="-263" t="-1361" r="-2366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63CE5A-3E7A-4546-89CD-2A0F18F678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4525D-9920-4614-BB64-98A9DD17432D}" type="datetime9">
              <a:rPr lang="he-IL" smtClean="0"/>
              <a:t>16 אוקטובר, 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FD313B-BD1F-4A44-96E2-5F4CE25B1B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27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DB918A-F366-44E6-B49B-C31F2155C3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תרגול 1 - מבוא ורדוקציות</a:t>
            </a:r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B10819F-51B8-B3E5-0D58-3C89EB05B03A}"/>
              </a:ext>
            </a:extLst>
          </p:cNvPr>
          <p:cNvGrpSpPr/>
          <p:nvPr/>
        </p:nvGrpSpPr>
        <p:grpSpPr>
          <a:xfrm>
            <a:off x="1407278" y="3968627"/>
            <a:ext cx="1852273" cy="2229234"/>
            <a:chOff x="1570037" y="3195755"/>
            <a:chExt cx="2311757" cy="2806477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E4717890-57A1-B2E8-50E9-0EC8210DB22B}"/>
                </a:ext>
              </a:extLst>
            </p:cNvPr>
            <p:cNvGrpSpPr/>
            <p:nvPr/>
          </p:nvGrpSpPr>
          <p:grpSpPr>
            <a:xfrm>
              <a:off x="1570037" y="3200711"/>
              <a:ext cx="1774578" cy="2797263"/>
              <a:chOff x="2032759" y="3539769"/>
              <a:chExt cx="1774578" cy="2797263"/>
            </a:xfrm>
          </p:grpSpPr>
          <p:grpSp>
            <p:nvGrpSpPr>
              <p:cNvPr id="22" name="Group 21">
                <a:extLst>
                  <a:ext uri="{FF2B5EF4-FFF2-40B4-BE49-F238E27FC236}">
                    <a16:creationId xmlns:a16="http://schemas.microsoft.com/office/drawing/2014/main" id="{3310189B-43BE-6AC6-B5ED-A06DE74C9A1E}"/>
                  </a:ext>
                </a:extLst>
              </p:cNvPr>
              <p:cNvGrpSpPr/>
              <p:nvPr/>
            </p:nvGrpSpPr>
            <p:grpSpPr>
              <a:xfrm>
                <a:off x="2032759" y="3539769"/>
                <a:ext cx="1774578" cy="2797263"/>
                <a:chOff x="2371237" y="3530244"/>
                <a:chExt cx="1774578" cy="2797263"/>
              </a:xfrm>
            </p:grpSpPr>
            <p:grpSp>
              <p:nvGrpSpPr>
                <p:cNvPr id="24" name="Group 23">
                  <a:extLst>
                    <a:ext uri="{FF2B5EF4-FFF2-40B4-BE49-F238E27FC236}">
                      <a16:creationId xmlns:a16="http://schemas.microsoft.com/office/drawing/2014/main" id="{A3AD6B04-E5F7-44FF-C2FD-EF21C5549B97}"/>
                    </a:ext>
                  </a:extLst>
                </p:cNvPr>
                <p:cNvGrpSpPr/>
                <p:nvPr/>
              </p:nvGrpSpPr>
              <p:grpSpPr>
                <a:xfrm>
                  <a:off x="2371237" y="3530244"/>
                  <a:ext cx="1774578" cy="2797263"/>
                  <a:chOff x="2437912" y="3315969"/>
                  <a:chExt cx="1774578" cy="2797263"/>
                </a:xfrm>
              </p:grpSpPr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26" name="Oval 25">
                        <a:extLst>
                          <a:ext uri="{FF2B5EF4-FFF2-40B4-BE49-F238E27FC236}">
                            <a16:creationId xmlns:a16="http://schemas.microsoft.com/office/drawing/2014/main" id="{B3EC1982-6960-E51B-9098-87483473E98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439801" y="3315969"/>
                        <a:ext cx="533400" cy="533400"/>
                      </a:xfrm>
                      <a:prstGeom prst="ellipse">
                        <a:avLst/>
                      </a:prstGeom>
                      <a:noFill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14:m>
                          <m:oMathPara xmlns:m="http://schemas.openxmlformats.org/officeDocument/2006/math">
                            <m:oMath>
                              <m:sSup>
                                <m:sSupPr>
                                  <m:ctrlP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p>
                            </m:oMath>
                          </m:oMathPara>
                        </a14:m>
                        <a:endParaRPr lang="en-IL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19" name="Oval 18">
                        <a:extLst>
                          <a:ext uri="{FF2B5EF4-FFF2-40B4-BE49-F238E27FC236}">
                            <a16:creationId xmlns:a16="http://schemas.microsoft.com/office/drawing/2014/main" id="{C314A706-A17F-49E5-874F-0CEAA1757873}"/>
                          </a:ext>
                        </a:extLst>
                      </p:cNvPr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2439801" y="3315969"/>
                        <a:ext cx="533400" cy="533400"/>
                      </a:xfrm>
                      <a:prstGeom prst="ellipse">
                        <a:avLst/>
                      </a:prstGeom>
                      <a:blipFill>
                        <a:blip r:embed="rId4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IL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27" name="Oval 26">
                        <a:extLst>
                          <a:ext uri="{FF2B5EF4-FFF2-40B4-BE49-F238E27FC236}">
                            <a16:creationId xmlns:a16="http://schemas.microsoft.com/office/drawing/2014/main" id="{4A90C933-C110-4554-9A5E-B2E74DF6662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437912" y="4449926"/>
                        <a:ext cx="537179" cy="533400"/>
                      </a:xfrm>
                      <a:prstGeom prst="ellipse">
                        <a:avLst/>
                      </a:prstGeom>
                      <a:noFill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14:m>
                          <m:oMathPara xmlns:m="http://schemas.openxmlformats.org/officeDocument/2006/math">
                            <m:oMath>
                              <m:sSup>
                                <m:sSupPr>
                                  <m:ctrlP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p>
                            </m:oMath>
                          </m:oMathPara>
                        </a14:m>
                        <a:endParaRPr lang="en-IL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20" name="Oval 19">
                        <a:extLst>
                          <a:ext uri="{FF2B5EF4-FFF2-40B4-BE49-F238E27FC236}">
                            <a16:creationId xmlns:a16="http://schemas.microsoft.com/office/drawing/2014/main" id="{C9DAF094-38F7-4E67-AD1F-B1F1A4344B16}"/>
                          </a:ext>
                        </a:extLst>
                      </p:cNvPr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2437912" y="4449926"/>
                        <a:ext cx="537179" cy="533400"/>
                      </a:xfrm>
                      <a:prstGeom prst="ellipse">
                        <a:avLst/>
                      </a:prstGeom>
                      <a:blipFill>
                        <a:blip r:embed="rId5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IL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28" name="Oval 27">
                        <a:extLst>
                          <a:ext uri="{FF2B5EF4-FFF2-40B4-BE49-F238E27FC236}">
                            <a16:creationId xmlns:a16="http://schemas.microsoft.com/office/drawing/2014/main" id="{CD05F6A5-22D2-EF54-0FA9-2A1D74E9823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437912" y="5579832"/>
                        <a:ext cx="533400" cy="533400"/>
                      </a:xfrm>
                      <a:prstGeom prst="ellipse">
                        <a:avLst/>
                      </a:prstGeom>
                      <a:noFill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14:m>
                          <m:oMathPara xmlns:m="http://schemas.openxmlformats.org/officeDocument/2006/math">
                            <m:oMath>
                              <m:sSup>
                                <m:sSupPr>
                                  <m:ctrlP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p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p>
                            </m:oMath>
                          </m:oMathPara>
                        </a14:m>
                        <a:endParaRPr lang="en-IL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21" name="Oval 20">
                        <a:extLst>
                          <a:ext uri="{FF2B5EF4-FFF2-40B4-BE49-F238E27FC236}">
                            <a16:creationId xmlns:a16="http://schemas.microsoft.com/office/drawing/2014/main" id="{E829DC79-E86E-497E-962D-B1CE633C27FF}"/>
                          </a:ext>
                        </a:extLst>
                      </p:cNvPr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2437912" y="5579832"/>
                        <a:ext cx="533400" cy="533400"/>
                      </a:xfrm>
                      <a:prstGeom prst="ellipse">
                        <a:avLst/>
                      </a:prstGeom>
                      <a:blipFill>
                        <a:blip r:embed="rId6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IL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29" name="Oval 28">
                        <a:extLst>
                          <a:ext uri="{FF2B5EF4-FFF2-40B4-BE49-F238E27FC236}">
                            <a16:creationId xmlns:a16="http://schemas.microsoft.com/office/drawing/2014/main" id="{857F62F8-3EB2-F9DE-F9A2-41C3F80551A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441691" y="3882497"/>
                        <a:ext cx="533400" cy="533400"/>
                      </a:xfrm>
                      <a:prstGeom prst="ellipse">
                        <a:avLst/>
                      </a:prstGeom>
                      <a:noFill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14:m>
                          <m:oMathPara xmlns:m="http://schemas.openxmlformats.org/officeDocument/2006/math">
                            <m:oMath>
                              <m:sSup>
                                <m:sSupPr>
                                  <m:ctrlP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p>
                            </m:oMath>
                          </m:oMathPara>
                        </a14:m>
                        <a:endParaRPr lang="en-IL" dirty="0"/>
                      </a:p>
                    </p:txBody>
                  </p:sp>
                </mc:Choice>
                <mc:Fallback xmlns="">
                  <p:sp>
                    <p:nvSpPr>
                      <p:cNvPr id="23" name="Oval 22">
                        <a:extLst>
                          <a:ext uri="{FF2B5EF4-FFF2-40B4-BE49-F238E27FC236}">
                            <a16:creationId xmlns:a16="http://schemas.microsoft.com/office/drawing/2014/main" id="{68CA783B-B866-46CE-AD2D-212FC9654FE8}"/>
                          </a:ext>
                        </a:extLst>
                      </p:cNvPr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2441691" y="3882497"/>
                        <a:ext cx="533400" cy="533400"/>
                      </a:xfrm>
                      <a:prstGeom prst="ellipse">
                        <a:avLst/>
                      </a:prstGeom>
                      <a:blipFill>
                        <a:blip r:embed="rId7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IL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30" name="Oval 29">
                        <a:extLst>
                          <a:ext uri="{FF2B5EF4-FFF2-40B4-BE49-F238E27FC236}">
                            <a16:creationId xmlns:a16="http://schemas.microsoft.com/office/drawing/2014/main" id="{FAFDD4C7-E769-C240-1E3E-EC51802CAF4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437912" y="5017786"/>
                        <a:ext cx="533400" cy="533400"/>
                      </a:xfrm>
                      <a:prstGeom prst="ellipse">
                        <a:avLst/>
                      </a:prstGeom>
                      <a:noFill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14:m>
                          <m:oMathPara xmlns:m="http://schemas.openxmlformats.org/officeDocument/2006/math">
                            <m:oMath>
                              <m:sSup>
                                <m:sSupPr>
                                  <m:ctrlP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p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p>
                            </m:oMath>
                          </m:oMathPara>
                        </a14:m>
                        <a:endParaRPr lang="en-IL" dirty="0"/>
                      </a:p>
                    </p:txBody>
                  </p:sp>
                </mc:Choice>
                <mc:Fallback xmlns="">
                  <p:sp>
                    <p:nvSpPr>
                      <p:cNvPr id="24" name="Oval 23">
                        <a:extLst>
                          <a:ext uri="{FF2B5EF4-FFF2-40B4-BE49-F238E27FC236}">
                            <a16:creationId xmlns:a16="http://schemas.microsoft.com/office/drawing/2014/main" id="{819D6331-9143-4E4F-8F2B-85FDF8C949C9}"/>
                          </a:ext>
                        </a:extLst>
                      </p:cNvPr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2437912" y="5017786"/>
                        <a:ext cx="533400" cy="533400"/>
                      </a:xfrm>
                      <a:prstGeom prst="ellipse">
                        <a:avLst/>
                      </a:prstGeom>
                      <a:blipFill>
                        <a:blip r:embed="rId8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IL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p:cxnSp>
                <p:nvCxnSpPr>
                  <p:cNvPr id="31" name="Straight Connector 30">
                    <a:extLst>
                      <a:ext uri="{FF2B5EF4-FFF2-40B4-BE49-F238E27FC236}">
                        <a16:creationId xmlns:a16="http://schemas.microsoft.com/office/drawing/2014/main" id="{6027FBCD-6EFC-4D4F-2C67-8AC2D332B7C6}"/>
                      </a:ext>
                    </a:extLst>
                  </p:cNvPr>
                  <p:cNvCxnSpPr>
                    <a:cxnSpLocks/>
                    <a:stCxn id="26" idx="6"/>
                    <a:endCxn id="17" idx="2"/>
                  </p:cNvCxnSpPr>
                  <p:nvPr/>
                </p:nvCxnSpPr>
                <p:spPr>
                  <a:xfrm>
                    <a:off x="2973201" y="3582669"/>
                    <a:ext cx="1239289" cy="565674"/>
                  </a:xfrm>
                  <a:prstGeom prst="line">
                    <a:avLst/>
                  </a:prstGeom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2" name="Straight Connector 31">
                    <a:extLst>
                      <a:ext uri="{FF2B5EF4-FFF2-40B4-BE49-F238E27FC236}">
                        <a16:creationId xmlns:a16="http://schemas.microsoft.com/office/drawing/2014/main" id="{01A36D17-EBD3-BB65-9452-5A85F53D36C4}"/>
                      </a:ext>
                    </a:extLst>
                  </p:cNvPr>
                  <p:cNvCxnSpPr>
                    <a:cxnSpLocks/>
                    <a:stCxn id="29" idx="6"/>
                    <a:endCxn id="18" idx="2"/>
                  </p:cNvCxnSpPr>
                  <p:nvPr/>
                </p:nvCxnSpPr>
                <p:spPr>
                  <a:xfrm>
                    <a:off x="2975091" y="4149197"/>
                    <a:ext cx="1233620" cy="1133103"/>
                  </a:xfrm>
                  <a:prstGeom prst="line">
                    <a:avLst/>
                  </a:prstGeom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3" name="Straight Connector 32">
                    <a:extLst>
                      <a:ext uri="{FF2B5EF4-FFF2-40B4-BE49-F238E27FC236}">
                        <a16:creationId xmlns:a16="http://schemas.microsoft.com/office/drawing/2014/main" id="{617222F6-BF44-AE34-1276-DDE3448F0127}"/>
                      </a:ext>
                    </a:extLst>
                  </p:cNvPr>
                  <p:cNvCxnSpPr>
                    <a:cxnSpLocks/>
                    <a:stCxn id="27" idx="6"/>
                    <a:endCxn id="16" idx="2"/>
                  </p:cNvCxnSpPr>
                  <p:nvPr/>
                </p:nvCxnSpPr>
                <p:spPr>
                  <a:xfrm>
                    <a:off x="2975091" y="4716626"/>
                    <a:ext cx="1233620" cy="1134164"/>
                  </a:xfrm>
                  <a:prstGeom prst="line">
                    <a:avLst/>
                  </a:prstGeom>
                  <a:ln/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25" name="Straight Connector 24">
                  <a:extLst>
                    <a:ext uri="{FF2B5EF4-FFF2-40B4-BE49-F238E27FC236}">
                      <a16:creationId xmlns:a16="http://schemas.microsoft.com/office/drawing/2014/main" id="{DC408722-5FBB-F9FF-12BC-AEC0B44E7CFD}"/>
                    </a:ext>
                  </a:extLst>
                </p:cNvPr>
                <p:cNvCxnSpPr>
                  <a:cxnSpLocks/>
                  <a:stCxn id="29" idx="6"/>
                  <a:endCxn id="15" idx="2"/>
                </p:cNvCxnSpPr>
                <p:nvPr/>
              </p:nvCxnSpPr>
              <p:spPr>
                <a:xfrm>
                  <a:off x="2908416" y="4363472"/>
                  <a:ext cx="1237399" cy="569961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BB088618-EE73-B42D-43B2-9ED5C6264B1E}"/>
                  </a:ext>
                </a:extLst>
              </p:cNvPr>
              <p:cNvCxnSpPr>
                <a:cxnSpLocks/>
                <a:stCxn id="18" idx="2"/>
                <a:endCxn id="27" idx="6"/>
              </p:cNvCxnSpPr>
              <p:nvPr/>
            </p:nvCxnSpPr>
            <p:spPr>
              <a:xfrm flipH="1" flipV="1">
                <a:off x="2569938" y="4940426"/>
                <a:ext cx="1233620" cy="565674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64FE8171-E010-9D8B-8612-EFDB679DA9ED}"/>
                </a:ext>
              </a:extLst>
            </p:cNvPr>
            <p:cNvGrpSpPr/>
            <p:nvPr/>
          </p:nvGrpSpPr>
          <p:grpSpPr>
            <a:xfrm>
              <a:off x="2103437" y="3195755"/>
              <a:ext cx="1778357" cy="2806477"/>
              <a:chOff x="104136" y="2560680"/>
              <a:chExt cx="1778357" cy="2806477"/>
            </a:xfrm>
          </p:grpSpPr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1AE4D565-77D9-9186-57E3-B196F5DAA9C6}"/>
                  </a:ext>
                </a:extLst>
              </p:cNvPr>
              <p:cNvGrpSpPr/>
              <p:nvPr/>
            </p:nvGrpSpPr>
            <p:grpSpPr>
              <a:xfrm>
                <a:off x="104136" y="2560680"/>
                <a:ext cx="1778357" cy="2806477"/>
                <a:chOff x="442614" y="2551155"/>
                <a:chExt cx="1778357" cy="2806477"/>
              </a:xfrm>
            </p:grpSpPr>
            <p:grpSp>
              <p:nvGrpSpPr>
                <p:cNvPr id="12" name="Group 11">
                  <a:extLst>
                    <a:ext uri="{FF2B5EF4-FFF2-40B4-BE49-F238E27FC236}">
                      <a16:creationId xmlns:a16="http://schemas.microsoft.com/office/drawing/2014/main" id="{6C0E11A1-4BD2-FAEB-CF8B-6B2096AA3D03}"/>
                    </a:ext>
                  </a:extLst>
                </p:cNvPr>
                <p:cNvGrpSpPr/>
                <p:nvPr/>
              </p:nvGrpSpPr>
              <p:grpSpPr>
                <a:xfrm>
                  <a:off x="442614" y="2551155"/>
                  <a:ext cx="1778357" cy="2806477"/>
                  <a:chOff x="509289" y="2336880"/>
                  <a:chExt cx="1778357" cy="2806477"/>
                </a:xfrm>
              </p:grpSpPr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14" name="Oval 13">
                        <a:extLst>
                          <a:ext uri="{FF2B5EF4-FFF2-40B4-BE49-F238E27FC236}">
                            <a16:creationId xmlns:a16="http://schemas.microsoft.com/office/drawing/2014/main" id="{6660014F-61CC-AB3B-27C6-C3B8195093B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750467" y="2336880"/>
                        <a:ext cx="533400" cy="533400"/>
                      </a:xfrm>
                      <a:prstGeom prst="ellipse">
                        <a:avLst/>
                      </a:prstGeom>
                      <a:noFill/>
                      <a:ln>
                        <a:solidFill>
                          <a:schemeClr val="accent5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14:m>
                          <m:oMathPara xmlns:m="http://schemas.openxmlformats.org/officeDocument/2006/math">
                            <m:oMath>
                              <m:sSup>
                                <m:sSupPr>
                                  <m:ctrlP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m:oMathPara>
                        </a14:m>
                        <a:endParaRPr lang="en-IL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49" name="Oval 48">
                        <a:extLst>
                          <a:ext uri="{FF2B5EF4-FFF2-40B4-BE49-F238E27FC236}">
                            <a16:creationId xmlns:a16="http://schemas.microsoft.com/office/drawing/2014/main" id="{41E556B7-2351-45A9-AA5A-C926A3005A53}"/>
                          </a:ext>
                        </a:extLst>
                      </p:cNvPr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1750467" y="2336880"/>
                        <a:ext cx="533400" cy="533400"/>
                      </a:xfrm>
                      <a:prstGeom prst="ellipse">
                        <a:avLst/>
                      </a:prstGeom>
                      <a:blipFill>
                        <a:blip r:embed="rId9"/>
                        <a:stretch>
                          <a:fillRect/>
                        </a:stretch>
                      </a:blipFill>
                      <a:ln>
                        <a:solidFill>
                          <a:schemeClr val="accent5"/>
                        </a:solidFill>
                      </a:ln>
                    </p:spPr>
                    <p:txBody>
                      <a:bodyPr/>
                      <a:lstStyle/>
                      <a:p>
                        <a:r>
                          <a:rPr lang="en-IL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15" name="Oval 14">
                        <a:extLst>
                          <a:ext uri="{FF2B5EF4-FFF2-40B4-BE49-F238E27FC236}">
                            <a16:creationId xmlns:a16="http://schemas.microsoft.com/office/drawing/2014/main" id="{8E009978-35F8-4193-1904-74F2C332F8C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750467" y="3478325"/>
                        <a:ext cx="537179" cy="533400"/>
                      </a:xfrm>
                      <a:prstGeom prst="ellipse">
                        <a:avLst/>
                      </a:prstGeom>
                      <a:noFill/>
                      <a:ln>
                        <a:solidFill>
                          <a:schemeClr val="accent5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14:m>
                          <m:oMathPara xmlns:m="http://schemas.openxmlformats.org/officeDocument/2006/math">
                            <m:oMath>
                              <m:sSup>
                                <m:sSupPr>
                                  <m:ctrlP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m:oMathPara>
                        </a14:m>
                        <a:endParaRPr lang="en-IL" dirty="0"/>
                      </a:p>
                    </p:txBody>
                  </p:sp>
                </mc:Choice>
                <mc:Fallback xmlns="">
                  <p:sp>
                    <p:nvSpPr>
                      <p:cNvPr id="50" name="Oval 49">
                        <a:extLst>
                          <a:ext uri="{FF2B5EF4-FFF2-40B4-BE49-F238E27FC236}">
                            <a16:creationId xmlns:a16="http://schemas.microsoft.com/office/drawing/2014/main" id="{708C65F0-B96B-4452-A9DB-E129DAD64A40}"/>
                          </a:ext>
                        </a:extLst>
                      </p:cNvPr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1750467" y="3478325"/>
                        <a:ext cx="537179" cy="533400"/>
                      </a:xfrm>
                      <a:prstGeom prst="ellipse">
                        <a:avLst/>
                      </a:prstGeom>
                      <a:blipFill>
                        <a:blip r:embed="rId10"/>
                        <a:stretch>
                          <a:fillRect/>
                        </a:stretch>
                      </a:blipFill>
                      <a:ln>
                        <a:solidFill>
                          <a:schemeClr val="accent5"/>
                        </a:solidFill>
                      </a:ln>
                    </p:spPr>
                    <p:txBody>
                      <a:bodyPr/>
                      <a:lstStyle/>
                      <a:p>
                        <a:r>
                          <a:rPr lang="en-IL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16" name="Oval 15">
                        <a:extLst>
                          <a:ext uri="{FF2B5EF4-FFF2-40B4-BE49-F238E27FC236}">
                            <a16:creationId xmlns:a16="http://schemas.microsoft.com/office/drawing/2014/main" id="{71EBB527-B430-F947-EDC2-8EED017A903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746688" y="4609957"/>
                        <a:ext cx="533400" cy="533400"/>
                      </a:xfrm>
                      <a:prstGeom prst="ellipse">
                        <a:avLst/>
                      </a:prstGeom>
                      <a:noFill/>
                      <a:ln>
                        <a:solidFill>
                          <a:schemeClr val="accent5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14:m>
                          <m:oMathPara xmlns:m="http://schemas.openxmlformats.org/officeDocument/2006/math">
                            <m:oMath>
                              <m:sSup>
                                <m:sSupPr>
                                  <m:ctrlP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p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m:oMathPara>
                        </a14:m>
                        <a:endParaRPr lang="en-IL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51" name="Oval 50">
                        <a:extLst>
                          <a:ext uri="{FF2B5EF4-FFF2-40B4-BE49-F238E27FC236}">
                            <a16:creationId xmlns:a16="http://schemas.microsoft.com/office/drawing/2014/main" id="{B115347B-40B6-45E8-B610-62B0C939854C}"/>
                          </a:ext>
                        </a:extLst>
                      </p:cNvPr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1746688" y="4609957"/>
                        <a:ext cx="533400" cy="533400"/>
                      </a:xfrm>
                      <a:prstGeom prst="ellipse">
                        <a:avLst/>
                      </a:prstGeom>
                      <a:blipFill>
                        <a:blip r:embed="rId11"/>
                        <a:stretch>
                          <a:fillRect/>
                        </a:stretch>
                      </a:blipFill>
                      <a:ln>
                        <a:solidFill>
                          <a:schemeClr val="accent5"/>
                        </a:solidFill>
                      </a:ln>
                    </p:spPr>
                    <p:txBody>
                      <a:bodyPr/>
                      <a:lstStyle/>
                      <a:p>
                        <a:r>
                          <a:rPr lang="en-IL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17" name="Oval 16">
                        <a:extLst>
                          <a:ext uri="{FF2B5EF4-FFF2-40B4-BE49-F238E27FC236}">
                            <a16:creationId xmlns:a16="http://schemas.microsoft.com/office/drawing/2014/main" id="{A3073F7F-0C7D-707C-E383-12BF006886A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750467" y="2907510"/>
                        <a:ext cx="533400" cy="533400"/>
                      </a:xfrm>
                      <a:prstGeom prst="ellipse">
                        <a:avLst/>
                      </a:prstGeom>
                      <a:noFill/>
                      <a:ln>
                        <a:solidFill>
                          <a:schemeClr val="accent5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14:m>
                          <m:oMathPara xmlns:m="http://schemas.openxmlformats.org/officeDocument/2006/math">
                            <m:oMath>
                              <m:sSup>
                                <m:sSupPr>
                                  <m:ctrlP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m:oMathPara>
                        </a14:m>
                        <a:endParaRPr lang="en-IL" dirty="0"/>
                      </a:p>
                    </p:txBody>
                  </p:sp>
                </mc:Choice>
                <mc:Fallback xmlns="">
                  <p:sp>
                    <p:nvSpPr>
                      <p:cNvPr id="52" name="Oval 51">
                        <a:extLst>
                          <a:ext uri="{FF2B5EF4-FFF2-40B4-BE49-F238E27FC236}">
                            <a16:creationId xmlns:a16="http://schemas.microsoft.com/office/drawing/2014/main" id="{469EFEFC-861F-4FB2-9872-07F906113454}"/>
                          </a:ext>
                        </a:extLst>
                      </p:cNvPr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1750467" y="2907510"/>
                        <a:ext cx="533400" cy="533400"/>
                      </a:xfrm>
                      <a:prstGeom prst="ellipse">
                        <a:avLst/>
                      </a:prstGeom>
                      <a:blipFill>
                        <a:blip r:embed="rId12"/>
                        <a:stretch>
                          <a:fillRect/>
                        </a:stretch>
                      </a:blipFill>
                      <a:ln>
                        <a:solidFill>
                          <a:schemeClr val="accent5"/>
                        </a:solidFill>
                      </a:ln>
                    </p:spPr>
                    <p:txBody>
                      <a:bodyPr/>
                      <a:lstStyle/>
                      <a:p>
                        <a:r>
                          <a:rPr lang="en-IL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18" name="Oval 17">
                        <a:extLst>
                          <a:ext uri="{FF2B5EF4-FFF2-40B4-BE49-F238E27FC236}">
                            <a16:creationId xmlns:a16="http://schemas.microsoft.com/office/drawing/2014/main" id="{BB6C9F71-C33C-AE5C-A94C-B8ECFC35E08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746688" y="4041467"/>
                        <a:ext cx="533400" cy="533400"/>
                      </a:xfrm>
                      <a:prstGeom prst="ellipse">
                        <a:avLst/>
                      </a:prstGeom>
                      <a:noFill/>
                      <a:ln>
                        <a:solidFill>
                          <a:schemeClr val="accent5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14:m>
                          <m:oMathPara xmlns:m="http://schemas.openxmlformats.org/officeDocument/2006/math">
                            <m:oMath>
                              <m:sSup>
                                <m:sSupPr>
                                  <m:ctrlP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p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m:oMathPara>
                        </a14:m>
                        <a:endParaRPr lang="en-IL" dirty="0"/>
                      </a:p>
                    </p:txBody>
                  </p:sp>
                </mc:Choice>
                <mc:Fallback xmlns="">
                  <p:sp>
                    <p:nvSpPr>
                      <p:cNvPr id="53" name="Oval 52">
                        <a:extLst>
                          <a:ext uri="{FF2B5EF4-FFF2-40B4-BE49-F238E27FC236}">
                            <a16:creationId xmlns:a16="http://schemas.microsoft.com/office/drawing/2014/main" id="{32A61132-76FB-4BDA-851C-0FFD386166DF}"/>
                          </a:ext>
                        </a:extLst>
                      </p:cNvPr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1746688" y="4041467"/>
                        <a:ext cx="533400" cy="533400"/>
                      </a:xfrm>
                      <a:prstGeom prst="ellipse">
                        <a:avLst/>
                      </a:prstGeom>
                      <a:blipFill>
                        <a:blip r:embed="rId13"/>
                        <a:stretch>
                          <a:fillRect/>
                        </a:stretch>
                      </a:blipFill>
                      <a:ln>
                        <a:solidFill>
                          <a:schemeClr val="accent5"/>
                        </a:solidFill>
                      </a:ln>
                    </p:spPr>
                    <p:txBody>
                      <a:bodyPr/>
                      <a:lstStyle/>
                      <a:p>
                        <a:r>
                          <a:rPr lang="en-IL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p:cxnSp>
                <p:nvCxnSpPr>
                  <p:cNvPr id="19" name="Straight Connector 18">
                    <a:extLst>
                      <a:ext uri="{FF2B5EF4-FFF2-40B4-BE49-F238E27FC236}">
                        <a16:creationId xmlns:a16="http://schemas.microsoft.com/office/drawing/2014/main" id="{324B33E7-52E3-9D31-19D8-E3DFBF414217}"/>
                      </a:ext>
                    </a:extLst>
                  </p:cNvPr>
                  <p:cNvCxnSpPr>
                    <a:cxnSpLocks/>
                    <a:stCxn id="14" idx="2"/>
                    <a:endCxn id="29" idx="6"/>
                  </p:cNvCxnSpPr>
                  <p:nvPr/>
                </p:nvCxnSpPr>
                <p:spPr>
                  <a:xfrm flipH="1">
                    <a:off x="513068" y="2603580"/>
                    <a:ext cx="1237399" cy="571484"/>
                  </a:xfrm>
                  <a:prstGeom prst="line">
                    <a:avLst/>
                  </a:prstGeom>
                  <a:ln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5"/>
                  </a:lnRef>
                  <a:fillRef idx="0">
                    <a:schemeClr val="accent5"/>
                  </a:fillRef>
                  <a:effectRef idx="1">
                    <a:schemeClr val="accent5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0" name="Straight Connector 19">
                    <a:extLst>
                      <a:ext uri="{FF2B5EF4-FFF2-40B4-BE49-F238E27FC236}">
                        <a16:creationId xmlns:a16="http://schemas.microsoft.com/office/drawing/2014/main" id="{B137E113-0CC0-1718-01C2-690CA603EF76}"/>
                      </a:ext>
                    </a:extLst>
                  </p:cNvPr>
                  <p:cNvCxnSpPr>
                    <a:cxnSpLocks/>
                    <a:stCxn id="17" idx="2"/>
                    <a:endCxn id="30" idx="6"/>
                  </p:cNvCxnSpPr>
                  <p:nvPr/>
                </p:nvCxnSpPr>
                <p:spPr>
                  <a:xfrm flipH="1">
                    <a:off x="509289" y="3174210"/>
                    <a:ext cx="1241178" cy="1136143"/>
                  </a:xfrm>
                  <a:prstGeom prst="line">
                    <a:avLst/>
                  </a:prstGeom>
                  <a:ln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5"/>
                  </a:lnRef>
                  <a:fillRef idx="0">
                    <a:schemeClr val="accent5"/>
                  </a:fillRef>
                  <a:effectRef idx="1">
                    <a:schemeClr val="accent5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" name="Straight Connector 20">
                    <a:extLst>
                      <a:ext uri="{FF2B5EF4-FFF2-40B4-BE49-F238E27FC236}">
                        <a16:creationId xmlns:a16="http://schemas.microsoft.com/office/drawing/2014/main" id="{89688D6E-8B82-67E6-78D9-B1D80435ABAE}"/>
                      </a:ext>
                    </a:extLst>
                  </p:cNvPr>
                  <p:cNvCxnSpPr>
                    <a:cxnSpLocks/>
                    <a:stCxn id="15" idx="2"/>
                    <a:endCxn id="28" idx="6"/>
                  </p:cNvCxnSpPr>
                  <p:nvPr/>
                </p:nvCxnSpPr>
                <p:spPr>
                  <a:xfrm flipH="1">
                    <a:off x="509289" y="3745025"/>
                    <a:ext cx="1241178" cy="1127374"/>
                  </a:xfrm>
                  <a:prstGeom prst="line">
                    <a:avLst/>
                  </a:prstGeom>
                  <a:ln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5"/>
                  </a:lnRef>
                  <a:fillRef idx="0">
                    <a:schemeClr val="accent5"/>
                  </a:fillRef>
                  <a:effectRef idx="1">
                    <a:schemeClr val="accent5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13" name="Straight Connector 12">
                  <a:extLst>
                    <a:ext uri="{FF2B5EF4-FFF2-40B4-BE49-F238E27FC236}">
                      <a16:creationId xmlns:a16="http://schemas.microsoft.com/office/drawing/2014/main" id="{01DBE60C-74A5-DC7F-058D-E217A80D337D}"/>
                    </a:ext>
                  </a:extLst>
                </p:cNvPr>
                <p:cNvCxnSpPr>
                  <a:cxnSpLocks/>
                  <a:stCxn id="17" idx="2"/>
                  <a:endCxn id="27" idx="6"/>
                </p:cNvCxnSpPr>
                <p:nvPr/>
              </p:nvCxnSpPr>
              <p:spPr>
                <a:xfrm flipH="1">
                  <a:off x="446393" y="3388485"/>
                  <a:ext cx="1237399" cy="568283"/>
                </a:xfrm>
                <a:prstGeom prst="line">
                  <a:avLst/>
                </a:prstGeom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5"/>
                </a:lnRef>
                <a:fillRef idx="0">
                  <a:schemeClr val="accent5"/>
                </a:fillRef>
                <a:effectRef idx="1">
                  <a:schemeClr val="accent5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B824DC80-DCDD-1CDB-BF8A-D6C8FBC31801}"/>
                  </a:ext>
                </a:extLst>
              </p:cNvPr>
              <p:cNvCxnSpPr>
                <a:cxnSpLocks/>
                <a:stCxn id="30" idx="6"/>
                <a:endCxn id="15" idx="2"/>
              </p:cNvCxnSpPr>
              <p:nvPr/>
            </p:nvCxnSpPr>
            <p:spPr>
              <a:xfrm flipV="1">
                <a:off x="104136" y="3968825"/>
                <a:ext cx="1241178" cy="565328"/>
              </a:xfrm>
              <a:prstGeom prst="line">
                <a:avLst/>
              </a:prstGeom>
              <a:ln>
                <a:solidFill>
                  <a:schemeClr val="accent1"/>
                </a:solidFill>
              </a:ln>
            </p:spPr>
            <p:style>
              <a:lnRef idx="2">
                <a:schemeClr val="accent5"/>
              </a:lnRef>
              <a:fillRef idx="0">
                <a:schemeClr val="accent5"/>
              </a:fillRef>
              <a:effectRef idx="1">
                <a:schemeClr val="accent5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CB977833-394B-6E85-F4E3-B1809CC63744}"/>
              </a:ext>
            </a:extLst>
          </p:cNvPr>
          <p:cNvGrpSpPr/>
          <p:nvPr/>
        </p:nvGrpSpPr>
        <p:grpSpPr>
          <a:xfrm>
            <a:off x="1080110" y="1925890"/>
            <a:ext cx="2533328" cy="1280721"/>
            <a:chOff x="2455126" y="3645711"/>
            <a:chExt cx="3161758" cy="1612354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3AD9D50C-1C04-9895-5368-C07BC68C4FF8}"/>
                </a:ext>
              </a:extLst>
            </p:cNvPr>
            <p:cNvGrpSpPr/>
            <p:nvPr/>
          </p:nvGrpSpPr>
          <p:grpSpPr>
            <a:xfrm>
              <a:off x="2455126" y="3645711"/>
              <a:ext cx="3161758" cy="1612354"/>
              <a:chOff x="2793604" y="3636186"/>
              <a:chExt cx="3161758" cy="1612354"/>
            </a:xfrm>
          </p:grpSpPr>
          <p:grpSp>
            <p:nvGrpSpPr>
              <p:cNvPr id="37" name="Group 36">
                <a:extLst>
                  <a:ext uri="{FF2B5EF4-FFF2-40B4-BE49-F238E27FC236}">
                    <a16:creationId xmlns:a16="http://schemas.microsoft.com/office/drawing/2014/main" id="{2BB8FE5B-A069-BD11-1514-786FEAC5ABC7}"/>
                  </a:ext>
                </a:extLst>
              </p:cNvPr>
              <p:cNvGrpSpPr/>
              <p:nvPr/>
            </p:nvGrpSpPr>
            <p:grpSpPr>
              <a:xfrm>
                <a:off x="2793604" y="3636186"/>
                <a:ext cx="3161758" cy="1612354"/>
                <a:chOff x="2860279" y="3421911"/>
                <a:chExt cx="3161758" cy="1612354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9" name="Oval 38">
                      <a:extLst>
                        <a:ext uri="{FF2B5EF4-FFF2-40B4-BE49-F238E27FC236}">
                          <a16:creationId xmlns:a16="http://schemas.microsoft.com/office/drawing/2014/main" id="{5CF1D020-7A9E-4AAE-B0E4-964403F37F7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860279" y="3955311"/>
                      <a:ext cx="533400" cy="533400"/>
                    </a:xfrm>
                    <a:prstGeom prst="ellipse">
                      <a:avLst/>
                    </a:prstGeom>
                    <a:noFill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oMath>
                        </m:oMathPara>
                      </a14:m>
                      <a:endParaRPr lang="en-IL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62" name="Oval 61">
                      <a:extLst>
                        <a:ext uri="{FF2B5EF4-FFF2-40B4-BE49-F238E27FC236}">
                          <a16:creationId xmlns:a16="http://schemas.microsoft.com/office/drawing/2014/main" id="{B071BF12-9CD8-46A2-9FDA-AFC03B1554A5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860279" y="3955311"/>
                      <a:ext cx="533400" cy="533400"/>
                    </a:xfrm>
                    <a:prstGeom prst="ellipse">
                      <a:avLst/>
                    </a:prstGeom>
                    <a:blipFill>
                      <a:blip r:embed="rId14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IL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0" name="Oval 39">
                      <a:extLst>
                        <a:ext uri="{FF2B5EF4-FFF2-40B4-BE49-F238E27FC236}">
                          <a16:creationId xmlns:a16="http://schemas.microsoft.com/office/drawing/2014/main" id="{E4893893-C863-327D-6BCE-E67DE5CA9B4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181741" y="3421911"/>
                      <a:ext cx="537179" cy="533400"/>
                    </a:xfrm>
                    <a:prstGeom prst="ellipse">
                      <a:avLst/>
                    </a:prstGeom>
                    <a:noFill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oMath>
                        </m:oMathPara>
                      </a14:m>
                      <a:endParaRPr lang="en-IL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63" name="Oval 62">
                      <a:extLst>
                        <a:ext uri="{FF2B5EF4-FFF2-40B4-BE49-F238E27FC236}">
                          <a16:creationId xmlns:a16="http://schemas.microsoft.com/office/drawing/2014/main" id="{165AC472-21F9-4EF0-9A63-B7D2DE8A6196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181741" y="3421911"/>
                      <a:ext cx="537179" cy="533400"/>
                    </a:xfrm>
                    <a:prstGeom prst="ellipse">
                      <a:avLst/>
                    </a:prstGeom>
                    <a:blipFill>
                      <a:blip r:embed="rId15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IL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1" name="Oval 40">
                      <a:extLst>
                        <a:ext uri="{FF2B5EF4-FFF2-40B4-BE49-F238E27FC236}">
                          <a16:creationId xmlns:a16="http://schemas.microsoft.com/office/drawing/2014/main" id="{091B77FF-2588-B497-E03C-6BB19441DA1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488637" y="3967465"/>
                      <a:ext cx="533400" cy="533400"/>
                    </a:xfrm>
                    <a:prstGeom prst="ellipse">
                      <a:avLst/>
                    </a:prstGeom>
                    <a:noFill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>
                            <m:r>
                              <a:rPr lang="en-US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oMath>
                        </m:oMathPara>
                      </a14:m>
                      <a:endParaRPr lang="en-IL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64" name="Oval 63">
                      <a:extLst>
                        <a:ext uri="{FF2B5EF4-FFF2-40B4-BE49-F238E27FC236}">
                          <a16:creationId xmlns:a16="http://schemas.microsoft.com/office/drawing/2014/main" id="{D203529E-E062-450D-A7C9-D40EDFAFC1A3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488637" y="3967465"/>
                      <a:ext cx="533400" cy="533400"/>
                    </a:xfrm>
                    <a:prstGeom prst="ellipse">
                      <a:avLst/>
                    </a:prstGeom>
                    <a:blipFill>
                      <a:blip r:embed="rId16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IL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2" name="Oval 41">
                      <a:extLst>
                        <a:ext uri="{FF2B5EF4-FFF2-40B4-BE49-F238E27FC236}">
                          <a16:creationId xmlns:a16="http://schemas.microsoft.com/office/drawing/2014/main" id="{4B7308B7-D73B-4C29-5D1B-98B40380591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672871" y="4500865"/>
                      <a:ext cx="533400" cy="533400"/>
                    </a:xfrm>
                    <a:prstGeom prst="ellipse">
                      <a:avLst/>
                    </a:prstGeom>
                    <a:noFill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oMath>
                        </m:oMathPara>
                      </a14:m>
                      <a:endParaRPr lang="en-IL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65" name="Oval 64">
                      <a:extLst>
                        <a:ext uri="{FF2B5EF4-FFF2-40B4-BE49-F238E27FC236}">
                          <a16:creationId xmlns:a16="http://schemas.microsoft.com/office/drawing/2014/main" id="{A1A38637-67DD-4F9E-9450-B1A01B894CF5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672871" y="4500865"/>
                      <a:ext cx="533400" cy="533400"/>
                    </a:xfrm>
                    <a:prstGeom prst="ellipse">
                      <a:avLst/>
                    </a:prstGeom>
                    <a:blipFill>
                      <a:blip r:embed="rId17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IL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3" name="Oval 42">
                      <a:extLst>
                        <a:ext uri="{FF2B5EF4-FFF2-40B4-BE49-F238E27FC236}">
                          <a16:creationId xmlns:a16="http://schemas.microsoft.com/office/drawing/2014/main" id="{4B4AE254-34C0-EAC4-79FA-B84FFBA07B4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694392" y="4500865"/>
                      <a:ext cx="533400" cy="533400"/>
                    </a:xfrm>
                    <a:prstGeom prst="ellipse">
                      <a:avLst/>
                    </a:prstGeom>
                    <a:noFill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oMath>
                        </m:oMathPara>
                      </a14:m>
                      <a:endParaRPr lang="en-IL" dirty="0"/>
                    </a:p>
                  </p:txBody>
                </p:sp>
              </mc:Choice>
              <mc:Fallback xmlns="">
                <p:sp>
                  <p:nvSpPr>
                    <p:cNvPr id="66" name="Oval 65">
                      <a:extLst>
                        <a:ext uri="{FF2B5EF4-FFF2-40B4-BE49-F238E27FC236}">
                          <a16:creationId xmlns:a16="http://schemas.microsoft.com/office/drawing/2014/main" id="{26128465-5B7F-412F-9AE0-C14B2158F658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694392" y="4500865"/>
                      <a:ext cx="533400" cy="533400"/>
                    </a:xfrm>
                    <a:prstGeom prst="ellipse">
                      <a:avLst/>
                    </a:prstGeom>
                    <a:blipFill>
                      <a:blip r:embed="rId18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IL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44" name="Straight Connector 43">
                  <a:extLst>
                    <a:ext uri="{FF2B5EF4-FFF2-40B4-BE49-F238E27FC236}">
                      <a16:creationId xmlns:a16="http://schemas.microsoft.com/office/drawing/2014/main" id="{2916879B-450A-5F6C-25A6-BFEA73655025}"/>
                    </a:ext>
                  </a:extLst>
                </p:cNvPr>
                <p:cNvCxnSpPr>
                  <a:stCxn id="39" idx="5"/>
                  <a:endCxn id="42" idx="2"/>
                </p:cNvCxnSpPr>
                <p:nvPr/>
              </p:nvCxnSpPr>
              <p:spPr>
                <a:xfrm>
                  <a:off x="3315564" y="4410596"/>
                  <a:ext cx="357307" cy="356969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" name="Straight Connector 44">
                  <a:extLst>
                    <a:ext uri="{FF2B5EF4-FFF2-40B4-BE49-F238E27FC236}">
                      <a16:creationId xmlns:a16="http://schemas.microsoft.com/office/drawing/2014/main" id="{6AE7AAB4-7B1F-5390-CEDF-7FAAB0C3D06F}"/>
                    </a:ext>
                  </a:extLst>
                </p:cNvPr>
                <p:cNvCxnSpPr>
                  <a:cxnSpLocks/>
                  <a:stCxn id="42" idx="6"/>
                  <a:endCxn id="43" idx="2"/>
                </p:cNvCxnSpPr>
                <p:nvPr/>
              </p:nvCxnSpPr>
              <p:spPr>
                <a:xfrm>
                  <a:off x="4206271" y="4767565"/>
                  <a:ext cx="488121" cy="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6" name="Straight Connector 45">
                  <a:extLst>
                    <a:ext uri="{FF2B5EF4-FFF2-40B4-BE49-F238E27FC236}">
                      <a16:creationId xmlns:a16="http://schemas.microsoft.com/office/drawing/2014/main" id="{5EE43BB7-54BF-42F3-B014-8CAAE7003D24}"/>
                    </a:ext>
                  </a:extLst>
                </p:cNvPr>
                <p:cNvCxnSpPr>
                  <a:cxnSpLocks/>
                  <a:stCxn id="40" idx="6"/>
                  <a:endCxn id="41" idx="2"/>
                </p:cNvCxnSpPr>
                <p:nvPr/>
              </p:nvCxnSpPr>
              <p:spPr>
                <a:xfrm>
                  <a:off x="4718920" y="3688611"/>
                  <a:ext cx="769717" cy="545554"/>
                </a:xfrm>
                <a:prstGeom prst="line">
                  <a:avLst/>
                </a:prstGeom>
                <a:ln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DBB24538-C6BA-D967-4934-24272EDC8A31}"/>
                  </a:ext>
                </a:extLst>
              </p:cNvPr>
              <p:cNvCxnSpPr>
                <a:stCxn id="42" idx="0"/>
                <a:endCxn id="40" idx="3"/>
              </p:cNvCxnSpPr>
              <p:nvPr/>
            </p:nvCxnSpPr>
            <p:spPr>
              <a:xfrm flipV="1">
                <a:off x="3872896" y="4091471"/>
                <a:ext cx="320838" cy="623669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861AE28E-ABB2-41DB-5205-7EB2367FC4E9}"/>
                </a:ext>
              </a:extLst>
            </p:cNvPr>
            <p:cNvCxnSpPr>
              <a:cxnSpLocks/>
              <a:stCxn id="40" idx="5"/>
              <a:endCxn id="43" idx="0"/>
            </p:cNvCxnSpPr>
            <p:nvPr/>
          </p:nvCxnSpPr>
          <p:spPr>
            <a:xfrm>
              <a:off x="4235099" y="4100996"/>
              <a:ext cx="320840" cy="623669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7" name="Arrow: Right 46">
            <a:extLst>
              <a:ext uri="{FF2B5EF4-FFF2-40B4-BE49-F238E27FC236}">
                <a16:creationId xmlns:a16="http://schemas.microsoft.com/office/drawing/2014/main" id="{3632D350-56F4-CA7B-4563-EEF737EA8AD1}"/>
              </a:ext>
            </a:extLst>
          </p:cNvPr>
          <p:cNvSpPr/>
          <p:nvPr/>
        </p:nvSpPr>
        <p:spPr>
          <a:xfrm rot="5400000">
            <a:off x="2083987" y="3461546"/>
            <a:ext cx="521405" cy="391103"/>
          </a:xfrm>
          <a:prstGeom prst="rightArrow">
            <a:avLst>
              <a:gd name="adj1" fmla="val 33876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2912523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82741B-28BF-5881-79D1-86DA40AAEB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90F699-CBBD-03CB-BF35-614F7EA0F0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he-IL" dirty="0"/>
              <a:t>תזכורת – איך כותבים פתרון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7BBA63-68BA-F10E-15FA-EA081521A5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r" rtl="1"/>
            <a:endParaRPr lang="he-IL" b="1" dirty="0"/>
          </a:p>
          <a:p>
            <a:pPr algn="r" rtl="1"/>
            <a:endParaRPr lang="he-IL" b="1" dirty="0"/>
          </a:p>
          <a:p>
            <a:pPr algn="r" rtl="1"/>
            <a:r>
              <a:rPr lang="he-IL" b="1" dirty="0"/>
              <a:t>בכל בעיה נציג שלושה חלקים:</a:t>
            </a:r>
            <a:endParaRPr lang="he-IL" dirty="0"/>
          </a:p>
          <a:p>
            <a:pPr marL="658368" lvl="1" indent="-457200" algn="r" rtl="1">
              <a:buClrTx/>
              <a:buFont typeface="+mj-lt"/>
              <a:buAutoNum type="arabicPeriod"/>
            </a:pPr>
            <a:r>
              <a:rPr lang="he-IL" sz="2000" dirty="0">
                <a:solidFill>
                  <a:srgbClr val="00B050"/>
                </a:solidFill>
              </a:rPr>
              <a:t>תיאור האלגוריתם – תיאור מילולי או </a:t>
            </a:r>
            <a:r>
              <a:rPr lang="he-IL" sz="2000" dirty="0" err="1">
                <a:solidFill>
                  <a:srgbClr val="00B050"/>
                </a:solidFill>
              </a:rPr>
              <a:t>פסאודו</a:t>
            </a:r>
            <a:r>
              <a:rPr lang="he-IL" sz="2000" dirty="0">
                <a:solidFill>
                  <a:srgbClr val="00B050"/>
                </a:solidFill>
              </a:rPr>
              <a:t>-קוד.</a:t>
            </a:r>
          </a:p>
          <a:p>
            <a:pPr marL="658368" lvl="1" indent="-457200" algn="r" rtl="1">
              <a:buClrTx/>
              <a:buFont typeface="+mj-lt"/>
              <a:buAutoNum type="arabicPeriod"/>
            </a:pPr>
            <a:r>
              <a:rPr lang="he-IL" sz="2000" dirty="0"/>
              <a:t>הוכחת נכונות – הוכחה שהאלגוריתם אכן פותר את הבעיה.</a:t>
            </a:r>
          </a:p>
          <a:p>
            <a:pPr marL="658368" lvl="1" indent="-457200" algn="r" rtl="1">
              <a:buClrTx/>
              <a:buFont typeface="+mj-lt"/>
              <a:buAutoNum type="arabicPeriod"/>
            </a:pPr>
            <a:r>
              <a:rPr lang="he-IL" sz="2000" dirty="0"/>
              <a:t>ניתוח זמן ריצה – פרטי המימוש וניתוח היעילות של האלגוריתם.</a:t>
            </a:r>
            <a:endParaRPr lang="he-IL" sz="300" b="1" dirty="0"/>
          </a:p>
          <a:p>
            <a:endParaRPr lang="LID4096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07C5CE-62FB-D702-9850-701AF2222F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E7700-83E5-4D7F-A96E-C7B0481A4D57}" type="datetime9">
              <a:rPr lang="he-IL" smtClean="0"/>
              <a:t>16 אוקטובר, 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6E6440-98D6-F66C-98C9-3030D7B87C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תרגול 1 - מבוא ורדוקציות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50EE31-DA1A-E567-0EDA-3A2197081E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921158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476201-7BBF-CF73-B3D2-5DCE89D4A0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94B82C-5A48-7D4C-A876-6CBC516B8E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he-IL" dirty="0"/>
              <a:t>תזכורת – איך כותבים פתרון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E88592-DD58-E986-3170-6CB6E7FA44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r" rtl="1"/>
            <a:endParaRPr lang="he-IL" b="1" dirty="0"/>
          </a:p>
          <a:p>
            <a:pPr algn="r" rtl="1"/>
            <a:endParaRPr lang="he-IL" b="1" dirty="0"/>
          </a:p>
          <a:p>
            <a:pPr algn="r" rtl="1"/>
            <a:r>
              <a:rPr lang="he-IL" b="1" dirty="0"/>
              <a:t>בכל בעיה נציג שלושה חלקים:</a:t>
            </a:r>
            <a:endParaRPr lang="he-IL" dirty="0"/>
          </a:p>
          <a:p>
            <a:pPr marL="658368" lvl="1" indent="-457200" algn="r" rtl="1">
              <a:buClrTx/>
              <a:buFont typeface="+mj-lt"/>
              <a:buAutoNum type="arabicPeriod"/>
            </a:pPr>
            <a:r>
              <a:rPr lang="he-IL" sz="2000" dirty="0">
                <a:solidFill>
                  <a:srgbClr val="00B050"/>
                </a:solidFill>
              </a:rPr>
              <a:t>תיאור האלגוריתם – תיאור מילולי או </a:t>
            </a:r>
            <a:r>
              <a:rPr lang="he-IL" sz="2000" dirty="0" err="1">
                <a:solidFill>
                  <a:srgbClr val="00B050"/>
                </a:solidFill>
              </a:rPr>
              <a:t>פסאודו</a:t>
            </a:r>
            <a:r>
              <a:rPr lang="he-IL" sz="2000" dirty="0">
                <a:solidFill>
                  <a:srgbClr val="00B050"/>
                </a:solidFill>
              </a:rPr>
              <a:t>-קוד.</a:t>
            </a:r>
          </a:p>
          <a:p>
            <a:pPr marL="658368" lvl="1" indent="-457200" algn="r" rtl="1">
              <a:buClrTx/>
              <a:buFont typeface="+mj-lt"/>
              <a:buAutoNum type="arabicPeriod"/>
            </a:pPr>
            <a:r>
              <a:rPr lang="he-IL" sz="2000" dirty="0">
                <a:solidFill>
                  <a:srgbClr val="0070C0"/>
                </a:solidFill>
              </a:rPr>
              <a:t>הוכחת נכונות – הוכחה שהאלגוריתם אכן פותר את הבעיה.</a:t>
            </a:r>
          </a:p>
          <a:p>
            <a:pPr marL="658368" lvl="1" indent="-457200" algn="r" rtl="1">
              <a:buClrTx/>
              <a:buFont typeface="+mj-lt"/>
              <a:buAutoNum type="arabicPeriod"/>
            </a:pPr>
            <a:r>
              <a:rPr lang="he-IL" sz="2000" dirty="0"/>
              <a:t>ניתוח זמן ריצה – פרטי המימוש וניתוח היעילות של האלגוריתם.</a:t>
            </a:r>
            <a:endParaRPr lang="he-IL" sz="300" b="1" dirty="0"/>
          </a:p>
          <a:p>
            <a:endParaRPr lang="LID4096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585923-6603-DB3D-150D-80A5A42B39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7E4E8-5E5A-4324-945C-2BBF8C89DD0B}" type="datetime9">
              <a:rPr lang="he-IL" smtClean="0"/>
              <a:t>16 אוקטובר, 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1C4E75-49E5-7F51-11BD-6757300DEB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תרגול 1 - מבוא ורדוקציות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BBCEC2-CF17-394C-8CC8-D212A0B942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670795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68C3B6-73B2-332E-8BA2-FA26415D64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CCB09A1F-D4C9-CF70-8089-0FADC6630136}"/>
              </a:ext>
            </a:extLst>
          </p:cNvPr>
          <p:cNvSpPr/>
          <p:nvPr/>
        </p:nvSpPr>
        <p:spPr>
          <a:xfrm>
            <a:off x="4598076" y="3664596"/>
            <a:ext cx="6557604" cy="649000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3EAA099-963C-7320-B685-18FC4A20A0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he-IL" dirty="0"/>
              <a:t>הוכחת נכונות – הגדרת טענות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C9E6E68-8F5C-6162-2850-2BFF57A2456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algn="r" rtl="1"/>
                <a:r>
                  <a:rPr lang="he-IL" b="1" dirty="0"/>
                  <a:t>תזכורת: איך נראה שהאלגוריתם נכון?</a:t>
                </a:r>
              </a:p>
              <a:p>
                <a:pPr algn="r" rtl="1">
                  <a:spcAft>
                    <a:spcPts val="600"/>
                  </a:spcAft>
                </a:pPr>
                <a:r>
                  <a:rPr lang="he-IL" dirty="0"/>
                  <a:t>נראה שפלט האלגוריתם הוא למעשה הפלט הנכון לבעיית </a:t>
                </a:r>
                <a:r>
                  <a:rPr lang="en-US" dirty="0"/>
                  <a:t>SEP</a:t>
                </a:r>
                <a:r>
                  <a:rPr lang="he-IL" dirty="0"/>
                  <a:t>.</a:t>
                </a:r>
                <a:endParaRPr lang="he-IL" sz="100" b="1" dirty="0"/>
              </a:p>
              <a:p>
                <a:pPr algn="r" rtl="1">
                  <a:spcBef>
                    <a:spcPts val="600"/>
                  </a:spcBef>
                  <a:spcAft>
                    <a:spcPts val="1800"/>
                  </a:spcAft>
                </a:pPr>
                <a:r>
                  <a:rPr lang="he-IL" b="1" dirty="0"/>
                  <a:t>פורמלית:</a:t>
                </a:r>
                <a:r>
                  <a:rPr lang="he-IL" dirty="0"/>
                  <a:t> נראה שעבור מופע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he-IL" dirty="0"/>
                  <a:t> לבעיה </a:t>
                </a:r>
                <a:r>
                  <a:rPr lang="en-US" dirty="0"/>
                  <a:t>SEP</a:t>
                </a:r>
                <a:r>
                  <a:rPr lang="he-IL" dirty="0"/>
                  <a:t>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</m:d>
                  </m:oMath>
                </a14:m>
                <a:r>
                  <a:rPr lang="he-IL" dirty="0"/>
                  <a:t> הוא פתרון </a:t>
                </a:r>
                <a:br>
                  <a:rPr lang="en-US" dirty="0"/>
                </a:br>
                <a:r>
                  <a:rPr lang="he-IL" dirty="0"/>
                  <a:t>	     נכון למופע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he-IL" dirty="0"/>
                  <a:t>.</a:t>
                </a:r>
              </a:p>
              <a:p>
                <a:pPr algn="r" rtl="1"/>
                <a:r>
                  <a:rPr lang="he-IL" b="1" dirty="0"/>
                  <a:t>טענה ראשית: </a:t>
                </a:r>
                <a:r>
                  <a:rPr lang="he-IL" dirty="0"/>
                  <a:t>לכל קודקוד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he-IL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e>
                    </m:d>
                  </m:oMath>
                </a14:m>
                <a:r>
                  <a:rPr lang="he-IL" dirty="0"/>
                  <a:t> שווה לאורך מסלול </a:t>
                </a:r>
                <a:br>
                  <a:rPr lang="en-US" dirty="0"/>
                </a:br>
                <a:r>
                  <a:rPr lang="he-IL" dirty="0"/>
                  <a:t>זוגי הקצר ביותר מ-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he-IL" dirty="0"/>
                  <a:t> ל-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he-IL" dirty="0"/>
                  <a:t> ב-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he-IL" dirty="0"/>
                  <a:t>.</a:t>
                </a:r>
              </a:p>
              <a:p>
                <a:pPr algn="r" rtl="1"/>
                <a:endParaRPr lang="he-IL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C9E6E68-8F5C-6162-2850-2BFF57A2456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1515" r="-1576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FDFB55-B5E2-88EB-D518-2BE8F80147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A13AD8-5135-4541-A3D3-91F3E56BBFC6}" type="datetime9">
              <a:rPr lang="he-IL" smtClean="0"/>
              <a:t>16 אוקטובר, 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AAEAC2-E890-7312-245E-F5BB706DF1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30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09415E-A352-8783-DD69-F1C3511E47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תרגול 1 - מבוא ורדוקציות</a:t>
            </a:r>
            <a:endParaRPr lang="en-US" dirty="0"/>
          </a:p>
        </p:txBody>
      </p:sp>
      <p:grpSp>
        <p:nvGrpSpPr>
          <p:cNvPr id="67" name="Group 66">
            <a:extLst>
              <a:ext uri="{FF2B5EF4-FFF2-40B4-BE49-F238E27FC236}">
                <a16:creationId xmlns:a16="http://schemas.microsoft.com/office/drawing/2014/main" id="{94BA8E6A-8F50-AF15-4E1F-1071F028CD7B}"/>
              </a:ext>
            </a:extLst>
          </p:cNvPr>
          <p:cNvGrpSpPr/>
          <p:nvPr/>
        </p:nvGrpSpPr>
        <p:grpSpPr>
          <a:xfrm>
            <a:off x="4035159" y="4748627"/>
            <a:ext cx="7848057" cy="1286641"/>
            <a:chOff x="4035159" y="4748627"/>
            <a:chExt cx="7848057" cy="1286641"/>
          </a:xfrm>
        </p:grpSpPr>
        <p:sp>
          <p:nvSpPr>
            <p:cNvPr id="34" name="Rectangle: Rounded Corners 33">
              <a:extLst>
                <a:ext uri="{FF2B5EF4-FFF2-40B4-BE49-F238E27FC236}">
                  <a16:creationId xmlns:a16="http://schemas.microsoft.com/office/drawing/2014/main" id="{F418FB69-2164-34FF-4BC9-D2FFBCE2D603}"/>
                </a:ext>
              </a:extLst>
            </p:cNvPr>
            <p:cNvSpPr/>
            <p:nvPr/>
          </p:nvSpPr>
          <p:spPr>
            <a:xfrm>
              <a:off x="4657489" y="4748627"/>
              <a:ext cx="6437231" cy="1286641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AB717E25-352F-2568-525B-962F99EE79D9}"/>
                </a:ext>
              </a:extLst>
            </p:cNvPr>
            <p:cNvCxnSpPr>
              <a:cxnSpLocks/>
              <a:endCxn id="36" idx="1"/>
            </p:cNvCxnSpPr>
            <p:nvPr/>
          </p:nvCxnSpPr>
          <p:spPr>
            <a:xfrm>
              <a:off x="4035159" y="5589054"/>
              <a:ext cx="904562" cy="1181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6" name="Rectangle: Rounded Corners 35">
                  <a:extLst>
                    <a:ext uri="{FF2B5EF4-FFF2-40B4-BE49-F238E27FC236}">
                      <a16:creationId xmlns:a16="http://schemas.microsoft.com/office/drawing/2014/main" id="{09B90D8F-AA1E-34C6-CCDC-06DE52F60502}"/>
                    </a:ext>
                  </a:extLst>
                </p:cNvPr>
                <p:cNvSpPr/>
                <p:nvPr/>
              </p:nvSpPr>
              <p:spPr>
                <a:xfrm>
                  <a:off x="4939721" y="5229024"/>
                  <a:ext cx="987728" cy="722422"/>
                </a:xfrm>
                <a:prstGeom prst="roundRect">
                  <a:avLst/>
                </a:prstGeom>
                <a:solidFill>
                  <a:schemeClr val="accent3">
                    <a:lumMod val="20000"/>
                    <a:lumOff val="8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rtl="1"/>
                  <a:r>
                    <a:rPr lang="he-IL" dirty="0">
                      <a:solidFill>
                        <a:schemeClr val="tx1"/>
                      </a:solidFill>
                    </a:rPr>
                    <a:t>ממיר הקלט </a:t>
                  </a:r>
                  <a14:m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</m:oMath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36" name="Rectangle: Rounded Corners 35">
                  <a:extLst>
                    <a:ext uri="{FF2B5EF4-FFF2-40B4-BE49-F238E27FC236}">
                      <a16:creationId xmlns:a16="http://schemas.microsoft.com/office/drawing/2014/main" id="{09B90D8F-AA1E-34C6-CCDC-06DE52F6050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39721" y="5229024"/>
                  <a:ext cx="987728" cy="722422"/>
                </a:xfrm>
                <a:prstGeom prst="roundRect">
                  <a:avLst/>
                </a:prstGeom>
                <a:blipFill>
                  <a:blip r:embed="rId3"/>
                  <a:stretch>
                    <a:fillRect b="-5785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LID4096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7" name="Rectangle: Rounded Corners 36">
              <a:extLst>
                <a:ext uri="{FF2B5EF4-FFF2-40B4-BE49-F238E27FC236}">
                  <a16:creationId xmlns:a16="http://schemas.microsoft.com/office/drawing/2014/main" id="{A348CBEE-F646-CA0B-6050-74D1D0F04F18}"/>
                </a:ext>
              </a:extLst>
            </p:cNvPr>
            <p:cNvSpPr/>
            <p:nvPr/>
          </p:nvSpPr>
          <p:spPr>
            <a:xfrm>
              <a:off x="6715945" y="5229024"/>
              <a:ext cx="1979091" cy="722422"/>
            </a:xfrm>
            <a:prstGeom prst="round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1"/>
              <a:r>
                <a:rPr lang="he-IL" dirty="0">
                  <a:solidFill>
                    <a:schemeClr val="tx1"/>
                  </a:solidFill>
                </a:rPr>
                <a:t>אלגוריתם ל-</a:t>
              </a:r>
              <a:r>
                <a:rPr lang="en-US" dirty="0">
                  <a:solidFill>
                    <a:schemeClr val="tx1"/>
                  </a:solidFill>
                </a:rPr>
                <a:t>SP</a:t>
              </a:r>
              <a:br>
                <a:rPr lang="en-US" b="0" dirty="0">
                  <a:solidFill>
                    <a:schemeClr val="tx1"/>
                  </a:solidFill>
                </a:rPr>
              </a:br>
              <a:r>
                <a:rPr lang="he-IL" sz="1200" dirty="0">
                  <a:solidFill>
                    <a:schemeClr val="tx1"/>
                  </a:solidFill>
                </a:rPr>
                <a:t>(קופסה שחורה)</a:t>
              </a:r>
              <a:endParaRPr lang="en-US" sz="1200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8" name="Rectangle: Rounded Corners 37">
                  <a:extLst>
                    <a:ext uri="{FF2B5EF4-FFF2-40B4-BE49-F238E27FC236}">
                      <a16:creationId xmlns:a16="http://schemas.microsoft.com/office/drawing/2014/main" id="{71988B98-D712-EA29-E5B3-230A994F4F69}"/>
                    </a:ext>
                  </a:extLst>
                </p:cNvPr>
                <p:cNvSpPr/>
                <p:nvPr/>
              </p:nvSpPr>
              <p:spPr>
                <a:xfrm>
                  <a:off x="9589898" y="5231180"/>
                  <a:ext cx="1036960" cy="722422"/>
                </a:xfrm>
                <a:prstGeom prst="roundRect">
                  <a:avLst/>
                </a:prstGeom>
                <a:solidFill>
                  <a:schemeClr val="accent3">
                    <a:lumMod val="20000"/>
                    <a:lumOff val="8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rtl="1"/>
                  <a:r>
                    <a:rPr lang="he-IL" dirty="0">
                      <a:solidFill>
                        <a:schemeClr val="tx1"/>
                      </a:solidFill>
                    </a:rPr>
                    <a:t>ממיר הפלט </a:t>
                  </a:r>
                  <a14:m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</m:oMath>
                  </a14:m>
                  <a:endParaRPr 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38" name="Rectangle: Rounded Corners 37">
                  <a:extLst>
                    <a:ext uri="{FF2B5EF4-FFF2-40B4-BE49-F238E27FC236}">
                      <a16:creationId xmlns:a16="http://schemas.microsoft.com/office/drawing/2014/main" id="{71988B98-D712-EA29-E5B3-230A994F4F6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89898" y="5231180"/>
                  <a:ext cx="1036960" cy="722422"/>
                </a:xfrm>
                <a:prstGeom prst="roundRect">
                  <a:avLst/>
                </a:prstGeom>
                <a:blipFill>
                  <a:blip r:embed="rId4"/>
                  <a:stretch>
                    <a:fillRect b="-4918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LID4096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6DA012A8-E468-7DF4-56CD-1C801CB70580}"/>
                </a:ext>
              </a:extLst>
            </p:cNvPr>
            <p:cNvCxnSpPr>
              <a:cxnSpLocks/>
              <a:stCxn id="38" idx="3"/>
            </p:cNvCxnSpPr>
            <p:nvPr/>
          </p:nvCxnSpPr>
          <p:spPr>
            <a:xfrm flipV="1">
              <a:off x="10626858" y="5589054"/>
              <a:ext cx="1256358" cy="3337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3B2058D2-D4A4-EF01-6123-128328363694}"/>
                </a:ext>
              </a:extLst>
            </p:cNvPr>
            <p:cNvCxnSpPr>
              <a:cxnSpLocks/>
              <a:stCxn id="36" idx="3"/>
              <a:endCxn id="37" idx="1"/>
            </p:cNvCxnSpPr>
            <p:nvPr/>
          </p:nvCxnSpPr>
          <p:spPr>
            <a:xfrm>
              <a:off x="5927449" y="5590235"/>
              <a:ext cx="78849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D21B484C-A4F2-1E1F-B6C7-8A997BC17311}"/>
                </a:ext>
              </a:extLst>
            </p:cNvPr>
            <p:cNvCxnSpPr>
              <a:cxnSpLocks/>
              <a:stCxn id="37" idx="3"/>
              <a:endCxn id="38" idx="1"/>
            </p:cNvCxnSpPr>
            <p:nvPr/>
          </p:nvCxnSpPr>
          <p:spPr>
            <a:xfrm>
              <a:off x="8695036" y="5590235"/>
              <a:ext cx="894862" cy="2156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FD7DAAD2-143E-AB74-9E98-05009266E355}"/>
                    </a:ext>
                  </a:extLst>
                </p:cNvPr>
                <p:cNvSpPr txBox="1"/>
                <p:nvPr/>
              </p:nvSpPr>
              <p:spPr>
                <a:xfrm>
                  <a:off x="4183159" y="5238110"/>
                  <a:ext cx="36798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FD7DAAD2-143E-AB74-9E98-05009266E35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83159" y="5238110"/>
                  <a:ext cx="367986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LID4096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43DF242D-FBB2-BB48-519E-5D3CD6A03AB1}"/>
                    </a:ext>
                  </a:extLst>
                </p:cNvPr>
                <p:cNvSpPr txBox="1"/>
                <p:nvPr/>
              </p:nvSpPr>
              <p:spPr>
                <a:xfrm>
                  <a:off x="5984888" y="5238110"/>
                  <a:ext cx="69717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i="1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43DF242D-FBB2-BB48-519E-5D3CD6A03AB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84888" y="5238110"/>
                  <a:ext cx="697179" cy="369332"/>
                </a:xfrm>
                <a:prstGeom prst="rect">
                  <a:avLst/>
                </a:prstGeom>
                <a:blipFill>
                  <a:blip r:embed="rId6"/>
                  <a:stretch>
                    <a:fillRect b="-13115"/>
                  </a:stretch>
                </a:blipFill>
              </p:spPr>
              <p:txBody>
                <a:bodyPr/>
                <a:lstStyle/>
                <a:p>
                  <a:r>
                    <a:rPr lang="LID4096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33DD545C-C0C8-2150-BD42-9EB30F3B1021}"/>
                    </a:ext>
                  </a:extLst>
                </p:cNvPr>
                <p:cNvSpPr txBox="1"/>
                <p:nvPr/>
              </p:nvSpPr>
              <p:spPr>
                <a:xfrm>
                  <a:off x="8939339" y="5238110"/>
                  <a:ext cx="37875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33DD545C-C0C8-2150-BD42-9EB30F3B102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39339" y="5238110"/>
                  <a:ext cx="378758" cy="36933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LID4096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0DAC19AD-F18A-979D-04E0-237685B5E6CA}"/>
                    </a:ext>
                  </a:extLst>
                </p:cNvPr>
                <p:cNvSpPr txBox="1"/>
                <p:nvPr/>
              </p:nvSpPr>
              <p:spPr>
                <a:xfrm>
                  <a:off x="11051250" y="5219722"/>
                  <a:ext cx="71538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</m:d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0DAC19AD-F18A-979D-04E0-237685B5E6C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051250" y="5219722"/>
                  <a:ext cx="715388" cy="369332"/>
                </a:xfrm>
                <a:prstGeom prst="rect">
                  <a:avLst/>
                </a:prstGeom>
                <a:blipFill>
                  <a:blip r:embed="rId8"/>
                  <a:stretch>
                    <a:fillRect b="-6557"/>
                  </a:stretch>
                </a:blipFill>
              </p:spPr>
              <p:txBody>
                <a:bodyPr/>
                <a:lstStyle/>
                <a:p>
                  <a:r>
                    <a:rPr lang="LID4096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29E4BE7C-B1EB-A7F7-F0BE-792FF1B01DFB}"/>
                </a:ext>
              </a:extLst>
            </p:cNvPr>
            <p:cNvSpPr/>
            <p:nvPr/>
          </p:nvSpPr>
          <p:spPr>
            <a:xfrm>
              <a:off x="4657490" y="4748627"/>
              <a:ext cx="6096000" cy="369332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marL="91440" indent="-91440" algn="ctr" rtl="1">
                <a:buClr>
                  <a:schemeClr val="accent1"/>
                </a:buClr>
                <a:buSzPct val="100000"/>
                <a:buFont typeface="Calibri" panose="020F0502020204030204" pitchFamily="34" charset="0"/>
                <a:buChar char=" "/>
              </a:pPr>
              <a:r>
                <a:rPr lang="he-IL" dirty="0"/>
                <a:t>אלגוריתם מבוסס רדוקציה ל-</a:t>
              </a:r>
              <a:r>
                <a:rPr lang="en-US" dirty="0"/>
                <a:t>SEP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D37F0339-02E0-5525-6BEA-9325A81447DA}"/>
              </a:ext>
            </a:extLst>
          </p:cNvPr>
          <p:cNvGrpSpPr/>
          <p:nvPr/>
        </p:nvGrpSpPr>
        <p:grpSpPr>
          <a:xfrm>
            <a:off x="1407278" y="3968627"/>
            <a:ext cx="1852273" cy="2229234"/>
            <a:chOff x="1570037" y="3195755"/>
            <a:chExt cx="2311757" cy="2806477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55A82454-5208-5C81-4FDA-753C6F992C87}"/>
                </a:ext>
              </a:extLst>
            </p:cNvPr>
            <p:cNvGrpSpPr/>
            <p:nvPr/>
          </p:nvGrpSpPr>
          <p:grpSpPr>
            <a:xfrm>
              <a:off x="1570037" y="3200711"/>
              <a:ext cx="1774578" cy="2797263"/>
              <a:chOff x="2032759" y="3539769"/>
              <a:chExt cx="1774578" cy="2797263"/>
            </a:xfrm>
          </p:grpSpPr>
          <p:grpSp>
            <p:nvGrpSpPr>
              <p:cNvPr id="23" name="Group 22">
                <a:extLst>
                  <a:ext uri="{FF2B5EF4-FFF2-40B4-BE49-F238E27FC236}">
                    <a16:creationId xmlns:a16="http://schemas.microsoft.com/office/drawing/2014/main" id="{A603C102-1CD3-B02C-F83A-548E464F98A1}"/>
                  </a:ext>
                </a:extLst>
              </p:cNvPr>
              <p:cNvGrpSpPr/>
              <p:nvPr/>
            </p:nvGrpSpPr>
            <p:grpSpPr>
              <a:xfrm>
                <a:off x="2032759" y="3539769"/>
                <a:ext cx="1774578" cy="2797263"/>
                <a:chOff x="2371237" y="3530244"/>
                <a:chExt cx="1774578" cy="2797263"/>
              </a:xfrm>
            </p:grpSpPr>
            <p:grpSp>
              <p:nvGrpSpPr>
                <p:cNvPr id="25" name="Group 24">
                  <a:extLst>
                    <a:ext uri="{FF2B5EF4-FFF2-40B4-BE49-F238E27FC236}">
                      <a16:creationId xmlns:a16="http://schemas.microsoft.com/office/drawing/2014/main" id="{5148713D-5B23-5145-C9FF-E651EF490399}"/>
                    </a:ext>
                  </a:extLst>
                </p:cNvPr>
                <p:cNvGrpSpPr/>
                <p:nvPr/>
              </p:nvGrpSpPr>
              <p:grpSpPr>
                <a:xfrm>
                  <a:off x="2371237" y="3530244"/>
                  <a:ext cx="1774578" cy="2797263"/>
                  <a:chOff x="2437912" y="3315969"/>
                  <a:chExt cx="1774578" cy="2797263"/>
                </a:xfrm>
              </p:grpSpPr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27" name="Oval 26">
                        <a:extLst>
                          <a:ext uri="{FF2B5EF4-FFF2-40B4-BE49-F238E27FC236}">
                            <a16:creationId xmlns:a16="http://schemas.microsoft.com/office/drawing/2014/main" id="{DC964E10-97E0-5E20-F9EA-4EC4AB94318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439801" y="3315969"/>
                        <a:ext cx="533400" cy="533400"/>
                      </a:xfrm>
                      <a:prstGeom prst="ellipse">
                        <a:avLst/>
                      </a:prstGeom>
                      <a:noFill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14:m>
                          <m:oMathPara xmlns:m="http://schemas.openxmlformats.org/officeDocument/2006/math">
                            <m:oMath>
                              <m:sSup>
                                <m:sSupPr>
                                  <m:ctrlP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p>
                            </m:oMath>
                          </m:oMathPara>
                        </a14:m>
                        <a:endParaRPr lang="en-IL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19" name="Oval 18">
                        <a:extLst>
                          <a:ext uri="{FF2B5EF4-FFF2-40B4-BE49-F238E27FC236}">
                            <a16:creationId xmlns:a16="http://schemas.microsoft.com/office/drawing/2014/main" id="{C314A706-A17F-49E5-874F-0CEAA1757873}"/>
                          </a:ext>
                        </a:extLst>
                      </p:cNvPr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2439801" y="3315969"/>
                        <a:ext cx="533400" cy="533400"/>
                      </a:xfrm>
                      <a:prstGeom prst="ellipse">
                        <a:avLst/>
                      </a:prstGeom>
                      <a:blipFill>
                        <a:blip r:embed="rId9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IL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28" name="Oval 27">
                        <a:extLst>
                          <a:ext uri="{FF2B5EF4-FFF2-40B4-BE49-F238E27FC236}">
                            <a16:creationId xmlns:a16="http://schemas.microsoft.com/office/drawing/2014/main" id="{14640950-99EA-3ED6-F819-EB0896FE273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437912" y="4449926"/>
                        <a:ext cx="537179" cy="533400"/>
                      </a:xfrm>
                      <a:prstGeom prst="ellipse">
                        <a:avLst/>
                      </a:prstGeom>
                      <a:noFill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14:m>
                          <m:oMathPara xmlns:m="http://schemas.openxmlformats.org/officeDocument/2006/math">
                            <m:oMath>
                              <m:sSup>
                                <m:sSupPr>
                                  <m:ctrlP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p>
                            </m:oMath>
                          </m:oMathPara>
                        </a14:m>
                        <a:endParaRPr lang="en-IL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20" name="Oval 19">
                        <a:extLst>
                          <a:ext uri="{FF2B5EF4-FFF2-40B4-BE49-F238E27FC236}">
                            <a16:creationId xmlns:a16="http://schemas.microsoft.com/office/drawing/2014/main" id="{C9DAF094-38F7-4E67-AD1F-B1F1A4344B16}"/>
                          </a:ext>
                        </a:extLst>
                      </p:cNvPr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2437912" y="4449926"/>
                        <a:ext cx="537179" cy="533400"/>
                      </a:xfrm>
                      <a:prstGeom prst="ellipse">
                        <a:avLst/>
                      </a:prstGeom>
                      <a:blipFill>
                        <a:blip r:embed="rId10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IL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29" name="Oval 28">
                        <a:extLst>
                          <a:ext uri="{FF2B5EF4-FFF2-40B4-BE49-F238E27FC236}">
                            <a16:creationId xmlns:a16="http://schemas.microsoft.com/office/drawing/2014/main" id="{C064D82C-1D5A-E522-5881-2DCFDC6AE9F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437912" y="5579832"/>
                        <a:ext cx="533400" cy="533400"/>
                      </a:xfrm>
                      <a:prstGeom prst="ellipse">
                        <a:avLst/>
                      </a:prstGeom>
                      <a:noFill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14:m>
                          <m:oMathPara xmlns:m="http://schemas.openxmlformats.org/officeDocument/2006/math">
                            <m:oMath>
                              <m:sSup>
                                <m:sSupPr>
                                  <m:ctrlP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p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p>
                            </m:oMath>
                          </m:oMathPara>
                        </a14:m>
                        <a:endParaRPr lang="en-IL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21" name="Oval 20">
                        <a:extLst>
                          <a:ext uri="{FF2B5EF4-FFF2-40B4-BE49-F238E27FC236}">
                            <a16:creationId xmlns:a16="http://schemas.microsoft.com/office/drawing/2014/main" id="{E829DC79-E86E-497E-962D-B1CE633C27FF}"/>
                          </a:ext>
                        </a:extLst>
                      </p:cNvPr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2437912" y="5579832"/>
                        <a:ext cx="533400" cy="533400"/>
                      </a:xfrm>
                      <a:prstGeom prst="ellipse">
                        <a:avLst/>
                      </a:prstGeom>
                      <a:blipFill>
                        <a:blip r:embed="rId11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IL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30" name="Oval 29">
                        <a:extLst>
                          <a:ext uri="{FF2B5EF4-FFF2-40B4-BE49-F238E27FC236}">
                            <a16:creationId xmlns:a16="http://schemas.microsoft.com/office/drawing/2014/main" id="{83A49B0A-D0CF-B6D8-88E2-BFD003E8268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441691" y="3882497"/>
                        <a:ext cx="533400" cy="533400"/>
                      </a:xfrm>
                      <a:prstGeom prst="ellipse">
                        <a:avLst/>
                      </a:prstGeom>
                      <a:noFill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14:m>
                          <m:oMathPara xmlns:m="http://schemas.openxmlformats.org/officeDocument/2006/math">
                            <m:oMath>
                              <m:sSup>
                                <m:sSupPr>
                                  <m:ctrlP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p>
                            </m:oMath>
                          </m:oMathPara>
                        </a14:m>
                        <a:endParaRPr lang="en-IL" dirty="0"/>
                      </a:p>
                    </p:txBody>
                  </p:sp>
                </mc:Choice>
                <mc:Fallback xmlns="">
                  <p:sp>
                    <p:nvSpPr>
                      <p:cNvPr id="23" name="Oval 22">
                        <a:extLst>
                          <a:ext uri="{FF2B5EF4-FFF2-40B4-BE49-F238E27FC236}">
                            <a16:creationId xmlns:a16="http://schemas.microsoft.com/office/drawing/2014/main" id="{68CA783B-B866-46CE-AD2D-212FC9654FE8}"/>
                          </a:ext>
                        </a:extLst>
                      </p:cNvPr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2441691" y="3882497"/>
                        <a:ext cx="533400" cy="533400"/>
                      </a:xfrm>
                      <a:prstGeom prst="ellipse">
                        <a:avLst/>
                      </a:prstGeom>
                      <a:blipFill>
                        <a:blip r:embed="rId12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IL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31" name="Oval 30">
                        <a:extLst>
                          <a:ext uri="{FF2B5EF4-FFF2-40B4-BE49-F238E27FC236}">
                            <a16:creationId xmlns:a16="http://schemas.microsoft.com/office/drawing/2014/main" id="{2250E0DD-70C4-8423-F67A-5DF5FAEF492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437912" y="5017786"/>
                        <a:ext cx="533400" cy="533400"/>
                      </a:xfrm>
                      <a:prstGeom prst="ellipse">
                        <a:avLst/>
                      </a:prstGeom>
                      <a:noFill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14:m>
                          <m:oMathPara xmlns:m="http://schemas.openxmlformats.org/officeDocument/2006/math">
                            <m:oMath>
                              <m:sSup>
                                <m:sSupPr>
                                  <m:ctrlP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p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p>
                            </m:oMath>
                          </m:oMathPara>
                        </a14:m>
                        <a:endParaRPr lang="en-IL" dirty="0"/>
                      </a:p>
                    </p:txBody>
                  </p:sp>
                </mc:Choice>
                <mc:Fallback xmlns="">
                  <p:sp>
                    <p:nvSpPr>
                      <p:cNvPr id="24" name="Oval 23">
                        <a:extLst>
                          <a:ext uri="{FF2B5EF4-FFF2-40B4-BE49-F238E27FC236}">
                            <a16:creationId xmlns:a16="http://schemas.microsoft.com/office/drawing/2014/main" id="{819D6331-9143-4E4F-8F2B-85FDF8C949C9}"/>
                          </a:ext>
                        </a:extLst>
                      </p:cNvPr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2437912" y="5017786"/>
                        <a:ext cx="533400" cy="533400"/>
                      </a:xfrm>
                      <a:prstGeom prst="ellipse">
                        <a:avLst/>
                      </a:prstGeom>
                      <a:blipFill>
                        <a:blip r:embed="rId13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IL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p:cxnSp>
                <p:nvCxnSpPr>
                  <p:cNvPr id="32" name="Straight Connector 31">
                    <a:extLst>
                      <a:ext uri="{FF2B5EF4-FFF2-40B4-BE49-F238E27FC236}">
                        <a16:creationId xmlns:a16="http://schemas.microsoft.com/office/drawing/2014/main" id="{C07BF61D-975F-6BC6-EE9F-D73BA55E82FF}"/>
                      </a:ext>
                    </a:extLst>
                  </p:cNvPr>
                  <p:cNvCxnSpPr>
                    <a:cxnSpLocks/>
                    <a:stCxn id="27" idx="6"/>
                    <a:endCxn id="18" idx="2"/>
                  </p:cNvCxnSpPr>
                  <p:nvPr/>
                </p:nvCxnSpPr>
                <p:spPr>
                  <a:xfrm>
                    <a:off x="2973201" y="3582669"/>
                    <a:ext cx="1239289" cy="565674"/>
                  </a:xfrm>
                  <a:prstGeom prst="line">
                    <a:avLst/>
                  </a:prstGeom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3" name="Straight Connector 32">
                    <a:extLst>
                      <a:ext uri="{FF2B5EF4-FFF2-40B4-BE49-F238E27FC236}">
                        <a16:creationId xmlns:a16="http://schemas.microsoft.com/office/drawing/2014/main" id="{A93057B6-705C-A941-2410-24111C39C5B3}"/>
                      </a:ext>
                    </a:extLst>
                  </p:cNvPr>
                  <p:cNvCxnSpPr>
                    <a:cxnSpLocks/>
                    <a:stCxn id="30" idx="6"/>
                    <a:endCxn id="19" idx="2"/>
                  </p:cNvCxnSpPr>
                  <p:nvPr/>
                </p:nvCxnSpPr>
                <p:spPr>
                  <a:xfrm>
                    <a:off x="2975091" y="4149197"/>
                    <a:ext cx="1233620" cy="1133103"/>
                  </a:xfrm>
                  <a:prstGeom prst="line">
                    <a:avLst/>
                  </a:prstGeom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2" name="Straight Connector 41">
                    <a:extLst>
                      <a:ext uri="{FF2B5EF4-FFF2-40B4-BE49-F238E27FC236}">
                        <a16:creationId xmlns:a16="http://schemas.microsoft.com/office/drawing/2014/main" id="{D7D8279D-8E8E-E893-8BB5-BC090D754434}"/>
                      </a:ext>
                    </a:extLst>
                  </p:cNvPr>
                  <p:cNvCxnSpPr>
                    <a:cxnSpLocks/>
                    <a:stCxn id="28" idx="6"/>
                    <a:endCxn id="17" idx="2"/>
                  </p:cNvCxnSpPr>
                  <p:nvPr/>
                </p:nvCxnSpPr>
                <p:spPr>
                  <a:xfrm>
                    <a:off x="2975091" y="4716626"/>
                    <a:ext cx="1233620" cy="1134164"/>
                  </a:xfrm>
                  <a:prstGeom prst="line">
                    <a:avLst/>
                  </a:prstGeom>
                  <a:ln/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26" name="Straight Connector 25">
                  <a:extLst>
                    <a:ext uri="{FF2B5EF4-FFF2-40B4-BE49-F238E27FC236}">
                      <a16:creationId xmlns:a16="http://schemas.microsoft.com/office/drawing/2014/main" id="{9E86E981-8578-941B-008B-624DEF18C900}"/>
                    </a:ext>
                  </a:extLst>
                </p:cNvPr>
                <p:cNvCxnSpPr>
                  <a:cxnSpLocks/>
                  <a:stCxn id="30" idx="6"/>
                  <a:endCxn id="16" idx="2"/>
                </p:cNvCxnSpPr>
                <p:nvPr/>
              </p:nvCxnSpPr>
              <p:spPr>
                <a:xfrm>
                  <a:off x="2908416" y="4363472"/>
                  <a:ext cx="1237399" cy="569961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16A4BF72-55F7-44E8-45D8-6056624CF1F3}"/>
                  </a:ext>
                </a:extLst>
              </p:cNvPr>
              <p:cNvCxnSpPr>
                <a:cxnSpLocks/>
                <a:stCxn id="19" idx="2"/>
                <a:endCxn id="28" idx="6"/>
              </p:cNvCxnSpPr>
              <p:nvPr/>
            </p:nvCxnSpPr>
            <p:spPr>
              <a:xfrm flipH="1" flipV="1">
                <a:off x="2569938" y="4940426"/>
                <a:ext cx="1233620" cy="565674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06389E78-236C-BEC9-A7D3-A6A47113F2C9}"/>
                </a:ext>
              </a:extLst>
            </p:cNvPr>
            <p:cNvGrpSpPr/>
            <p:nvPr/>
          </p:nvGrpSpPr>
          <p:grpSpPr>
            <a:xfrm>
              <a:off x="2103437" y="3195755"/>
              <a:ext cx="1778357" cy="2806477"/>
              <a:chOff x="104136" y="2560680"/>
              <a:chExt cx="1778357" cy="2806477"/>
            </a:xfrm>
          </p:grpSpPr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676932BE-1203-9406-95CD-C0B70478B795}"/>
                  </a:ext>
                </a:extLst>
              </p:cNvPr>
              <p:cNvGrpSpPr/>
              <p:nvPr/>
            </p:nvGrpSpPr>
            <p:grpSpPr>
              <a:xfrm>
                <a:off x="104136" y="2560680"/>
                <a:ext cx="1778357" cy="2806477"/>
                <a:chOff x="442614" y="2551155"/>
                <a:chExt cx="1778357" cy="2806477"/>
              </a:xfrm>
            </p:grpSpPr>
            <p:grpSp>
              <p:nvGrpSpPr>
                <p:cNvPr id="13" name="Group 12">
                  <a:extLst>
                    <a:ext uri="{FF2B5EF4-FFF2-40B4-BE49-F238E27FC236}">
                      <a16:creationId xmlns:a16="http://schemas.microsoft.com/office/drawing/2014/main" id="{F0946970-1103-7FFC-8A89-4694464ACF15}"/>
                    </a:ext>
                  </a:extLst>
                </p:cNvPr>
                <p:cNvGrpSpPr/>
                <p:nvPr/>
              </p:nvGrpSpPr>
              <p:grpSpPr>
                <a:xfrm>
                  <a:off x="442614" y="2551155"/>
                  <a:ext cx="1778357" cy="2806477"/>
                  <a:chOff x="509289" y="2336880"/>
                  <a:chExt cx="1778357" cy="2806477"/>
                </a:xfrm>
              </p:grpSpPr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15" name="Oval 14">
                        <a:extLst>
                          <a:ext uri="{FF2B5EF4-FFF2-40B4-BE49-F238E27FC236}">
                            <a16:creationId xmlns:a16="http://schemas.microsoft.com/office/drawing/2014/main" id="{1D5DFF6F-7F5A-E27F-50B8-F362863AC2E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750467" y="2336880"/>
                        <a:ext cx="533400" cy="533400"/>
                      </a:xfrm>
                      <a:prstGeom prst="ellipse">
                        <a:avLst/>
                      </a:prstGeom>
                      <a:noFill/>
                      <a:ln>
                        <a:solidFill>
                          <a:schemeClr val="accent5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14:m>
                          <m:oMathPara xmlns:m="http://schemas.openxmlformats.org/officeDocument/2006/math">
                            <m:oMath>
                              <m:sSup>
                                <m:sSupPr>
                                  <m:ctrlP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m:oMathPara>
                        </a14:m>
                        <a:endParaRPr lang="en-IL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49" name="Oval 48">
                        <a:extLst>
                          <a:ext uri="{FF2B5EF4-FFF2-40B4-BE49-F238E27FC236}">
                            <a16:creationId xmlns:a16="http://schemas.microsoft.com/office/drawing/2014/main" id="{41E556B7-2351-45A9-AA5A-C926A3005A53}"/>
                          </a:ext>
                        </a:extLst>
                      </p:cNvPr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1750467" y="2336880"/>
                        <a:ext cx="533400" cy="533400"/>
                      </a:xfrm>
                      <a:prstGeom prst="ellipse">
                        <a:avLst/>
                      </a:prstGeom>
                      <a:blipFill>
                        <a:blip r:embed="rId14"/>
                        <a:stretch>
                          <a:fillRect/>
                        </a:stretch>
                      </a:blipFill>
                      <a:ln>
                        <a:solidFill>
                          <a:schemeClr val="accent5"/>
                        </a:solidFill>
                      </a:ln>
                    </p:spPr>
                    <p:txBody>
                      <a:bodyPr/>
                      <a:lstStyle/>
                      <a:p>
                        <a:r>
                          <a:rPr lang="en-IL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16" name="Oval 15">
                        <a:extLst>
                          <a:ext uri="{FF2B5EF4-FFF2-40B4-BE49-F238E27FC236}">
                            <a16:creationId xmlns:a16="http://schemas.microsoft.com/office/drawing/2014/main" id="{DEA8E4EB-0A9E-B740-C912-52B4EE35538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750467" y="3478325"/>
                        <a:ext cx="537179" cy="533400"/>
                      </a:xfrm>
                      <a:prstGeom prst="ellipse">
                        <a:avLst/>
                      </a:prstGeom>
                      <a:noFill/>
                      <a:ln>
                        <a:solidFill>
                          <a:schemeClr val="accent5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14:m>
                          <m:oMathPara xmlns:m="http://schemas.openxmlformats.org/officeDocument/2006/math">
                            <m:oMath>
                              <m:sSup>
                                <m:sSupPr>
                                  <m:ctrlP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m:oMathPara>
                        </a14:m>
                        <a:endParaRPr lang="en-IL" dirty="0"/>
                      </a:p>
                    </p:txBody>
                  </p:sp>
                </mc:Choice>
                <mc:Fallback xmlns="">
                  <p:sp>
                    <p:nvSpPr>
                      <p:cNvPr id="50" name="Oval 49">
                        <a:extLst>
                          <a:ext uri="{FF2B5EF4-FFF2-40B4-BE49-F238E27FC236}">
                            <a16:creationId xmlns:a16="http://schemas.microsoft.com/office/drawing/2014/main" id="{708C65F0-B96B-4452-A9DB-E129DAD64A40}"/>
                          </a:ext>
                        </a:extLst>
                      </p:cNvPr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1750467" y="3478325"/>
                        <a:ext cx="537179" cy="533400"/>
                      </a:xfrm>
                      <a:prstGeom prst="ellipse">
                        <a:avLst/>
                      </a:prstGeom>
                      <a:blipFill>
                        <a:blip r:embed="rId15"/>
                        <a:stretch>
                          <a:fillRect/>
                        </a:stretch>
                      </a:blipFill>
                      <a:ln>
                        <a:solidFill>
                          <a:schemeClr val="accent5"/>
                        </a:solidFill>
                      </a:ln>
                    </p:spPr>
                    <p:txBody>
                      <a:bodyPr/>
                      <a:lstStyle/>
                      <a:p>
                        <a:r>
                          <a:rPr lang="en-IL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17" name="Oval 16">
                        <a:extLst>
                          <a:ext uri="{FF2B5EF4-FFF2-40B4-BE49-F238E27FC236}">
                            <a16:creationId xmlns:a16="http://schemas.microsoft.com/office/drawing/2014/main" id="{C4B43FB3-329D-3512-3FF7-AB10FEB641A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746688" y="4609957"/>
                        <a:ext cx="533400" cy="533400"/>
                      </a:xfrm>
                      <a:prstGeom prst="ellipse">
                        <a:avLst/>
                      </a:prstGeom>
                      <a:noFill/>
                      <a:ln>
                        <a:solidFill>
                          <a:schemeClr val="accent5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14:m>
                          <m:oMathPara xmlns:m="http://schemas.openxmlformats.org/officeDocument/2006/math">
                            <m:oMath>
                              <m:sSup>
                                <m:sSupPr>
                                  <m:ctrlP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p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m:oMathPara>
                        </a14:m>
                        <a:endParaRPr lang="en-IL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51" name="Oval 50">
                        <a:extLst>
                          <a:ext uri="{FF2B5EF4-FFF2-40B4-BE49-F238E27FC236}">
                            <a16:creationId xmlns:a16="http://schemas.microsoft.com/office/drawing/2014/main" id="{B115347B-40B6-45E8-B610-62B0C939854C}"/>
                          </a:ext>
                        </a:extLst>
                      </p:cNvPr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1746688" y="4609957"/>
                        <a:ext cx="533400" cy="533400"/>
                      </a:xfrm>
                      <a:prstGeom prst="ellipse">
                        <a:avLst/>
                      </a:prstGeom>
                      <a:blipFill>
                        <a:blip r:embed="rId16"/>
                        <a:stretch>
                          <a:fillRect/>
                        </a:stretch>
                      </a:blipFill>
                      <a:ln>
                        <a:solidFill>
                          <a:schemeClr val="accent5"/>
                        </a:solidFill>
                      </a:ln>
                    </p:spPr>
                    <p:txBody>
                      <a:bodyPr/>
                      <a:lstStyle/>
                      <a:p>
                        <a:r>
                          <a:rPr lang="en-IL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18" name="Oval 17">
                        <a:extLst>
                          <a:ext uri="{FF2B5EF4-FFF2-40B4-BE49-F238E27FC236}">
                            <a16:creationId xmlns:a16="http://schemas.microsoft.com/office/drawing/2014/main" id="{6000DA25-C2DA-59C1-05B2-486A68AD8A9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750467" y="2907510"/>
                        <a:ext cx="533400" cy="533400"/>
                      </a:xfrm>
                      <a:prstGeom prst="ellipse">
                        <a:avLst/>
                      </a:prstGeom>
                      <a:noFill/>
                      <a:ln>
                        <a:solidFill>
                          <a:schemeClr val="accent5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14:m>
                          <m:oMathPara xmlns:m="http://schemas.openxmlformats.org/officeDocument/2006/math">
                            <m:oMath>
                              <m:sSup>
                                <m:sSupPr>
                                  <m:ctrlP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m:oMathPara>
                        </a14:m>
                        <a:endParaRPr lang="en-IL" dirty="0"/>
                      </a:p>
                    </p:txBody>
                  </p:sp>
                </mc:Choice>
                <mc:Fallback xmlns="">
                  <p:sp>
                    <p:nvSpPr>
                      <p:cNvPr id="52" name="Oval 51">
                        <a:extLst>
                          <a:ext uri="{FF2B5EF4-FFF2-40B4-BE49-F238E27FC236}">
                            <a16:creationId xmlns:a16="http://schemas.microsoft.com/office/drawing/2014/main" id="{469EFEFC-861F-4FB2-9872-07F906113454}"/>
                          </a:ext>
                        </a:extLst>
                      </p:cNvPr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1750467" y="2907510"/>
                        <a:ext cx="533400" cy="533400"/>
                      </a:xfrm>
                      <a:prstGeom prst="ellipse">
                        <a:avLst/>
                      </a:prstGeom>
                      <a:blipFill>
                        <a:blip r:embed="rId17"/>
                        <a:stretch>
                          <a:fillRect/>
                        </a:stretch>
                      </a:blipFill>
                      <a:ln>
                        <a:solidFill>
                          <a:schemeClr val="accent5"/>
                        </a:solidFill>
                      </a:ln>
                    </p:spPr>
                    <p:txBody>
                      <a:bodyPr/>
                      <a:lstStyle/>
                      <a:p>
                        <a:r>
                          <a:rPr lang="en-IL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19" name="Oval 18">
                        <a:extLst>
                          <a:ext uri="{FF2B5EF4-FFF2-40B4-BE49-F238E27FC236}">
                            <a16:creationId xmlns:a16="http://schemas.microsoft.com/office/drawing/2014/main" id="{936B30F7-702E-DC5D-9064-8D9FD7C66C0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746688" y="4041467"/>
                        <a:ext cx="533400" cy="533400"/>
                      </a:xfrm>
                      <a:prstGeom prst="ellipse">
                        <a:avLst/>
                      </a:prstGeom>
                      <a:noFill/>
                      <a:ln>
                        <a:solidFill>
                          <a:schemeClr val="accent5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14:m>
                          <m:oMathPara xmlns:m="http://schemas.openxmlformats.org/officeDocument/2006/math">
                            <m:oMath>
                              <m:sSup>
                                <m:sSupPr>
                                  <m:ctrlP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p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m:oMathPara>
                        </a14:m>
                        <a:endParaRPr lang="en-IL" dirty="0"/>
                      </a:p>
                    </p:txBody>
                  </p:sp>
                </mc:Choice>
                <mc:Fallback xmlns="">
                  <p:sp>
                    <p:nvSpPr>
                      <p:cNvPr id="53" name="Oval 52">
                        <a:extLst>
                          <a:ext uri="{FF2B5EF4-FFF2-40B4-BE49-F238E27FC236}">
                            <a16:creationId xmlns:a16="http://schemas.microsoft.com/office/drawing/2014/main" id="{32A61132-76FB-4BDA-851C-0FFD386166DF}"/>
                          </a:ext>
                        </a:extLst>
                      </p:cNvPr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1746688" y="4041467"/>
                        <a:ext cx="533400" cy="533400"/>
                      </a:xfrm>
                      <a:prstGeom prst="ellipse">
                        <a:avLst/>
                      </a:prstGeom>
                      <a:blipFill>
                        <a:blip r:embed="rId18"/>
                        <a:stretch>
                          <a:fillRect/>
                        </a:stretch>
                      </a:blipFill>
                      <a:ln>
                        <a:solidFill>
                          <a:schemeClr val="accent5"/>
                        </a:solidFill>
                      </a:ln>
                    </p:spPr>
                    <p:txBody>
                      <a:bodyPr/>
                      <a:lstStyle/>
                      <a:p>
                        <a:r>
                          <a:rPr lang="en-IL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p:cxnSp>
                <p:nvCxnSpPr>
                  <p:cNvPr id="20" name="Straight Connector 19">
                    <a:extLst>
                      <a:ext uri="{FF2B5EF4-FFF2-40B4-BE49-F238E27FC236}">
                        <a16:creationId xmlns:a16="http://schemas.microsoft.com/office/drawing/2014/main" id="{309CA120-B686-F3E9-9E76-563514127FBC}"/>
                      </a:ext>
                    </a:extLst>
                  </p:cNvPr>
                  <p:cNvCxnSpPr>
                    <a:cxnSpLocks/>
                    <a:stCxn id="15" idx="2"/>
                    <a:endCxn id="30" idx="6"/>
                  </p:cNvCxnSpPr>
                  <p:nvPr/>
                </p:nvCxnSpPr>
                <p:spPr>
                  <a:xfrm flipH="1">
                    <a:off x="513068" y="2603580"/>
                    <a:ext cx="1237399" cy="571484"/>
                  </a:xfrm>
                  <a:prstGeom prst="line">
                    <a:avLst/>
                  </a:prstGeom>
                  <a:ln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5"/>
                  </a:lnRef>
                  <a:fillRef idx="0">
                    <a:schemeClr val="accent5"/>
                  </a:fillRef>
                  <a:effectRef idx="1">
                    <a:schemeClr val="accent5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" name="Straight Connector 20">
                    <a:extLst>
                      <a:ext uri="{FF2B5EF4-FFF2-40B4-BE49-F238E27FC236}">
                        <a16:creationId xmlns:a16="http://schemas.microsoft.com/office/drawing/2014/main" id="{563D7E13-D8CF-842D-8243-A24E5053E61D}"/>
                      </a:ext>
                    </a:extLst>
                  </p:cNvPr>
                  <p:cNvCxnSpPr>
                    <a:cxnSpLocks/>
                    <a:stCxn id="18" idx="2"/>
                    <a:endCxn id="31" idx="6"/>
                  </p:cNvCxnSpPr>
                  <p:nvPr/>
                </p:nvCxnSpPr>
                <p:spPr>
                  <a:xfrm flipH="1">
                    <a:off x="509289" y="3174210"/>
                    <a:ext cx="1241178" cy="1136143"/>
                  </a:xfrm>
                  <a:prstGeom prst="line">
                    <a:avLst/>
                  </a:prstGeom>
                  <a:ln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5"/>
                  </a:lnRef>
                  <a:fillRef idx="0">
                    <a:schemeClr val="accent5"/>
                  </a:fillRef>
                  <a:effectRef idx="1">
                    <a:schemeClr val="accent5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2" name="Straight Connector 21">
                    <a:extLst>
                      <a:ext uri="{FF2B5EF4-FFF2-40B4-BE49-F238E27FC236}">
                        <a16:creationId xmlns:a16="http://schemas.microsoft.com/office/drawing/2014/main" id="{4126871D-E882-C8F1-69DF-5A1A67743B62}"/>
                      </a:ext>
                    </a:extLst>
                  </p:cNvPr>
                  <p:cNvCxnSpPr>
                    <a:cxnSpLocks/>
                    <a:stCxn id="16" idx="2"/>
                    <a:endCxn id="29" idx="6"/>
                  </p:cNvCxnSpPr>
                  <p:nvPr/>
                </p:nvCxnSpPr>
                <p:spPr>
                  <a:xfrm flipH="1">
                    <a:off x="509289" y="3745025"/>
                    <a:ext cx="1241178" cy="1127374"/>
                  </a:xfrm>
                  <a:prstGeom prst="line">
                    <a:avLst/>
                  </a:prstGeom>
                  <a:ln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5"/>
                  </a:lnRef>
                  <a:fillRef idx="0">
                    <a:schemeClr val="accent5"/>
                  </a:fillRef>
                  <a:effectRef idx="1">
                    <a:schemeClr val="accent5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14" name="Straight Connector 13">
                  <a:extLst>
                    <a:ext uri="{FF2B5EF4-FFF2-40B4-BE49-F238E27FC236}">
                      <a16:creationId xmlns:a16="http://schemas.microsoft.com/office/drawing/2014/main" id="{DA7101DF-9EE8-F608-8B99-2F2908BB32A9}"/>
                    </a:ext>
                  </a:extLst>
                </p:cNvPr>
                <p:cNvCxnSpPr>
                  <a:cxnSpLocks/>
                  <a:stCxn id="18" idx="2"/>
                  <a:endCxn id="28" idx="6"/>
                </p:cNvCxnSpPr>
                <p:nvPr/>
              </p:nvCxnSpPr>
              <p:spPr>
                <a:xfrm flipH="1">
                  <a:off x="446393" y="3388485"/>
                  <a:ext cx="1237399" cy="568283"/>
                </a:xfrm>
                <a:prstGeom prst="line">
                  <a:avLst/>
                </a:prstGeom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5"/>
                </a:lnRef>
                <a:fillRef idx="0">
                  <a:schemeClr val="accent5"/>
                </a:fillRef>
                <a:effectRef idx="1">
                  <a:schemeClr val="accent5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0EF1E577-9BAD-F2D8-B5B0-2EC7616B658B}"/>
                  </a:ext>
                </a:extLst>
              </p:cNvPr>
              <p:cNvCxnSpPr>
                <a:cxnSpLocks/>
                <a:stCxn id="31" idx="6"/>
                <a:endCxn id="16" idx="2"/>
              </p:cNvCxnSpPr>
              <p:nvPr/>
            </p:nvCxnSpPr>
            <p:spPr>
              <a:xfrm flipV="1">
                <a:off x="104136" y="3968825"/>
                <a:ext cx="1241178" cy="565328"/>
              </a:xfrm>
              <a:prstGeom prst="line">
                <a:avLst/>
              </a:prstGeom>
              <a:ln>
                <a:solidFill>
                  <a:schemeClr val="accent1"/>
                </a:solidFill>
              </a:ln>
            </p:spPr>
            <p:style>
              <a:lnRef idx="2">
                <a:schemeClr val="accent5"/>
              </a:lnRef>
              <a:fillRef idx="0">
                <a:schemeClr val="accent5"/>
              </a:fillRef>
              <a:effectRef idx="1">
                <a:schemeClr val="accent5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D240DCEE-3B83-3E89-3694-3DDE5820DA4B}"/>
              </a:ext>
            </a:extLst>
          </p:cNvPr>
          <p:cNvGrpSpPr/>
          <p:nvPr/>
        </p:nvGrpSpPr>
        <p:grpSpPr>
          <a:xfrm>
            <a:off x="1080110" y="1925890"/>
            <a:ext cx="2533328" cy="1280721"/>
            <a:chOff x="2455126" y="3645711"/>
            <a:chExt cx="3161758" cy="1612354"/>
          </a:xfrm>
        </p:grpSpPr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887CF935-E964-852E-EB11-25D1C0F03558}"/>
                </a:ext>
              </a:extLst>
            </p:cNvPr>
            <p:cNvGrpSpPr/>
            <p:nvPr/>
          </p:nvGrpSpPr>
          <p:grpSpPr>
            <a:xfrm>
              <a:off x="2455126" y="3645711"/>
              <a:ext cx="3161758" cy="1612354"/>
              <a:chOff x="2793604" y="3636186"/>
              <a:chExt cx="3161758" cy="1612354"/>
            </a:xfrm>
          </p:grpSpPr>
          <p:grpSp>
            <p:nvGrpSpPr>
              <p:cNvPr id="53" name="Group 52">
                <a:extLst>
                  <a:ext uri="{FF2B5EF4-FFF2-40B4-BE49-F238E27FC236}">
                    <a16:creationId xmlns:a16="http://schemas.microsoft.com/office/drawing/2014/main" id="{3C45816D-52D6-86CB-057C-34992C1E5DF4}"/>
                  </a:ext>
                </a:extLst>
              </p:cNvPr>
              <p:cNvGrpSpPr/>
              <p:nvPr/>
            </p:nvGrpSpPr>
            <p:grpSpPr>
              <a:xfrm>
                <a:off x="2793604" y="3636186"/>
                <a:ext cx="3161758" cy="1612354"/>
                <a:chOff x="2860279" y="3421911"/>
                <a:chExt cx="3161758" cy="1612354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55" name="Oval 54">
                      <a:extLst>
                        <a:ext uri="{FF2B5EF4-FFF2-40B4-BE49-F238E27FC236}">
                          <a16:creationId xmlns:a16="http://schemas.microsoft.com/office/drawing/2014/main" id="{0E2D7D6E-5BFF-3D4F-7865-D8D93A4DE57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860279" y="3955311"/>
                      <a:ext cx="533400" cy="533400"/>
                    </a:xfrm>
                    <a:prstGeom prst="ellipse">
                      <a:avLst/>
                    </a:prstGeom>
                    <a:noFill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oMath>
                        </m:oMathPara>
                      </a14:m>
                      <a:endParaRPr lang="en-IL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62" name="Oval 61">
                      <a:extLst>
                        <a:ext uri="{FF2B5EF4-FFF2-40B4-BE49-F238E27FC236}">
                          <a16:creationId xmlns:a16="http://schemas.microsoft.com/office/drawing/2014/main" id="{B071BF12-9CD8-46A2-9FDA-AFC03B1554A5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860279" y="3955311"/>
                      <a:ext cx="533400" cy="533400"/>
                    </a:xfrm>
                    <a:prstGeom prst="ellipse">
                      <a:avLst/>
                    </a:prstGeom>
                    <a:blipFill>
                      <a:blip r:embed="rId19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IL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56" name="Oval 55">
                      <a:extLst>
                        <a:ext uri="{FF2B5EF4-FFF2-40B4-BE49-F238E27FC236}">
                          <a16:creationId xmlns:a16="http://schemas.microsoft.com/office/drawing/2014/main" id="{9633A6F7-A182-2C3A-7074-5BA25D72B59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181741" y="3421911"/>
                      <a:ext cx="537179" cy="533400"/>
                    </a:xfrm>
                    <a:prstGeom prst="ellipse">
                      <a:avLst/>
                    </a:prstGeom>
                    <a:noFill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oMath>
                        </m:oMathPara>
                      </a14:m>
                      <a:endParaRPr lang="en-IL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63" name="Oval 62">
                      <a:extLst>
                        <a:ext uri="{FF2B5EF4-FFF2-40B4-BE49-F238E27FC236}">
                          <a16:creationId xmlns:a16="http://schemas.microsoft.com/office/drawing/2014/main" id="{165AC472-21F9-4EF0-9A63-B7D2DE8A6196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181741" y="3421911"/>
                      <a:ext cx="537179" cy="533400"/>
                    </a:xfrm>
                    <a:prstGeom prst="ellipse">
                      <a:avLst/>
                    </a:prstGeom>
                    <a:blipFill>
                      <a:blip r:embed="rId20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IL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57" name="Oval 56">
                      <a:extLst>
                        <a:ext uri="{FF2B5EF4-FFF2-40B4-BE49-F238E27FC236}">
                          <a16:creationId xmlns:a16="http://schemas.microsoft.com/office/drawing/2014/main" id="{BF22C689-3885-3ABD-9C30-4B6A6C56F9C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488637" y="3967465"/>
                      <a:ext cx="533400" cy="533400"/>
                    </a:xfrm>
                    <a:prstGeom prst="ellipse">
                      <a:avLst/>
                    </a:prstGeom>
                    <a:noFill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>
                            <m:r>
                              <a:rPr lang="en-US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oMath>
                        </m:oMathPara>
                      </a14:m>
                      <a:endParaRPr lang="en-IL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64" name="Oval 63">
                      <a:extLst>
                        <a:ext uri="{FF2B5EF4-FFF2-40B4-BE49-F238E27FC236}">
                          <a16:creationId xmlns:a16="http://schemas.microsoft.com/office/drawing/2014/main" id="{D203529E-E062-450D-A7C9-D40EDFAFC1A3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488637" y="3967465"/>
                      <a:ext cx="533400" cy="533400"/>
                    </a:xfrm>
                    <a:prstGeom prst="ellipse">
                      <a:avLst/>
                    </a:prstGeom>
                    <a:blipFill>
                      <a:blip r:embed="rId21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IL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58" name="Oval 57">
                      <a:extLst>
                        <a:ext uri="{FF2B5EF4-FFF2-40B4-BE49-F238E27FC236}">
                          <a16:creationId xmlns:a16="http://schemas.microsoft.com/office/drawing/2014/main" id="{3B14706C-9193-D8D4-A039-75B24F050E3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672871" y="4500865"/>
                      <a:ext cx="533400" cy="533400"/>
                    </a:xfrm>
                    <a:prstGeom prst="ellipse">
                      <a:avLst/>
                    </a:prstGeom>
                    <a:noFill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oMath>
                        </m:oMathPara>
                      </a14:m>
                      <a:endParaRPr lang="en-IL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65" name="Oval 64">
                      <a:extLst>
                        <a:ext uri="{FF2B5EF4-FFF2-40B4-BE49-F238E27FC236}">
                          <a16:creationId xmlns:a16="http://schemas.microsoft.com/office/drawing/2014/main" id="{A1A38637-67DD-4F9E-9450-B1A01B894CF5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672871" y="4500865"/>
                      <a:ext cx="533400" cy="533400"/>
                    </a:xfrm>
                    <a:prstGeom prst="ellipse">
                      <a:avLst/>
                    </a:prstGeom>
                    <a:blipFill>
                      <a:blip r:embed="rId22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IL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59" name="Oval 58">
                      <a:extLst>
                        <a:ext uri="{FF2B5EF4-FFF2-40B4-BE49-F238E27FC236}">
                          <a16:creationId xmlns:a16="http://schemas.microsoft.com/office/drawing/2014/main" id="{EF9DD0C4-6A71-95B4-DDEB-D92D5E7CDDB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694392" y="4500865"/>
                      <a:ext cx="533400" cy="533400"/>
                    </a:xfrm>
                    <a:prstGeom prst="ellipse">
                      <a:avLst/>
                    </a:prstGeom>
                    <a:noFill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oMath>
                        </m:oMathPara>
                      </a14:m>
                      <a:endParaRPr lang="en-IL" dirty="0"/>
                    </a:p>
                  </p:txBody>
                </p:sp>
              </mc:Choice>
              <mc:Fallback xmlns="">
                <p:sp>
                  <p:nvSpPr>
                    <p:cNvPr id="66" name="Oval 65">
                      <a:extLst>
                        <a:ext uri="{FF2B5EF4-FFF2-40B4-BE49-F238E27FC236}">
                          <a16:creationId xmlns:a16="http://schemas.microsoft.com/office/drawing/2014/main" id="{26128465-5B7F-412F-9AE0-C14B2158F658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694392" y="4500865"/>
                      <a:ext cx="533400" cy="533400"/>
                    </a:xfrm>
                    <a:prstGeom prst="ellipse">
                      <a:avLst/>
                    </a:prstGeom>
                    <a:blipFill>
                      <a:blip r:embed="rId23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IL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60" name="Straight Connector 59">
                  <a:extLst>
                    <a:ext uri="{FF2B5EF4-FFF2-40B4-BE49-F238E27FC236}">
                      <a16:creationId xmlns:a16="http://schemas.microsoft.com/office/drawing/2014/main" id="{8956C847-225D-FF31-00F2-73BC10135B8E}"/>
                    </a:ext>
                  </a:extLst>
                </p:cNvPr>
                <p:cNvCxnSpPr>
                  <a:stCxn id="55" idx="5"/>
                  <a:endCxn id="58" idx="2"/>
                </p:cNvCxnSpPr>
                <p:nvPr/>
              </p:nvCxnSpPr>
              <p:spPr>
                <a:xfrm>
                  <a:off x="3315564" y="4410596"/>
                  <a:ext cx="357307" cy="356969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1" name="Straight Connector 60">
                  <a:extLst>
                    <a:ext uri="{FF2B5EF4-FFF2-40B4-BE49-F238E27FC236}">
                      <a16:creationId xmlns:a16="http://schemas.microsoft.com/office/drawing/2014/main" id="{E09761E0-2B31-CE38-6EA3-E2A1C540E9A6}"/>
                    </a:ext>
                  </a:extLst>
                </p:cNvPr>
                <p:cNvCxnSpPr>
                  <a:cxnSpLocks/>
                  <a:stCxn id="58" idx="6"/>
                  <a:endCxn id="59" idx="2"/>
                </p:cNvCxnSpPr>
                <p:nvPr/>
              </p:nvCxnSpPr>
              <p:spPr>
                <a:xfrm>
                  <a:off x="4206271" y="4767565"/>
                  <a:ext cx="488121" cy="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2" name="Straight Connector 61">
                  <a:extLst>
                    <a:ext uri="{FF2B5EF4-FFF2-40B4-BE49-F238E27FC236}">
                      <a16:creationId xmlns:a16="http://schemas.microsoft.com/office/drawing/2014/main" id="{5108B333-10FE-8E3A-ADD4-99FDA553D96D}"/>
                    </a:ext>
                  </a:extLst>
                </p:cNvPr>
                <p:cNvCxnSpPr>
                  <a:cxnSpLocks/>
                  <a:stCxn id="56" idx="6"/>
                  <a:endCxn id="57" idx="2"/>
                </p:cNvCxnSpPr>
                <p:nvPr/>
              </p:nvCxnSpPr>
              <p:spPr>
                <a:xfrm>
                  <a:off x="4718920" y="3688611"/>
                  <a:ext cx="769717" cy="545554"/>
                </a:xfrm>
                <a:prstGeom prst="line">
                  <a:avLst/>
                </a:prstGeom>
                <a:ln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54" name="Straight Connector 53">
                <a:extLst>
                  <a:ext uri="{FF2B5EF4-FFF2-40B4-BE49-F238E27FC236}">
                    <a16:creationId xmlns:a16="http://schemas.microsoft.com/office/drawing/2014/main" id="{F620B7A9-AF32-C823-F3AA-33854C85CE08}"/>
                  </a:ext>
                </a:extLst>
              </p:cNvPr>
              <p:cNvCxnSpPr>
                <a:stCxn id="58" idx="0"/>
                <a:endCxn id="56" idx="3"/>
              </p:cNvCxnSpPr>
              <p:nvPr/>
            </p:nvCxnSpPr>
            <p:spPr>
              <a:xfrm flipV="1">
                <a:off x="3872896" y="4091471"/>
                <a:ext cx="320838" cy="623669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ADA370CE-2CEC-FE8A-BFF8-DC8C565663DC}"/>
                </a:ext>
              </a:extLst>
            </p:cNvPr>
            <p:cNvCxnSpPr>
              <a:cxnSpLocks/>
              <a:stCxn id="56" idx="5"/>
              <a:endCxn id="59" idx="0"/>
            </p:cNvCxnSpPr>
            <p:nvPr/>
          </p:nvCxnSpPr>
          <p:spPr>
            <a:xfrm>
              <a:off x="4235099" y="4100996"/>
              <a:ext cx="320840" cy="623669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3" name="Arrow: Right 62">
            <a:extLst>
              <a:ext uri="{FF2B5EF4-FFF2-40B4-BE49-F238E27FC236}">
                <a16:creationId xmlns:a16="http://schemas.microsoft.com/office/drawing/2014/main" id="{C3A28D5D-4803-BBD2-06A8-14B5E63CF3FA}"/>
              </a:ext>
            </a:extLst>
          </p:cNvPr>
          <p:cNvSpPr/>
          <p:nvPr/>
        </p:nvSpPr>
        <p:spPr>
          <a:xfrm rot="5400000">
            <a:off x="2083987" y="3461546"/>
            <a:ext cx="521405" cy="391103"/>
          </a:xfrm>
          <a:prstGeom prst="rightArrow">
            <a:avLst>
              <a:gd name="adj1" fmla="val 33876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E5264E6E-95CD-DC85-FCCD-2FC0E7389896}"/>
                  </a:ext>
                </a:extLst>
              </p:cNvPr>
              <p:cNvSpPr txBox="1"/>
              <p:nvPr/>
            </p:nvSpPr>
            <p:spPr>
              <a:xfrm>
                <a:off x="1507492" y="2018357"/>
                <a:ext cx="49997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>
                      <m:r>
                        <a:rPr lang="LID4096" b="0" i="1" smtClean="0">
                          <a:latin typeface="Cambria Math" panose="02040503050406030204" pitchFamily="18" charset="0"/>
                        </a:rPr>
                        <m:t>𝐺</m:t>
                      </m:r>
                    </m:oMath>
                  </m:oMathPara>
                </a14:m>
                <a:endParaRPr lang="LID4096" dirty="0"/>
              </a:p>
            </p:txBody>
          </p:sp>
        </mc:Choice>
        <mc:Fallback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E5264E6E-95CD-DC85-FCCD-2FC0E73898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7492" y="2018357"/>
                <a:ext cx="499979" cy="369332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EC74B3DF-C841-BBBB-ED49-0E8E7C1E8975}"/>
                  </a:ext>
                </a:extLst>
              </p:cNvPr>
              <p:cNvSpPr txBox="1"/>
              <p:nvPr/>
            </p:nvSpPr>
            <p:spPr>
              <a:xfrm>
                <a:off x="932217" y="3917916"/>
                <a:ext cx="49997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LID4096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LID4096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p>
                          <m:r>
                            <a:rPr lang="LID4096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</m:oMath>
                  </m:oMathPara>
                </a14:m>
                <a:endParaRPr lang="LID4096" dirty="0"/>
              </a:p>
            </p:txBody>
          </p:sp>
        </mc:Choice>
        <mc:Fallback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EC74B3DF-C841-BBBB-ED49-0E8E7C1E89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2217" y="3917916"/>
                <a:ext cx="499979" cy="369332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842261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 animBg="1"/>
      <p:bldP spid="63" grpId="0" animBg="1"/>
      <p:bldP spid="64" grpId="0"/>
      <p:bldP spid="66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Rectangle: Rounded Corners 81">
            <a:extLst>
              <a:ext uri="{FF2B5EF4-FFF2-40B4-BE49-F238E27FC236}">
                <a16:creationId xmlns:a16="http://schemas.microsoft.com/office/drawing/2014/main" id="{CCB09A1F-D4C9-CF70-8089-0FADC6630136}"/>
              </a:ext>
            </a:extLst>
          </p:cNvPr>
          <p:cNvSpPr/>
          <p:nvPr/>
        </p:nvSpPr>
        <p:spPr>
          <a:xfrm>
            <a:off x="5948516" y="4885454"/>
            <a:ext cx="5207164" cy="649000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385099-2621-4E6E-840B-9BECCB081B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he-IL" dirty="0"/>
              <a:t>הוכחת נכונות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C11C9DA-FF91-42B5-A75A-75F3F82D5E0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12800" y="1845734"/>
                <a:ext cx="10342880" cy="4023360"/>
              </a:xfrm>
            </p:spPr>
            <p:txBody>
              <a:bodyPr>
                <a:normAutofit/>
              </a:bodyPr>
              <a:lstStyle/>
              <a:p>
                <a:pPr algn="r" rtl="1">
                  <a:spcAft>
                    <a:spcPts val="0"/>
                  </a:spcAft>
                </a:pPr>
                <a:r>
                  <a:rPr lang="he-IL" b="1" dirty="0"/>
                  <a:t>רעיון ההוכחה:</a:t>
                </a:r>
                <a:endParaRPr lang="he-IL" dirty="0"/>
              </a:p>
              <a:p>
                <a:pPr algn="r" rtl="1">
                  <a:spcBef>
                    <a:spcPts val="0"/>
                  </a:spcBef>
                  <a:spcAft>
                    <a:spcPts val="1800"/>
                  </a:spcAft>
                </a:pPr>
                <a:r>
                  <a:rPr lang="he-IL" dirty="0"/>
                  <a:t>נראה כי כל מסלול ב-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he-IL" dirty="0"/>
                  <a:t> בין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lang="he-IL" dirty="0"/>
                  <a:t> לבין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lang="he-IL" dirty="0"/>
                  <a:t> הוא באורך זוגי, ומתאים</a:t>
                </a:r>
                <a:br>
                  <a:rPr lang="en-US" dirty="0"/>
                </a:br>
                <a:r>
                  <a:rPr lang="he-IL" dirty="0"/>
                  <a:t>למסלול ב-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he-IL" dirty="0"/>
                  <a:t> בין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he-IL" dirty="0"/>
                  <a:t> ל-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he-IL" dirty="0"/>
                  <a:t> </a:t>
                </a:r>
                <a:r>
                  <a:rPr lang="he-IL" b="1" dirty="0"/>
                  <a:t>באותו אורך</a:t>
                </a:r>
                <a:r>
                  <a:rPr lang="he-IL" dirty="0"/>
                  <a:t>.</a:t>
                </a:r>
              </a:p>
              <a:p>
                <a:pPr algn="r" rtl="1">
                  <a:spcAft>
                    <a:spcPts val="1800"/>
                  </a:spcAft>
                </a:pPr>
                <a:r>
                  <a:rPr lang="he-IL" b="1" dirty="0"/>
                  <a:t>האם זה מספיק להוכחה?</a:t>
                </a:r>
                <a:endParaRPr lang="he-IL" b="1" dirty="0">
                  <a:solidFill>
                    <a:srgbClr val="FF0000"/>
                  </a:solidFill>
                </a:endParaRPr>
              </a:p>
              <a:p>
                <a:pPr algn="r" rtl="1">
                  <a:spcAft>
                    <a:spcPts val="0"/>
                  </a:spcAft>
                </a:pPr>
                <a:r>
                  <a:rPr lang="he-IL" b="1" dirty="0"/>
                  <a:t>לא! נרצה גם להראות את הכיוון ההפוך:</a:t>
                </a:r>
              </a:p>
              <a:p>
                <a:pPr algn="r" rtl="1">
                  <a:spcBef>
                    <a:spcPts val="0"/>
                  </a:spcBef>
                </a:pPr>
                <a:r>
                  <a:rPr lang="he-IL" dirty="0"/>
                  <a:t>כל מסלול זוגי ב-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he-IL" dirty="0"/>
                  <a:t> בין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he-IL" dirty="0"/>
                  <a:t> ל-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he-IL" dirty="0"/>
                  <a:t> מתאים למסלול בין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lang="he-IL" dirty="0"/>
                  <a:t> ל-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lang="he-IL" dirty="0"/>
                  <a:t> ב-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he-IL" dirty="0"/>
                  <a:t> באותו אורך.</a:t>
                </a:r>
              </a:p>
              <a:p>
                <a:pPr algn="r" rtl="1"/>
                <a:endParaRPr lang="he-IL" b="1" dirty="0"/>
              </a:p>
              <a:p>
                <a:pPr algn="r" rtl="1">
                  <a:spcAft>
                    <a:spcPts val="1800"/>
                  </a:spcAft>
                </a:pPr>
                <a:r>
                  <a:rPr lang="he-IL" b="1" dirty="0"/>
                  <a:t>טענת עזר: </a:t>
                </a:r>
                <a:r>
                  <a:rPr lang="he-IL" dirty="0"/>
                  <a:t>קיים מסלול באורך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he-IL" dirty="0"/>
                  <a:t> בין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he-IL" dirty="0"/>
                  <a:t> לבין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he-IL" dirty="0"/>
                  <a:t> </a:t>
                </a:r>
                <a:br>
                  <a:rPr lang="en-US" dirty="0"/>
                </a:br>
                <a:r>
                  <a:rPr lang="he-IL" dirty="0"/>
                  <a:t>ב-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he-IL" dirty="0"/>
                  <a:t> אמ"מ קיים מסלול באורך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he-IL" dirty="0"/>
                  <a:t> בין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lang="he-IL" dirty="0"/>
                  <a:t> ל-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lang="he-IL" dirty="0"/>
                  <a:t> ב-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he-IL" dirty="0"/>
                  <a:t>.</a:t>
                </a:r>
              </a:p>
              <a:p>
                <a:pPr algn="r" rtl="1"/>
                <a:endParaRPr lang="he-IL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C11C9DA-FF91-42B5-A75A-75F3F82D5E0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12800" y="1845734"/>
                <a:ext cx="10342880" cy="4023360"/>
              </a:xfrm>
              <a:blipFill>
                <a:blip r:embed="rId3"/>
                <a:stretch>
                  <a:fillRect t="-1515" r="-1591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EDEC19-BF73-4BCD-AE1B-6E40BC18A9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D45AA-763E-49FC-8EE6-9CB196733FB4}" type="datetime9">
              <a:rPr lang="he-IL" smtClean="0"/>
              <a:t>16 אוקטובר, 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6ABC01-060C-4903-8B68-F2E65A5773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31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B7A14C-2EB9-413E-B91A-5AB59457DF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תרגול 1 - מבוא ורדוקציות</a:t>
            </a:r>
            <a:endParaRPr lang="en-US" dirty="0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F36E2CFC-21FE-0601-8AF4-31AF302D2AC9}"/>
              </a:ext>
            </a:extLst>
          </p:cNvPr>
          <p:cNvGrpSpPr/>
          <p:nvPr/>
        </p:nvGrpSpPr>
        <p:grpSpPr>
          <a:xfrm>
            <a:off x="1407278" y="3968627"/>
            <a:ext cx="1852273" cy="2229234"/>
            <a:chOff x="1570037" y="3195755"/>
            <a:chExt cx="2311757" cy="2806477"/>
          </a:xfrm>
        </p:grpSpPr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050E4554-F13C-D5A8-F59F-E651F07C3270}"/>
                </a:ext>
              </a:extLst>
            </p:cNvPr>
            <p:cNvGrpSpPr/>
            <p:nvPr/>
          </p:nvGrpSpPr>
          <p:grpSpPr>
            <a:xfrm>
              <a:off x="1570037" y="3200711"/>
              <a:ext cx="1774578" cy="2797263"/>
              <a:chOff x="2032759" y="3539769"/>
              <a:chExt cx="1774578" cy="2797263"/>
            </a:xfrm>
          </p:grpSpPr>
          <p:grpSp>
            <p:nvGrpSpPr>
              <p:cNvPr id="52" name="Group 51">
                <a:extLst>
                  <a:ext uri="{FF2B5EF4-FFF2-40B4-BE49-F238E27FC236}">
                    <a16:creationId xmlns:a16="http://schemas.microsoft.com/office/drawing/2014/main" id="{C64FC014-BD0E-AA43-422C-996DBB814990}"/>
                  </a:ext>
                </a:extLst>
              </p:cNvPr>
              <p:cNvGrpSpPr/>
              <p:nvPr/>
            </p:nvGrpSpPr>
            <p:grpSpPr>
              <a:xfrm>
                <a:off x="2032759" y="3539769"/>
                <a:ext cx="1774578" cy="2797263"/>
                <a:chOff x="2371237" y="3530244"/>
                <a:chExt cx="1774578" cy="2797263"/>
              </a:xfrm>
            </p:grpSpPr>
            <p:grpSp>
              <p:nvGrpSpPr>
                <p:cNvPr id="54" name="Group 53">
                  <a:extLst>
                    <a:ext uri="{FF2B5EF4-FFF2-40B4-BE49-F238E27FC236}">
                      <a16:creationId xmlns:a16="http://schemas.microsoft.com/office/drawing/2014/main" id="{229C008B-4031-56D9-5AD6-8EC0FD2DC7AD}"/>
                    </a:ext>
                  </a:extLst>
                </p:cNvPr>
                <p:cNvGrpSpPr/>
                <p:nvPr/>
              </p:nvGrpSpPr>
              <p:grpSpPr>
                <a:xfrm>
                  <a:off x="2371237" y="3530244"/>
                  <a:ext cx="1774578" cy="2797263"/>
                  <a:chOff x="2437912" y="3315969"/>
                  <a:chExt cx="1774578" cy="2797263"/>
                </a:xfrm>
              </p:grpSpPr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56" name="Oval 55">
                        <a:extLst>
                          <a:ext uri="{FF2B5EF4-FFF2-40B4-BE49-F238E27FC236}">
                            <a16:creationId xmlns:a16="http://schemas.microsoft.com/office/drawing/2014/main" id="{3511A437-28E3-ED63-0D5B-4C5D3AF5C7E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439801" y="3315969"/>
                        <a:ext cx="533400" cy="533400"/>
                      </a:xfrm>
                      <a:prstGeom prst="ellipse">
                        <a:avLst/>
                      </a:prstGeom>
                      <a:noFill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14:m>
                          <m:oMathPara xmlns:m="http://schemas.openxmlformats.org/officeDocument/2006/math">
                            <m:oMath>
                              <m:sSup>
                                <m:sSupPr>
                                  <m:ctrlP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p>
                            </m:oMath>
                          </m:oMathPara>
                        </a14:m>
                        <a:endParaRPr lang="en-IL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19" name="Oval 18">
                        <a:extLst>
                          <a:ext uri="{FF2B5EF4-FFF2-40B4-BE49-F238E27FC236}">
                            <a16:creationId xmlns:a16="http://schemas.microsoft.com/office/drawing/2014/main" id="{C314A706-A17F-49E5-874F-0CEAA1757873}"/>
                          </a:ext>
                        </a:extLst>
                      </p:cNvPr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2439801" y="3315969"/>
                        <a:ext cx="533400" cy="533400"/>
                      </a:xfrm>
                      <a:prstGeom prst="ellipse">
                        <a:avLst/>
                      </a:prstGeom>
                      <a:blipFill>
                        <a:blip r:embed="rId4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IL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57" name="Oval 56">
                        <a:extLst>
                          <a:ext uri="{FF2B5EF4-FFF2-40B4-BE49-F238E27FC236}">
                            <a16:creationId xmlns:a16="http://schemas.microsoft.com/office/drawing/2014/main" id="{E2CE3035-A214-B443-B443-26DBC55B908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437912" y="4449926"/>
                        <a:ext cx="537179" cy="533400"/>
                      </a:xfrm>
                      <a:prstGeom prst="ellipse">
                        <a:avLst/>
                      </a:prstGeom>
                      <a:noFill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14:m>
                          <m:oMathPara xmlns:m="http://schemas.openxmlformats.org/officeDocument/2006/math">
                            <m:oMath>
                              <m:sSup>
                                <m:sSupPr>
                                  <m:ctrlP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p>
                            </m:oMath>
                          </m:oMathPara>
                        </a14:m>
                        <a:endParaRPr lang="en-IL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20" name="Oval 19">
                        <a:extLst>
                          <a:ext uri="{FF2B5EF4-FFF2-40B4-BE49-F238E27FC236}">
                            <a16:creationId xmlns:a16="http://schemas.microsoft.com/office/drawing/2014/main" id="{C9DAF094-38F7-4E67-AD1F-B1F1A4344B16}"/>
                          </a:ext>
                        </a:extLst>
                      </p:cNvPr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2437912" y="4449926"/>
                        <a:ext cx="537179" cy="533400"/>
                      </a:xfrm>
                      <a:prstGeom prst="ellipse">
                        <a:avLst/>
                      </a:prstGeom>
                      <a:blipFill>
                        <a:blip r:embed="rId5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IL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58" name="Oval 57">
                        <a:extLst>
                          <a:ext uri="{FF2B5EF4-FFF2-40B4-BE49-F238E27FC236}">
                            <a16:creationId xmlns:a16="http://schemas.microsoft.com/office/drawing/2014/main" id="{BFD06064-860E-6097-4D3F-5199274F0A0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437912" y="5579832"/>
                        <a:ext cx="533400" cy="533400"/>
                      </a:xfrm>
                      <a:prstGeom prst="ellipse">
                        <a:avLst/>
                      </a:prstGeom>
                      <a:noFill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14:m>
                          <m:oMathPara xmlns:m="http://schemas.openxmlformats.org/officeDocument/2006/math">
                            <m:oMath>
                              <m:sSup>
                                <m:sSupPr>
                                  <m:ctrlP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p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p>
                            </m:oMath>
                          </m:oMathPara>
                        </a14:m>
                        <a:endParaRPr lang="en-IL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21" name="Oval 20">
                        <a:extLst>
                          <a:ext uri="{FF2B5EF4-FFF2-40B4-BE49-F238E27FC236}">
                            <a16:creationId xmlns:a16="http://schemas.microsoft.com/office/drawing/2014/main" id="{E829DC79-E86E-497E-962D-B1CE633C27FF}"/>
                          </a:ext>
                        </a:extLst>
                      </p:cNvPr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2437912" y="5579832"/>
                        <a:ext cx="533400" cy="533400"/>
                      </a:xfrm>
                      <a:prstGeom prst="ellipse">
                        <a:avLst/>
                      </a:prstGeom>
                      <a:blipFill>
                        <a:blip r:embed="rId6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IL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59" name="Oval 58">
                        <a:extLst>
                          <a:ext uri="{FF2B5EF4-FFF2-40B4-BE49-F238E27FC236}">
                            <a16:creationId xmlns:a16="http://schemas.microsoft.com/office/drawing/2014/main" id="{E1204746-F778-A58B-698C-CDE796CBC35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441691" y="3882497"/>
                        <a:ext cx="533400" cy="533400"/>
                      </a:xfrm>
                      <a:prstGeom prst="ellipse">
                        <a:avLst/>
                      </a:prstGeom>
                      <a:noFill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14:m>
                          <m:oMathPara xmlns:m="http://schemas.openxmlformats.org/officeDocument/2006/math">
                            <m:oMath>
                              <m:sSup>
                                <m:sSupPr>
                                  <m:ctrlP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p>
                            </m:oMath>
                          </m:oMathPara>
                        </a14:m>
                        <a:endParaRPr lang="en-IL" dirty="0"/>
                      </a:p>
                    </p:txBody>
                  </p:sp>
                </mc:Choice>
                <mc:Fallback xmlns="">
                  <p:sp>
                    <p:nvSpPr>
                      <p:cNvPr id="23" name="Oval 22">
                        <a:extLst>
                          <a:ext uri="{FF2B5EF4-FFF2-40B4-BE49-F238E27FC236}">
                            <a16:creationId xmlns:a16="http://schemas.microsoft.com/office/drawing/2014/main" id="{68CA783B-B866-46CE-AD2D-212FC9654FE8}"/>
                          </a:ext>
                        </a:extLst>
                      </p:cNvPr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2441691" y="3882497"/>
                        <a:ext cx="533400" cy="533400"/>
                      </a:xfrm>
                      <a:prstGeom prst="ellipse">
                        <a:avLst/>
                      </a:prstGeom>
                      <a:blipFill>
                        <a:blip r:embed="rId7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IL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60" name="Oval 59">
                        <a:extLst>
                          <a:ext uri="{FF2B5EF4-FFF2-40B4-BE49-F238E27FC236}">
                            <a16:creationId xmlns:a16="http://schemas.microsoft.com/office/drawing/2014/main" id="{57266681-4358-D200-A3B9-65FF0F81E2A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437912" y="5017786"/>
                        <a:ext cx="533400" cy="533400"/>
                      </a:xfrm>
                      <a:prstGeom prst="ellipse">
                        <a:avLst/>
                      </a:prstGeom>
                      <a:noFill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14:m>
                          <m:oMathPara xmlns:m="http://schemas.openxmlformats.org/officeDocument/2006/math">
                            <m:oMath>
                              <m:sSup>
                                <m:sSupPr>
                                  <m:ctrlP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p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p>
                            </m:oMath>
                          </m:oMathPara>
                        </a14:m>
                        <a:endParaRPr lang="en-IL" dirty="0"/>
                      </a:p>
                    </p:txBody>
                  </p:sp>
                </mc:Choice>
                <mc:Fallback xmlns="">
                  <p:sp>
                    <p:nvSpPr>
                      <p:cNvPr id="24" name="Oval 23">
                        <a:extLst>
                          <a:ext uri="{FF2B5EF4-FFF2-40B4-BE49-F238E27FC236}">
                            <a16:creationId xmlns:a16="http://schemas.microsoft.com/office/drawing/2014/main" id="{819D6331-9143-4E4F-8F2B-85FDF8C949C9}"/>
                          </a:ext>
                        </a:extLst>
                      </p:cNvPr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2437912" y="5017786"/>
                        <a:ext cx="533400" cy="533400"/>
                      </a:xfrm>
                      <a:prstGeom prst="ellipse">
                        <a:avLst/>
                      </a:prstGeom>
                      <a:blipFill>
                        <a:blip r:embed="rId8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IL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p:cxnSp>
                <p:nvCxnSpPr>
                  <p:cNvPr id="61" name="Straight Connector 60">
                    <a:extLst>
                      <a:ext uri="{FF2B5EF4-FFF2-40B4-BE49-F238E27FC236}">
                        <a16:creationId xmlns:a16="http://schemas.microsoft.com/office/drawing/2014/main" id="{2115CCF3-B996-CE11-E5F6-B255B4BA9001}"/>
                      </a:ext>
                    </a:extLst>
                  </p:cNvPr>
                  <p:cNvCxnSpPr>
                    <a:cxnSpLocks/>
                    <a:stCxn id="56" idx="6"/>
                    <a:endCxn id="47" idx="2"/>
                  </p:cNvCxnSpPr>
                  <p:nvPr/>
                </p:nvCxnSpPr>
                <p:spPr>
                  <a:xfrm>
                    <a:off x="2973201" y="3582669"/>
                    <a:ext cx="1239289" cy="565674"/>
                  </a:xfrm>
                  <a:prstGeom prst="line">
                    <a:avLst/>
                  </a:prstGeom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2" name="Straight Connector 61">
                    <a:extLst>
                      <a:ext uri="{FF2B5EF4-FFF2-40B4-BE49-F238E27FC236}">
                        <a16:creationId xmlns:a16="http://schemas.microsoft.com/office/drawing/2014/main" id="{DC440354-9B60-2072-E8B4-B0BCEA761349}"/>
                      </a:ext>
                    </a:extLst>
                  </p:cNvPr>
                  <p:cNvCxnSpPr>
                    <a:cxnSpLocks/>
                    <a:stCxn id="59" idx="6"/>
                    <a:endCxn id="48" idx="2"/>
                  </p:cNvCxnSpPr>
                  <p:nvPr/>
                </p:nvCxnSpPr>
                <p:spPr>
                  <a:xfrm>
                    <a:off x="2975091" y="4149197"/>
                    <a:ext cx="1233620" cy="1133103"/>
                  </a:xfrm>
                  <a:prstGeom prst="line">
                    <a:avLst/>
                  </a:prstGeom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3" name="Straight Connector 62">
                    <a:extLst>
                      <a:ext uri="{FF2B5EF4-FFF2-40B4-BE49-F238E27FC236}">
                        <a16:creationId xmlns:a16="http://schemas.microsoft.com/office/drawing/2014/main" id="{CDD481B5-5196-7AEB-B22E-3DA3BD9D5746}"/>
                      </a:ext>
                    </a:extLst>
                  </p:cNvPr>
                  <p:cNvCxnSpPr>
                    <a:cxnSpLocks/>
                    <a:stCxn id="57" idx="6"/>
                    <a:endCxn id="46" idx="2"/>
                  </p:cNvCxnSpPr>
                  <p:nvPr/>
                </p:nvCxnSpPr>
                <p:spPr>
                  <a:xfrm>
                    <a:off x="2975091" y="4716626"/>
                    <a:ext cx="1233620" cy="1134164"/>
                  </a:xfrm>
                  <a:prstGeom prst="line">
                    <a:avLst/>
                  </a:prstGeom>
                  <a:ln/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55" name="Straight Connector 54">
                  <a:extLst>
                    <a:ext uri="{FF2B5EF4-FFF2-40B4-BE49-F238E27FC236}">
                      <a16:creationId xmlns:a16="http://schemas.microsoft.com/office/drawing/2014/main" id="{EBABF2B5-C5CD-1D5F-768F-0B0300A8C343}"/>
                    </a:ext>
                  </a:extLst>
                </p:cNvPr>
                <p:cNvCxnSpPr>
                  <a:cxnSpLocks/>
                  <a:stCxn id="59" idx="6"/>
                  <a:endCxn id="45" idx="2"/>
                </p:cNvCxnSpPr>
                <p:nvPr/>
              </p:nvCxnSpPr>
              <p:spPr>
                <a:xfrm>
                  <a:off x="2908416" y="4363472"/>
                  <a:ext cx="1237399" cy="569961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53" name="Straight Connector 52">
                <a:extLst>
                  <a:ext uri="{FF2B5EF4-FFF2-40B4-BE49-F238E27FC236}">
                    <a16:creationId xmlns:a16="http://schemas.microsoft.com/office/drawing/2014/main" id="{BE7CDA72-2D31-7BBE-F14B-AA44A316CC30}"/>
                  </a:ext>
                </a:extLst>
              </p:cNvPr>
              <p:cNvCxnSpPr>
                <a:cxnSpLocks/>
                <a:stCxn id="48" idx="2"/>
                <a:endCxn id="57" idx="6"/>
              </p:cNvCxnSpPr>
              <p:nvPr/>
            </p:nvCxnSpPr>
            <p:spPr>
              <a:xfrm flipH="1" flipV="1">
                <a:off x="2569938" y="4940426"/>
                <a:ext cx="1233620" cy="565674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9D651451-A1B3-07DD-614C-E474B8BFD86C}"/>
                </a:ext>
              </a:extLst>
            </p:cNvPr>
            <p:cNvGrpSpPr/>
            <p:nvPr/>
          </p:nvGrpSpPr>
          <p:grpSpPr>
            <a:xfrm>
              <a:off x="2103437" y="3195755"/>
              <a:ext cx="1778357" cy="2806477"/>
              <a:chOff x="104136" y="2560680"/>
              <a:chExt cx="1778357" cy="2806477"/>
            </a:xfrm>
          </p:grpSpPr>
          <p:grpSp>
            <p:nvGrpSpPr>
              <p:cNvPr id="40" name="Group 39">
                <a:extLst>
                  <a:ext uri="{FF2B5EF4-FFF2-40B4-BE49-F238E27FC236}">
                    <a16:creationId xmlns:a16="http://schemas.microsoft.com/office/drawing/2014/main" id="{774E8357-E7C2-7D8E-FC68-B79D29D36B0C}"/>
                  </a:ext>
                </a:extLst>
              </p:cNvPr>
              <p:cNvGrpSpPr/>
              <p:nvPr/>
            </p:nvGrpSpPr>
            <p:grpSpPr>
              <a:xfrm>
                <a:off x="104136" y="2560680"/>
                <a:ext cx="1778357" cy="2806477"/>
                <a:chOff x="442614" y="2551155"/>
                <a:chExt cx="1778357" cy="2806477"/>
              </a:xfrm>
            </p:grpSpPr>
            <p:grpSp>
              <p:nvGrpSpPr>
                <p:cNvPr id="42" name="Group 41">
                  <a:extLst>
                    <a:ext uri="{FF2B5EF4-FFF2-40B4-BE49-F238E27FC236}">
                      <a16:creationId xmlns:a16="http://schemas.microsoft.com/office/drawing/2014/main" id="{3F59E6FF-6971-FF28-6381-D27B693986DC}"/>
                    </a:ext>
                  </a:extLst>
                </p:cNvPr>
                <p:cNvGrpSpPr/>
                <p:nvPr/>
              </p:nvGrpSpPr>
              <p:grpSpPr>
                <a:xfrm>
                  <a:off x="442614" y="2551155"/>
                  <a:ext cx="1778357" cy="2806477"/>
                  <a:chOff x="509289" y="2336880"/>
                  <a:chExt cx="1778357" cy="2806477"/>
                </a:xfrm>
              </p:grpSpPr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44" name="Oval 43">
                        <a:extLst>
                          <a:ext uri="{FF2B5EF4-FFF2-40B4-BE49-F238E27FC236}">
                            <a16:creationId xmlns:a16="http://schemas.microsoft.com/office/drawing/2014/main" id="{4CBC59E3-F448-20F9-8FEF-9CA2493A9F4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750467" y="2336880"/>
                        <a:ext cx="533400" cy="533400"/>
                      </a:xfrm>
                      <a:prstGeom prst="ellipse">
                        <a:avLst/>
                      </a:prstGeom>
                      <a:noFill/>
                      <a:ln>
                        <a:solidFill>
                          <a:schemeClr val="accent5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14:m>
                          <m:oMathPara xmlns:m="http://schemas.openxmlformats.org/officeDocument/2006/math">
                            <m:oMath>
                              <m:sSup>
                                <m:sSupPr>
                                  <m:ctrlP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m:oMathPara>
                        </a14:m>
                        <a:endParaRPr lang="en-IL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49" name="Oval 48">
                        <a:extLst>
                          <a:ext uri="{FF2B5EF4-FFF2-40B4-BE49-F238E27FC236}">
                            <a16:creationId xmlns:a16="http://schemas.microsoft.com/office/drawing/2014/main" id="{41E556B7-2351-45A9-AA5A-C926A3005A53}"/>
                          </a:ext>
                        </a:extLst>
                      </p:cNvPr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1750467" y="2336880"/>
                        <a:ext cx="533400" cy="533400"/>
                      </a:xfrm>
                      <a:prstGeom prst="ellipse">
                        <a:avLst/>
                      </a:prstGeom>
                      <a:blipFill>
                        <a:blip r:embed="rId9"/>
                        <a:stretch>
                          <a:fillRect/>
                        </a:stretch>
                      </a:blipFill>
                      <a:ln>
                        <a:solidFill>
                          <a:schemeClr val="accent5"/>
                        </a:solidFill>
                      </a:ln>
                    </p:spPr>
                    <p:txBody>
                      <a:bodyPr/>
                      <a:lstStyle/>
                      <a:p>
                        <a:r>
                          <a:rPr lang="en-IL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45" name="Oval 44">
                        <a:extLst>
                          <a:ext uri="{FF2B5EF4-FFF2-40B4-BE49-F238E27FC236}">
                            <a16:creationId xmlns:a16="http://schemas.microsoft.com/office/drawing/2014/main" id="{F3A3B9CB-98F3-D5DD-DA5D-D1E9F5292DE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750467" y="3478325"/>
                        <a:ext cx="537179" cy="533400"/>
                      </a:xfrm>
                      <a:prstGeom prst="ellipse">
                        <a:avLst/>
                      </a:prstGeom>
                      <a:noFill/>
                      <a:ln>
                        <a:solidFill>
                          <a:schemeClr val="accent5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14:m>
                          <m:oMathPara xmlns:m="http://schemas.openxmlformats.org/officeDocument/2006/math">
                            <m:oMath>
                              <m:sSup>
                                <m:sSupPr>
                                  <m:ctrlP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m:oMathPara>
                        </a14:m>
                        <a:endParaRPr lang="en-IL" dirty="0"/>
                      </a:p>
                    </p:txBody>
                  </p:sp>
                </mc:Choice>
                <mc:Fallback xmlns="">
                  <p:sp>
                    <p:nvSpPr>
                      <p:cNvPr id="50" name="Oval 49">
                        <a:extLst>
                          <a:ext uri="{FF2B5EF4-FFF2-40B4-BE49-F238E27FC236}">
                            <a16:creationId xmlns:a16="http://schemas.microsoft.com/office/drawing/2014/main" id="{708C65F0-B96B-4452-A9DB-E129DAD64A40}"/>
                          </a:ext>
                        </a:extLst>
                      </p:cNvPr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1750467" y="3478325"/>
                        <a:ext cx="537179" cy="533400"/>
                      </a:xfrm>
                      <a:prstGeom prst="ellipse">
                        <a:avLst/>
                      </a:prstGeom>
                      <a:blipFill>
                        <a:blip r:embed="rId10"/>
                        <a:stretch>
                          <a:fillRect/>
                        </a:stretch>
                      </a:blipFill>
                      <a:ln>
                        <a:solidFill>
                          <a:schemeClr val="accent5"/>
                        </a:solidFill>
                      </a:ln>
                    </p:spPr>
                    <p:txBody>
                      <a:bodyPr/>
                      <a:lstStyle/>
                      <a:p>
                        <a:r>
                          <a:rPr lang="en-IL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46" name="Oval 45">
                        <a:extLst>
                          <a:ext uri="{FF2B5EF4-FFF2-40B4-BE49-F238E27FC236}">
                            <a16:creationId xmlns:a16="http://schemas.microsoft.com/office/drawing/2014/main" id="{12F2C6F5-CBAA-B546-9355-7BEB92F9EDB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746688" y="4609957"/>
                        <a:ext cx="533400" cy="533400"/>
                      </a:xfrm>
                      <a:prstGeom prst="ellipse">
                        <a:avLst/>
                      </a:prstGeom>
                      <a:noFill/>
                      <a:ln>
                        <a:solidFill>
                          <a:schemeClr val="accent5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14:m>
                          <m:oMathPara xmlns:m="http://schemas.openxmlformats.org/officeDocument/2006/math">
                            <m:oMath>
                              <m:sSup>
                                <m:sSupPr>
                                  <m:ctrlP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p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m:oMathPara>
                        </a14:m>
                        <a:endParaRPr lang="en-IL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51" name="Oval 50">
                        <a:extLst>
                          <a:ext uri="{FF2B5EF4-FFF2-40B4-BE49-F238E27FC236}">
                            <a16:creationId xmlns:a16="http://schemas.microsoft.com/office/drawing/2014/main" id="{B115347B-40B6-45E8-B610-62B0C939854C}"/>
                          </a:ext>
                        </a:extLst>
                      </p:cNvPr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1746688" y="4609957"/>
                        <a:ext cx="533400" cy="533400"/>
                      </a:xfrm>
                      <a:prstGeom prst="ellipse">
                        <a:avLst/>
                      </a:prstGeom>
                      <a:blipFill>
                        <a:blip r:embed="rId11"/>
                        <a:stretch>
                          <a:fillRect/>
                        </a:stretch>
                      </a:blipFill>
                      <a:ln>
                        <a:solidFill>
                          <a:schemeClr val="accent5"/>
                        </a:solidFill>
                      </a:ln>
                    </p:spPr>
                    <p:txBody>
                      <a:bodyPr/>
                      <a:lstStyle/>
                      <a:p>
                        <a:r>
                          <a:rPr lang="en-IL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47" name="Oval 46">
                        <a:extLst>
                          <a:ext uri="{FF2B5EF4-FFF2-40B4-BE49-F238E27FC236}">
                            <a16:creationId xmlns:a16="http://schemas.microsoft.com/office/drawing/2014/main" id="{AB6E5CA3-A637-AA37-1674-CEF9CA10E83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750467" y="2907510"/>
                        <a:ext cx="533400" cy="533400"/>
                      </a:xfrm>
                      <a:prstGeom prst="ellipse">
                        <a:avLst/>
                      </a:prstGeom>
                      <a:noFill/>
                      <a:ln>
                        <a:solidFill>
                          <a:schemeClr val="accent5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14:m>
                          <m:oMathPara xmlns:m="http://schemas.openxmlformats.org/officeDocument/2006/math">
                            <m:oMath>
                              <m:sSup>
                                <m:sSupPr>
                                  <m:ctrlP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m:oMathPara>
                        </a14:m>
                        <a:endParaRPr lang="en-IL" dirty="0"/>
                      </a:p>
                    </p:txBody>
                  </p:sp>
                </mc:Choice>
                <mc:Fallback xmlns="">
                  <p:sp>
                    <p:nvSpPr>
                      <p:cNvPr id="52" name="Oval 51">
                        <a:extLst>
                          <a:ext uri="{FF2B5EF4-FFF2-40B4-BE49-F238E27FC236}">
                            <a16:creationId xmlns:a16="http://schemas.microsoft.com/office/drawing/2014/main" id="{469EFEFC-861F-4FB2-9872-07F906113454}"/>
                          </a:ext>
                        </a:extLst>
                      </p:cNvPr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1750467" y="2907510"/>
                        <a:ext cx="533400" cy="533400"/>
                      </a:xfrm>
                      <a:prstGeom prst="ellipse">
                        <a:avLst/>
                      </a:prstGeom>
                      <a:blipFill>
                        <a:blip r:embed="rId12"/>
                        <a:stretch>
                          <a:fillRect/>
                        </a:stretch>
                      </a:blipFill>
                      <a:ln>
                        <a:solidFill>
                          <a:schemeClr val="accent5"/>
                        </a:solidFill>
                      </a:ln>
                    </p:spPr>
                    <p:txBody>
                      <a:bodyPr/>
                      <a:lstStyle/>
                      <a:p>
                        <a:r>
                          <a:rPr lang="en-IL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48" name="Oval 47">
                        <a:extLst>
                          <a:ext uri="{FF2B5EF4-FFF2-40B4-BE49-F238E27FC236}">
                            <a16:creationId xmlns:a16="http://schemas.microsoft.com/office/drawing/2014/main" id="{BB5CE2EC-A51B-FA4B-6202-100671883C1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746688" y="4041467"/>
                        <a:ext cx="533400" cy="533400"/>
                      </a:xfrm>
                      <a:prstGeom prst="ellipse">
                        <a:avLst/>
                      </a:prstGeom>
                      <a:noFill/>
                      <a:ln>
                        <a:solidFill>
                          <a:schemeClr val="accent5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14:m>
                          <m:oMathPara xmlns:m="http://schemas.openxmlformats.org/officeDocument/2006/math">
                            <m:oMath>
                              <m:sSup>
                                <m:sSupPr>
                                  <m:ctrlP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p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m:oMathPara>
                        </a14:m>
                        <a:endParaRPr lang="en-IL" dirty="0"/>
                      </a:p>
                    </p:txBody>
                  </p:sp>
                </mc:Choice>
                <mc:Fallback xmlns="">
                  <p:sp>
                    <p:nvSpPr>
                      <p:cNvPr id="53" name="Oval 52">
                        <a:extLst>
                          <a:ext uri="{FF2B5EF4-FFF2-40B4-BE49-F238E27FC236}">
                            <a16:creationId xmlns:a16="http://schemas.microsoft.com/office/drawing/2014/main" id="{32A61132-76FB-4BDA-851C-0FFD386166DF}"/>
                          </a:ext>
                        </a:extLst>
                      </p:cNvPr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1746688" y="4041467"/>
                        <a:ext cx="533400" cy="533400"/>
                      </a:xfrm>
                      <a:prstGeom prst="ellipse">
                        <a:avLst/>
                      </a:prstGeom>
                      <a:blipFill>
                        <a:blip r:embed="rId13"/>
                        <a:stretch>
                          <a:fillRect/>
                        </a:stretch>
                      </a:blipFill>
                      <a:ln>
                        <a:solidFill>
                          <a:schemeClr val="accent5"/>
                        </a:solidFill>
                      </a:ln>
                    </p:spPr>
                    <p:txBody>
                      <a:bodyPr/>
                      <a:lstStyle/>
                      <a:p>
                        <a:r>
                          <a:rPr lang="en-IL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p:cxnSp>
                <p:nvCxnSpPr>
                  <p:cNvPr id="49" name="Straight Connector 48">
                    <a:extLst>
                      <a:ext uri="{FF2B5EF4-FFF2-40B4-BE49-F238E27FC236}">
                        <a16:creationId xmlns:a16="http://schemas.microsoft.com/office/drawing/2014/main" id="{C62DFF5B-27B3-C8CE-2972-6941149293C6}"/>
                      </a:ext>
                    </a:extLst>
                  </p:cNvPr>
                  <p:cNvCxnSpPr>
                    <a:cxnSpLocks/>
                    <a:stCxn id="44" idx="2"/>
                    <a:endCxn id="59" idx="6"/>
                  </p:cNvCxnSpPr>
                  <p:nvPr/>
                </p:nvCxnSpPr>
                <p:spPr>
                  <a:xfrm flipH="1">
                    <a:off x="513068" y="2603580"/>
                    <a:ext cx="1237399" cy="571484"/>
                  </a:xfrm>
                  <a:prstGeom prst="line">
                    <a:avLst/>
                  </a:prstGeom>
                  <a:ln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5"/>
                  </a:lnRef>
                  <a:fillRef idx="0">
                    <a:schemeClr val="accent5"/>
                  </a:fillRef>
                  <a:effectRef idx="1">
                    <a:schemeClr val="accent5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0" name="Straight Connector 49">
                    <a:extLst>
                      <a:ext uri="{FF2B5EF4-FFF2-40B4-BE49-F238E27FC236}">
                        <a16:creationId xmlns:a16="http://schemas.microsoft.com/office/drawing/2014/main" id="{618F0474-D113-69BF-2C43-1F545ADAAE71}"/>
                      </a:ext>
                    </a:extLst>
                  </p:cNvPr>
                  <p:cNvCxnSpPr>
                    <a:cxnSpLocks/>
                    <a:stCxn id="47" idx="2"/>
                    <a:endCxn id="60" idx="6"/>
                  </p:cNvCxnSpPr>
                  <p:nvPr/>
                </p:nvCxnSpPr>
                <p:spPr>
                  <a:xfrm flipH="1">
                    <a:off x="509289" y="3174210"/>
                    <a:ext cx="1241178" cy="1136143"/>
                  </a:xfrm>
                  <a:prstGeom prst="line">
                    <a:avLst/>
                  </a:prstGeom>
                  <a:ln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5"/>
                  </a:lnRef>
                  <a:fillRef idx="0">
                    <a:schemeClr val="accent5"/>
                  </a:fillRef>
                  <a:effectRef idx="1">
                    <a:schemeClr val="accent5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1" name="Straight Connector 50">
                    <a:extLst>
                      <a:ext uri="{FF2B5EF4-FFF2-40B4-BE49-F238E27FC236}">
                        <a16:creationId xmlns:a16="http://schemas.microsoft.com/office/drawing/2014/main" id="{E76FB5D5-0127-C9D9-EC5A-E757E74FB9BB}"/>
                      </a:ext>
                    </a:extLst>
                  </p:cNvPr>
                  <p:cNvCxnSpPr>
                    <a:cxnSpLocks/>
                    <a:stCxn id="45" idx="2"/>
                    <a:endCxn id="58" idx="6"/>
                  </p:cNvCxnSpPr>
                  <p:nvPr/>
                </p:nvCxnSpPr>
                <p:spPr>
                  <a:xfrm flipH="1">
                    <a:off x="509289" y="3745025"/>
                    <a:ext cx="1241178" cy="1127374"/>
                  </a:xfrm>
                  <a:prstGeom prst="line">
                    <a:avLst/>
                  </a:prstGeom>
                  <a:ln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5"/>
                  </a:lnRef>
                  <a:fillRef idx="0">
                    <a:schemeClr val="accent5"/>
                  </a:fillRef>
                  <a:effectRef idx="1">
                    <a:schemeClr val="accent5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43" name="Straight Connector 42">
                  <a:extLst>
                    <a:ext uri="{FF2B5EF4-FFF2-40B4-BE49-F238E27FC236}">
                      <a16:creationId xmlns:a16="http://schemas.microsoft.com/office/drawing/2014/main" id="{763FA763-8255-FBBC-6E36-5A6CCE8A0D20}"/>
                    </a:ext>
                  </a:extLst>
                </p:cNvPr>
                <p:cNvCxnSpPr>
                  <a:cxnSpLocks/>
                  <a:stCxn id="47" idx="2"/>
                  <a:endCxn id="57" idx="6"/>
                </p:cNvCxnSpPr>
                <p:nvPr/>
              </p:nvCxnSpPr>
              <p:spPr>
                <a:xfrm flipH="1">
                  <a:off x="446393" y="3388485"/>
                  <a:ext cx="1237399" cy="568283"/>
                </a:xfrm>
                <a:prstGeom prst="line">
                  <a:avLst/>
                </a:prstGeom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5"/>
                </a:lnRef>
                <a:fillRef idx="0">
                  <a:schemeClr val="accent5"/>
                </a:fillRef>
                <a:effectRef idx="1">
                  <a:schemeClr val="accent5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ABBCD9FE-8ABE-0CB1-4203-3548D04EC72A}"/>
                  </a:ext>
                </a:extLst>
              </p:cNvPr>
              <p:cNvCxnSpPr>
                <a:cxnSpLocks/>
                <a:stCxn id="60" idx="6"/>
                <a:endCxn id="45" idx="2"/>
              </p:cNvCxnSpPr>
              <p:nvPr/>
            </p:nvCxnSpPr>
            <p:spPr>
              <a:xfrm flipV="1">
                <a:off x="104136" y="3968825"/>
                <a:ext cx="1241178" cy="565328"/>
              </a:xfrm>
              <a:prstGeom prst="line">
                <a:avLst/>
              </a:prstGeom>
              <a:ln>
                <a:solidFill>
                  <a:schemeClr val="accent1"/>
                </a:solidFill>
              </a:ln>
            </p:spPr>
            <p:style>
              <a:lnRef idx="2">
                <a:schemeClr val="accent5"/>
              </a:lnRef>
              <a:fillRef idx="0">
                <a:schemeClr val="accent5"/>
              </a:fillRef>
              <a:effectRef idx="1">
                <a:schemeClr val="accent5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BE4545C1-DC5A-AFFC-157E-236B6E3BFCBA}"/>
              </a:ext>
            </a:extLst>
          </p:cNvPr>
          <p:cNvGrpSpPr/>
          <p:nvPr/>
        </p:nvGrpSpPr>
        <p:grpSpPr>
          <a:xfrm>
            <a:off x="1080110" y="1925890"/>
            <a:ext cx="2533328" cy="1280721"/>
            <a:chOff x="2455126" y="3645711"/>
            <a:chExt cx="3161758" cy="1612354"/>
          </a:xfrm>
        </p:grpSpPr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16E19C3B-1524-A4BE-477C-17903EE81595}"/>
                </a:ext>
              </a:extLst>
            </p:cNvPr>
            <p:cNvGrpSpPr/>
            <p:nvPr/>
          </p:nvGrpSpPr>
          <p:grpSpPr>
            <a:xfrm>
              <a:off x="2455126" y="3645711"/>
              <a:ext cx="3161758" cy="1612354"/>
              <a:chOff x="2793604" y="3636186"/>
              <a:chExt cx="3161758" cy="1612354"/>
            </a:xfrm>
          </p:grpSpPr>
          <p:grpSp>
            <p:nvGrpSpPr>
              <p:cNvPr id="67" name="Group 66">
                <a:extLst>
                  <a:ext uri="{FF2B5EF4-FFF2-40B4-BE49-F238E27FC236}">
                    <a16:creationId xmlns:a16="http://schemas.microsoft.com/office/drawing/2014/main" id="{F0ABED0F-D412-13B9-5045-91AAB9B8F6B5}"/>
                  </a:ext>
                </a:extLst>
              </p:cNvPr>
              <p:cNvGrpSpPr/>
              <p:nvPr/>
            </p:nvGrpSpPr>
            <p:grpSpPr>
              <a:xfrm>
                <a:off x="2793604" y="3636186"/>
                <a:ext cx="3161758" cy="1612354"/>
                <a:chOff x="2860279" y="3421911"/>
                <a:chExt cx="3161758" cy="1612354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69" name="Oval 68">
                      <a:extLst>
                        <a:ext uri="{FF2B5EF4-FFF2-40B4-BE49-F238E27FC236}">
                          <a16:creationId xmlns:a16="http://schemas.microsoft.com/office/drawing/2014/main" id="{0816A91C-6B2D-3207-0672-3B6FFCC981A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860279" y="3955311"/>
                      <a:ext cx="533400" cy="533400"/>
                    </a:xfrm>
                    <a:prstGeom prst="ellipse">
                      <a:avLst/>
                    </a:prstGeom>
                    <a:noFill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oMath>
                        </m:oMathPara>
                      </a14:m>
                      <a:endParaRPr lang="en-IL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62" name="Oval 61">
                      <a:extLst>
                        <a:ext uri="{FF2B5EF4-FFF2-40B4-BE49-F238E27FC236}">
                          <a16:creationId xmlns:a16="http://schemas.microsoft.com/office/drawing/2014/main" id="{B071BF12-9CD8-46A2-9FDA-AFC03B1554A5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860279" y="3955311"/>
                      <a:ext cx="533400" cy="533400"/>
                    </a:xfrm>
                    <a:prstGeom prst="ellipse">
                      <a:avLst/>
                    </a:prstGeom>
                    <a:blipFill>
                      <a:blip r:embed="rId14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IL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70" name="Oval 69">
                      <a:extLst>
                        <a:ext uri="{FF2B5EF4-FFF2-40B4-BE49-F238E27FC236}">
                          <a16:creationId xmlns:a16="http://schemas.microsoft.com/office/drawing/2014/main" id="{ED301026-75AB-EF74-A35E-4EB6BDA8EEC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181741" y="3421911"/>
                      <a:ext cx="537179" cy="533400"/>
                    </a:xfrm>
                    <a:prstGeom prst="ellipse">
                      <a:avLst/>
                    </a:prstGeom>
                    <a:noFill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oMath>
                        </m:oMathPara>
                      </a14:m>
                      <a:endParaRPr lang="en-IL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63" name="Oval 62">
                      <a:extLst>
                        <a:ext uri="{FF2B5EF4-FFF2-40B4-BE49-F238E27FC236}">
                          <a16:creationId xmlns:a16="http://schemas.microsoft.com/office/drawing/2014/main" id="{165AC472-21F9-4EF0-9A63-B7D2DE8A6196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181741" y="3421911"/>
                      <a:ext cx="537179" cy="533400"/>
                    </a:xfrm>
                    <a:prstGeom prst="ellipse">
                      <a:avLst/>
                    </a:prstGeom>
                    <a:blipFill>
                      <a:blip r:embed="rId15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IL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71" name="Oval 70">
                      <a:extLst>
                        <a:ext uri="{FF2B5EF4-FFF2-40B4-BE49-F238E27FC236}">
                          <a16:creationId xmlns:a16="http://schemas.microsoft.com/office/drawing/2014/main" id="{698BD7DD-3D54-85E6-E6E6-D8E811DE9C8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488637" y="3967465"/>
                      <a:ext cx="533400" cy="533400"/>
                    </a:xfrm>
                    <a:prstGeom prst="ellipse">
                      <a:avLst/>
                    </a:prstGeom>
                    <a:noFill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>
                            <m:r>
                              <a:rPr lang="en-US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oMath>
                        </m:oMathPara>
                      </a14:m>
                      <a:endParaRPr lang="en-IL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64" name="Oval 63">
                      <a:extLst>
                        <a:ext uri="{FF2B5EF4-FFF2-40B4-BE49-F238E27FC236}">
                          <a16:creationId xmlns:a16="http://schemas.microsoft.com/office/drawing/2014/main" id="{D203529E-E062-450D-A7C9-D40EDFAFC1A3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488637" y="3967465"/>
                      <a:ext cx="533400" cy="533400"/>
                    </a:xfrm>
                    <a:prstGeom prst="ellipse">
                      <a:avLst/>
                    </a:prstGeom>
                    <a:blipFill>
                      <a:blip r:embed="rId16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IL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72" name="Oval 71">
                      <a:extLst>
                        <a:ext uri="{FF2B5EF4-FFF2-40B4-BE49-F238E27FC236}">
                          <a16:creationId xmlns:a16="http://schemas.microsoft.com/office/drawing/2014/main" id="{77C2343C-D738-B0F6-9393-3AD36C30959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672871" y="4500865"/>
                      <a:ext cx="533400" cy="533400"/>
                    </a:xfrm>
                    <a:prstGeom prst="ellipse">
                      <a:avLst/>
                    </a:prstGeom>
                    <a:noFill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oMath>
                        </m:oMathPara>
                      </a14:m>
                      <a:endParaRPr lang="en-IL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65" name="Oval 64">
                      <a:extLst>
                        <a:ext uri="{FF2B5EF4-FFF2-40B4-BE49-F238E27FC236}">
                          <a16:creationId xmlns:a16="http://schemas.microsoft.com/office/drawing/2014/main" id="{A1A38637-67DD-4F9E-9450-B1A01B894CF5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672871" y="4500865"/>
                      <a:ext cx="533400" cy="533400"/>
                    </a:xfrm>
                    <a:prstGeom prst="ellipse">
                      <a:avLst/>
                    </a:prstGeom>
                    <a:blipFill>
                      <a:blip r:embed="rId17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IL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73" name="Oval 72">
                      <a:extLst>
                        <a:ext uri="{FF2B5EF4-FFF2-40B4-BE49-F238E27FC236}">
                          <a16:creationId xmlns:a16="http://schemas.microsoft.com/office/drawing/2014/main" id="{8D6361D4-F88D-A813-428B-0FD0E6DD032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694392" y="4500865"/>
                      <a:ext cx="533400" cy="533400"/>
                    </a:xfrm>
                    <a:prstGeom prst="ellipse">
                      <a:avLst/>
                    </a:prstGeom>
                    <a:noFill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oMath>
                        </m:oMathPara>
                      </a14:m>
                      <a:endParaRPr lang="en-IL" dirty="0"/>
                    </a:p>
                  </p:txBody>
                </p:sp>
              </mc:Choice>
              <mc:Fallback xmlns="">
                <p:sp>
                  <p:nvSpPr>
                    <p:cNvPr id="66" name="Oval 65">
                      <a:extLst>
                        <a:ext uri="{FF2B5EF4-FFF2-40B4-BE49-F238E27FC236}">
                          <a16:creationId xmlns:a16="http://schemas.microsoft.com/office/drawing/2014/main" id="{26128465-5B7F-412F-9AE0-C14B2158F658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694392" y="4500865"/>
                      <a:ext cx="533400" cy="533400"/>
                    </a:xfrm>
                    <a:prstGeom prst="ellipse">
                      <a:avLst/>
                    </a:prstGeom>
                    <a:blipFill>
                      <a:blip r:embed="rId18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IL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74" name="Straight Connector 73">
                  <a:extLst>
                    <a:ext uri="{FF2B5EF4-FFF2-40B4-BE49-F238E27FC236}">
                      <a16:creationId xmlns:a16="http://schemas.microsoft.com/office/drawing/2014/main" id="{1436BA74-4921-34F0-6419-84D3E2DBC341}"/>
                    </a:ext>
                  </a:extLst>
                </p:cNvPr>
                <p:cNvCxnSpPr>
                  <a:stCxn id="69" idx="5"/>
                  <a:endCxn id="72" idx="2"/>
                </p:cNvCxnSpPr>
                <p:nvPr/>
              </p:nvCxnSpPr>
              <p:spPr>
                <a:xfrm>
                  <a:off x="3315564" y="4410596"/>
                  <a:ext cx="357307" cy="356969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5" name="Straight Connector 74">
                  <a:extLst>
                    <a:ext uri="{FF2B5EF4-FFF2-40B4-BE49-F238E27FC236}">
                      <a16:creationId xmlns:a16="http://schemas.microsoft.com/office/drawing/2014/main" id="{9EAF1254-CF37-AA70-CFB0-8548D66F4196}"/>
                    </a:ext>
                  </a:extLst>
                </p:cNvPr>
                <p:cNvCxnSpPr>
                  <a:cxnSpLocks/>
                  <a:stCxn id="72" idx="6"/>
                  <a:endCxn id="73" idx="2"/>
                </p:cNvCxnSpPr>
                <p:nvPr/>
              </p:nvCxnSpPr>
              <p:spPr>
                <a:xfrm>
                  <a:off x="4206271" y="4767565"/>
                  <a:ext cx="488121" cy="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6" name="Straight Connector 75">
                  <a:extLst>
                    <a:ext uri="{FF2B5EF4-FFF2-40B4-BE49-F238E27FC236}">
                      <a16:creationId xmlns:a16="http://schemas.microsoft.com/office/drawing/2014/main" id="{6DAD74C4-DF3B-03A2-9A8D-0ABFDC329F2F}"/>
                    </a:ext>
                  </a:extLst>
                </p:cNvPr>
                <p:cNvCxnSpPr>
                  <a:cxnSpLocks/>
                  <a:stCxn id="70" idx="6"/>
                  <a:endCxn id="71" idx="2"/>
                </p:cNvCxnSpPr>
                <p:nvPr/>
              </p:nvCxnSpPr>
              <p:spPr>
                <a:xfrm>
                  <a:off x="4718920" y="3688611"/>
                  <a:ext cx="769717" cy="545554"/>
                </a:xfrm>
                <a:prstGeom prst="line">
                  <a:avLst/>
                </a:prstGeom>
                <a:ln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68" name="Straight Connector 67">
                <a:extLst>
                  <a:ext uri="{FF2B5EF4-FFF2-40B4-BE49-F238E27FC236}">
                    <a16:creationId xmlns:a16="http://schemas.microsoft.com/office/drawing/2014/main" id="{89F6BDE1-30ED-533E-0798-3363E198698C}"/>
                  </a:ext>
                </a:extLst>
              </p:cNvPr>
              <p:cNvCxnSpPr>
                <a:stCxn id="72" idx="0"/>
                <a:endCxn id="70" idx="3"/>
              </p:cNvCxnSpPr>
              <p:nvPr/>
            </p:nvCxnSpPr>
            <p:spPr>
              <a:xfrm flipV="1">
                <a:off x="3872896" y="4091471"/>
                <a:ext cx="320838" cy="623669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6ED3B46D-7130-AEFF-E98C-07C5E4A2A071}"/>
                </a:ext>
              </a:extLst>
            </p:cNvPr>
            <p:cNvCxnSpPr>
              <a:cxnSpLocks/>
              <a:stCxn id="70" idx="5"/>
              <a:endCxn id="73" idx="0"/>
            </p:cNvCxnSpPr>
            <p:nvPr/>
          </p:nvCxnSpPr>
          <p:spPr>
            <a:xfrm>
              <a:off x="4235099" y="4100996"/>
              <a:ext cx="320840" cy="623669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7" name="Arrow: Right 76">
            <a:extLst>
              <a:ext uri="{FF2B5EF4-FFF2-40B4-BE49-F238E27FC236}">
                <a16:creationId xmlns:a16="http://schemas.microsoft.com/office/drawing/2014/main" id="{687D2355-642E-AA90-0B1B-FEC709AB89E1}"/>
              </a:ext>
            </a:extLst>
          </p:cNvPr>
          <p:cNvSpPr/>
          <p:nvPr/>
        </p:nvSpPr>
        <p:spPr>
          <a:xfrm rot="5400000">
            <a:off x="2083987" y="3461546"/>
            <a:ext cx="521405" cy="391103"/>
          </a:xfrm>
          <a:prstGeom prst="rightArrow">
            <a:avLst>
              <a:gd name="adj1" fmla="val 33876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2162C696-3CC1-F3D1-C630-615CE9CF46AD}"/>
                  </a:ext>
                </a:extLst>
              </p:cNvPr>
              <p:cNvSpPr txBox="1"/>
              <p:nvPr/>
            </p:nvSpPr>
            <p:spPr>
              <a:xfrm>
                <a:off x="1507492" y="2018357"/>
                <a:ext cx="49997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>
                      <m:r>
                        <a:rPr lang="LID4096" b="0" i="1" smtClean="0">
                          <a:latin typeface="Cambria Math" panose="02040503050406030204" pitchFamily="18" charset="0"/>
                        </a:rPr>
                        <m:t>𝐺</m:t>
                      </m:r>
                    </m:oMath>
                  </m:oMathPara>
                </a14:m>
                <a:endParaRPr lang="LID4096" dirty="0"/>
              </a:p>
            </p:txBody>
          </p:sp>
        </mc:Choice>
        <mc:Fallback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2162C696-3CC1-F3D1-C630-615CE9CF46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7492" y="2018357"/>
                <a:ext cx="499979" cy="369332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D91E85F3-13C9-F893-7EED-01C84DD37ADD}"/>
                  </a:ext>
                </a:extLst>
              </p:cNvPr>
              <p:cNvSpPr txBox="1"/>
              <p:nvPr/>
            </p:nvSpPr>
            <p:spPr>
              <a:xfrm>
                <a:off x="932217" y="3917916"/>
                <a:ext cx="49997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LID4096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LID4096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p>
                          <m:r>
                            <a:rPr lang="LID4096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</m:oMath>
                  </m:oMathPara>
                </a14:m>
                <a:endParaRPr lang="LID4096" dirty="0"/>
              </a:p>
            </p:txBody>
          </p:sp>
        </mc:Choice>
        <mc:Fallback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D91E85F3-13C9-F893-7EED-01C84DD37A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2217" y="3917916"/>
                <a:ext cx="499979" cy="369332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1" name="Rectangle: Rounded Corners 80">
                <a:extLst>
                  <a:ext uri="{FF2B5EF4-FFF2-40B4-BE49-F238E27FC236}">
                    <a16:creationId xmlns:a16="http://schemas.microsoft.com/office/drawing/2014/main" id="{618C9ED3-B723-0220-CFCD-FF1914D4CF27}"/>
                  </a:ext>
                </a:extLst>
              </p:cNvPr>
              <p:cNvSpPr/>
              <p:nvPr/>
            </p:nvSpPr>
            <p:spPr>
              <a:xfrm>
                <a:off x="653322" y="516549"/>
                <a:ext cx="3705948" cy="586189"/>
              </a:xfrm>
              <a:prstGeom prst="roundRect">
                <a:avLst/>
              </a:prstGeom>
              <a:solidFill>
                <a:srgbClr val="D3F5F6"/>
              </a:solidFill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 marL="91440" indent="-91440" algn="r" rtl="1">
                  <a:buClr>
                    <a:schemeClr val="accent1"/>
                  </a:buClr>
                  <a:buSzPct val="100000"/>
                  <a:buFont typeface="Calibri" panose="020F0502020204030204" pitchFamily="34" charset="0"/>
                  <a:buChar char=" "/>
                </a:pPr>
                <a:r>
                  <a:rPr lang="he-IL" sz="1400" b="1" dirty="0"/>
                  <a:t>טענה ראשית: </a:t>
                </a:r>
                <a:r>
                  <a:rPr lang="he-IL" sz="1400" dirty="0"/>
                  <a:t>לכל קודקוד </a:t>
                </a:r>
                <a14:m>
                  <m:oMath xmlns:m="http://schemas.openxmlformats.org/officeDocument/2006/math">
                    <m:r>
                      <a:rPr lang="en-US" sz="1400" i="1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1400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1400" i="1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he-IL" sz="14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sSup>
                          <m:sSupPr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p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sub>
                    </m:sSub>
                    <m:d>
                      <m:d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p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e>
                    </m:d>
                  </m:oMath>
                </a14:m>
                <a:r>
                  <a:rPr lang="he-IL" sz="1400" dirty="0"/>
                  <a:t> שווה לאורך מסלול זוגי הקצר ביותר מ-</a:t>
                </a:r>
                <a14:m>
                  <m:oMath xmlns:m="http://schemas.openxmlformats.org/officeDocument/2006/math">
                    <m:r>
                      <a:rPr lang="en-US" sz="1400" i="1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he-IL" sz="1400" dirty="0"/>
                  <a:t> ל-</a:t>
                </a:r>
                <a14:m>
                  <m:oMath xmlns:m="http://schemas.openxmlformats.org/officeDocument/2006/math">
                    <m:r>
                      <a:rPr lang="en-US" sz="1400" i="1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he-IL" sz="1400" dirty="0"/>
                  <a:t> ב-</a:t>
                </a:r>
                <a14:m>
                  <m:oMath xmlns:m="http://schemas.openxmlformats.org/officeDocument/2006/math">
                    <m:r>
                      <a:rPr lang="en-US" sz="1400" i="1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he-IL" sz="1400" dirty="0"/>
                  <a:t>.</a:t>
                </a:r>
              </a:p>
            </p:txBody>
          </p:sp>
        </mc:Choice>
        <mc:Fallback>
          <p:sp>
            <p:nvSpPr>
              <p:cNvPr id="81" name="Rectangle: Rounded Corners 80">
                <a:extLst>
                  <a:ext uri="{FF2B5EF4-FFF2-40B4-BE49-F238E27FC236}">
                    <a16:creationId xmlns:a16="http://schemas.microsoft.com/office/drawing/2014/main" id="{618C9ED3-B723-0220-CFCD-FF1914D4CF2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322" y="516549"/>
                <a:ext cx="3705948" cy="586189"/>
              </a:xfrm>
              <a:prstGeom prst="roundRect">
                <a:avLst/>
              </a:prstGeom>
              <a:blipFill>
                <a:blip r:embed="rId21"/>
                <a:stretch>
                  <a:fillRect b="-3030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814823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" grpId="0" animBg="1"/>
      <p:bldP spid="3" grpId="0" uiExpand="1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EFE810-BE2E-4698-93F0-03FF1DAC6D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he-IL" dirty="0"/>
              <a:t>הוכחת נכונות – הגדרת טענות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466F0B9-02A1-49FF-847C-AE564ADA55F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algn="r" rtl="1"/>
                <a:r>
                  <a:rPr lang="he-IL" b="1" dirty="0"/>
                  <a:t>טענה ראשית: </a:t>
                </a:r>
                <a:r>
                  <a:rPr lang="he-IL" dirty="0"/>
                  <a:t>לכל קודקוד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he-IL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e>
                    </m:d>
                  </m:oMath>
                </a14:m>
                <a:r>
                  <a:rPr lang="he-IL" dirty="0"/>
                  <a:t> שווה לאורך </a:t>
                </a:r>
                <a:br>
                  <a:rPr lang="en-US" dirty="0"/>
                </a:br>
                <a:r>
                  <a:rPr lang="he-IL" dirty="0"/>
                  <a:t>מסלול זוגי מינימלי ב-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he-IL" dirty="0"/>
                  <a:t> מהקודקוד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he-IL" dirty="0"/>
                  <a:t> אל הקודקוד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he-IL" dirty="0"/>
                  <a:t>.</a:t>
                </a:r>
                <a:endParaRPr lang="he-IL" b="1" dirty="0"/>
              </a:p>
              <a:p>
                <a:pPr algn="r" rtl="1">
                  <a:spcAft>
                    <a:spcPts val="1800"/>
                  </a:spcAft>
                </a:pPr>
                <a:r>
                  <a:rPr lang="he-IL" b="1" dirty="0"/>
                  <a:t>טענת עזר: </a:t>
                </a:r>
                <a:r>
                  <a:rPr lang="he-IL" dirty="0"/>
                  <a:t>קיים מסלול באורך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he-IL" dirty="0"/>
                  <a:t> בין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he-IL" dirty="0"/>
                  <a:t> לבין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he-IL" dirty="0"/>
                  <a:t> ב-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he-IL" dirty="0"/>
                  <a:t> אמ"מ קיים </a:t>
                </a:r>
                <a:br>
                  <a:rPr lang="en-US" dirty="0"/>
                </a:br>
                <a:r>
                  <a:rPr lang="he-IL" dirty="0"/>
                  <a:t>מסלול באורך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he-IL" dirty="0"/>
                  <a:t> בין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lang="he-IL" dirty="0"/>
                  <a:t> ל-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lang="he-IL" dirty="0"/>
                  <a:t> ב-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he-IL" dirty="0"/>
                  <a:t>.</a:t>
                </a:r>
              </a:p>
              <a:p>
                <a:pPr algn="r" rtl="1"/>
                <a:r>
                  <a:rPr lang="he-IL" b="1" dirty="0"/>
                  <a:t>אבחנה: </a:t>
                </a:r>
                <a:r>
                  <a:rPr lang="he-IL" dirty="0"/>
                  <a:t>כל מסלול ב-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he-IL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he-IL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p>
                        <m:r>
                          <a:rPr lang="he-IL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he-IL" dirty="0"/>
                  <a:t> בין שני קודקודים ב-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he-IL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he-IL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p>
                        <m:r>
                          <a:rPr lang="he-IL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lang="he-IL" dirty="0"/>
                  <a:t> הוא באורך זוגי.</a:t>
                </a:r>
              </a:p>
              <a:p>
                <a:pPr algn="r" rtl="1">
                  <a:spcAft>
                    <a:spcPts val="1800"/>
                  </a:spcAft>
                </a:pPr>
                <a:r>
                  <a:rPr lang="he-IL" b="1" dirty="0"/>
                  <a:t>הסבר:</a:t>
                </a:r>
                <a:r>
                  <a:rPr lang="he-IL" dirty="0"/>
                  <a:t> </a:t>
                </a:r>
                <a:r>
                  <a:rPr lang="" dirty="0"/>
                  <a:t>בגרף דו־חלקי, כל מעבר בין קודקודים מחליף צד</a:t>
                </a:r>
                <a:r>
                  <a:rPr lang="he-IL" dirty="0"/>
                  <a:t>. </a:t>
                </a:r>
                <a:br>
                  <a:rPr lang="en-US" dirty="0"/>
                </a:br>
                <a:r>
                  <a:rPr lang="he-IL" dirty="0"/>
                  <a:t>           </a:t>
                </a:r>
                <a:r>
                  <a:rPr lang="" dirty="0"/>
                  <a:t>לכן מסלול שמתחיל ומסתיים באותו צד הוא באורך זוגי.</a:t>
                </a:r>
                <a:endParaRPr lang="he-IL" dirty="0"/>
              </a:p>
              <a:p>
                <a:pPr algn="r" rtl="1">
                  <a:spcAft>
                    <a:spcPts val="1800"/>
                  </a:spcAft>
                </a:pPr>
                <a:r>
                  <a:rPr lang="he-IL" dirty="0"/>
                  <a:t>תחילה נסיק את הטענה הראשית מטענת העזר, ולאחר מכן </a:t>
                </a:r>
                <a:br>
                  <a:rPr lang="en-US" dirty="0"/>
                </a:br>
                <a:r>
                  <a:rPr lang="he-IL" dirty="0"/>
                  <a:t>נוכיח את טענת העזר.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466F0B9-02A1-49FF-847C-AE564ADA55F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1667" r="-1576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039AE9-5473-48C1-92E7-D359FE032B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12C8B-9213-4B4F-980B-F7735CE1D7D6}" type="datetime9">
              <a:rPr lang="he-IL" smtClean="0"/>
              <a:t>16 אוקטובר, 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26B9E1-E661-4016-8393-4BED140E33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32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F14E58-2CC7-4879-B745-958E53F019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תרגול 1 - מבוא ורדוקציות</a:t>
            </a:r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08530670-9CBA-129B-F16F-A7A3C6086E4F}"/>
              </a:ext>
            </a:extLst>
          </p:cNvPr>
          <p:cNvGrpSpPr/>
          <p:nvPr/>
        </p:nvGrpSpPr>
        <p:grpSpPr>
          <a:xfrm>
            <a:off x="1407278" y="3968627"/>
            <a:ext cx="1852273" cy="2229234"/>
            <a:chOff x="1570037" y="3195755"/>
            <a:chExt cx="2311757" cy="2806477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5A0CD060-E736-9658-569B-F6ACBF9B5CE0}"/>
                </a:ext>
              </a:extLst>
            </p:cNvPr>
            <p:cNvGrpSpPr/>
            <p:nvPr/>
          </p:nvGrpSpPr>
          <p:grpSpPr>
            <a:xfrm>
              <a:off x="1570037" y="3200711"/>
              <a:ext cx="1774578" cy="2797263"/>
              <a:chOff x="2032759" y="3539769"/>
              <a:chExt cx="1774578" cy="2797263"/>
            </a:xfrm>
          </p:grpSpPr>
          <p:grpSp>
            <p:nvGrpSpPr>
              <p:cNvPr id="22" name="Group 21">
                <a:extLst>
                  <a:ext uri="{FF2B5EF4-FFF2-40B4-BE49-F238E27FC236}">
                    <a16:creationId xmlns:a16="http://schemas.microsoft.com/office/drawing/2014/main" id="{51369F7A-9E21-2A93-196B-8350D64122E6}"/>
                  </a:ext>
                </a:extLst>
              </p:cNvPr>
              <p:cNvGrpSpPr/>
              <p:nvPr/>
            </p:nvGrpSpPr>
            <p:grpSpPr>
              <a:xfrm>
                <a:off x="2032759" y="3539769"/>
                <a:ext cx="1774578" cy="2797263"/>
                <a:chOff x="2371237" y="3530244"/>
                <a:chExt cx="1774578" cy="2797263"/>
              </a:xfrm>
            </p:grpSpPr>
            <p:grpSp>
              <p:nvGrpSpPr>
                <p:cNvPr id="24" name="Group 23">
                  <a:extLst>
                    <a:ext uri="{FF2B5EF4-FFF2-40B4-BE49-F238E27FC236}">
                      <a16:creationId xmlns:a16="http://schemas.microsoft.com/office/drawing/2014/main" id="{A2A7FD22-6DC6-7B30-232E-473D1713505A}"/>
                    </a:ext>
                  </a:extLst>
                </p:cNvPr>
                <p:cNvGrpSpPr/>
                <p:nvPr/>
              </p:nvGrpSpPr>
              <p:grpSpPr>
                <a:xfrm>
                  <a:off x="2371237" y="3530244"/>
                  <a:ext cx="1774578" cy="2797263"/>
                  <a:chOff x="2437912" y="3315969"/>
                  <a:chExt cx="1774578" cy="2797263"/>
                </a:xfrm>
              </p:grpSpPr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26" name="Oval 25">
                        <a:extLst>
                          <a:ext uri="{FF2B5EF4-FFF2-40B4-BE49-F238E27FC236}">
                            <a16:creationId xmlns:a16="http://schemas.microsoft.com/office/drawing/2014/main" id="{09678133-0E5D-DBC2-80CB-695C8C27CDD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439801" y="3315969"/>
                        <a:ext cx="533400" cy="533400"/>
                      </a:xfrm>
                      <a:prstGeom prst="ellipse">
                        <a:avLst/>
                      </a:prstGeom>
                      <a:noFill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14:m>
                          <m:oMathPara xmlns:m="http://schemas.openxmlformats.org/officeDocument/2006/math">
                            <m:oMath>
                              <m:sSup>
                                <m:sSupPr>
                                  <m:ctrlP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p>
                            </m:oMath>
                          </m:oMathPara>
                        </a14:m>
                        <a:endParaRPr lang="en-IL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19" name="Oval 18">
                        <a:extLst>
                          <a:ext uri="{FF2B5EF4-FFF2-40B4-BE49-F238E27FC236}">
                            <a16:creationId xmlns:a16="http://schemas.microsoft.com/office/drawing/2014/main" id="{C314A706-A17F-49E5-874F-0CEAA1757873}"/>
                          </a:ext>
                        </a:extLst>
                      </p:cNvPr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2439801" y="3315969"/>
                        <a:ext cx="533400" cy="533400"/>
                      </a:xfrm>
                      <a:prstGeom prst="ellipse">
                        <a:avLst/>
                      </a:prstGeom>
                      <a:blipFill>
                        <a:blip r:embed="rId3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IL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27" name="Oval 26">
                        <a:extLst>
                          <a:ext uri="{FF2B5EF4-FFF2-40B4-BE49-F238E27FC236}">
                            <a16:creationId xmlns:a16="http://schemas.microsoft.com/office/drawing/2014/main" id="{CAB3324D-C668-B34D-6083-88A2BB41858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437912" y="4449926"/>
                        <a:ext cx="537179" cy="533400"/>
                      </a:xfrm>
                      <a:prstGeom prst="ellipse">
                        <a:avLst/>
                      </a:prstGeom>
                      <a:noFill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14:m>
                          <m:oMathPara xmlns:m="http://schemas.openxmlformats.org/officeDocument/2006/math">
                            <m:oMath>
                              <m:sSup>
                                <m:sSupPr>
                                  <m:ctrlP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p>
                            </m:oMath>
                          </m:oMathPara>
                        </a14:m>
                        <a:endParaRPr lang="en-IL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20" name="Oval 19">
                        <a:extLst>
                          <a:ext uri="{FF2B5EF4-FFF2-40B4-BE49-F238E27FC236}">
                            <a16:creationId xmlns:a16="http://schemas.microsoft.com/office/drawing/2014/main" id="{C9DAF094-38F7-4E67-AD1F-B1F1A4344B16}"/>
                          </a:ext>
                        </a:extLst>
                      </p:cNvPr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2437912" y="4449926"/>
                        <a:ext cx="537179" cy="533400"/>
                      </a:xfrm>
                      <a:prstGeom prst="ellipse">
                        <a:avLst/>
                      </a:prstGeom>
                      <a:blipFill>
                        <a:blip r:embed="rId4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IL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28" name="Oval 27">
                        <a:extLst>
                          <a:ext uri="{FF2B5EF4-FFF2-40B4-BE49-F238E27FC236}">
                            <a16:creationId xmlns:a16="http://schemas.microsoft.com/office/drawing/2014/main" id="{89A31F49-76D7-000F-DDF9-1B1FE967F91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437912" y="5579832"/>
                        <a:ext cx="533400" cy="533400"/>
                      </a:xfrm>
                      <a:prstGeom prst="ellipse">
                        <a:avLst/>
                      </a:prstGeom>
                      <a:noFill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14:m>
                          <m:oMathPara xmlns:m="http://schemas.openxmlformats.org/officeDocument/2006/math">
                            <m:oMath>
                              <m:sSup>
                                <m:sSupPr>
                                  <m:ctrlP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p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p>
                            </m:oMath>
                          </m:oMathPara>
                        </a14:m>
                        <a:endParaRPr lang="en-IL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21" name="Oval 20">
                        <a:extLst>
                          <a:ext uri="{FF2B5EF4-FFF2-40B4-BE49-F238E27FC236}">
                            <a16:creationId xmlns:a16="http://schemas.microsoft.com/office/drawing/2014/main" id="{E829DC79-E86E-497E-962D-B1CE633C27FF}"/>
                          </a:ext>
                        </a:extLst>
                      </p:cNvPr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2437912" y="5579832"/>
                        <a:ext cx="533400" cy="533400"/>
                      </a:xfrm>
                      <a:prstGeom prst="ellipse">
                        <a:avLst/>
                      </a:prstGeom>
                      <a:blipFill>
                        <a:blip r:embed="rId5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IL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29" name="Oval 28">
                        <a:extLst>
                          <a:ext uri="{FF2B5EF4-FFF2-40B4-BE49-F238E27FC236}">
                            <a16:creationId xmlns:a16="http://schemas.microsoft.com/office/drawing/2014/main" id="{4D8EA45A-78DC-545D-6050-8FCEFBFF28F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441691" y="3882497"/>
                        <a:ext cx="533400" cy="533400"/>
                      </a:xfrm>
                      <a:prstGeom prst="ellipse">
                        <a:avLst/>
                      </a:prstGeom>
                      <a:noFill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14:m>
                          <m:oMathPara xmlns:m="http://schemas.openxmlformats.org/officeDocument/2006/math">
                            <m:oMath>
                              <m:sSup>
                                <m:sSupPr>
                                  <m:ctrlP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p>
                            </m:oMath>
                          </m:oMathPara>
                        </a14:m>
                        <a:endParaRPr lang="en-IL" dirty="0"/>
                      </a:p>
                    </p:txBody>
                  </p:sp>
                </mc:Choice>
                <mc:Fallback xmlns="">
                  <p:sp>
                    <p:nvSpPr>
                      <p:cNvPr id="23" name="Oval 22">
                        <a:extLst>
                          <a:ext uri="{FF2B5EF4-FFF2-40B4-BE49-F238E27FC236}">
                            <a16:creationId xmlns:a16="http://schemas.microsoft.com/office/drawing/2014/main" id="{68CA783B-B866-46CE-AD2D-212FC9654FE8}"/>
                          </a:ext>
                        </a:extLst>
                      </p:cNvPr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2441691" y="3882497"/>
                        <a:ext cx="533400" cy="533400"/>
                      </a:xfrm>
                      <a:prstGeom prst="ellipse">
                        <a:avLst/>
                      </a:prstGeom>
                      <a:blipFill>
                        <a:blip r:embed="rId6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IL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30" name="Oval 29">
                        <a:extLst>
                          <a:ext uri="{FF2B5EF4-FFF2-40B4-BE49-F238E27FC236}">
                            <a16:creationId xmlns:a16="http://schemas.microsoft.com/office/drawing/2014/main" id="{84824229-978F-57CB-FF38-66C69ED03E6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437912" y="5017786"/>
                        <a:ext cx="533400" cy="533400"/>
                      </a:xfrm>
                      <a:prstGeom prst="ellipse">
                        <a:avLst/>
                      </a:prstGeom>
                      <a:noFill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14:m>
                          <m:oMathPara xmlns:m="http://schemas.openxmlformats.org/officeDocument/2006/math">
                            <m:oMath>
                              <m:sSup>
                                <m:sSupPr>
                                  <m:ctrlP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p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p>
                            </m:oMath>
                          </m:oMathPara>
                        </a14:m>
                        <a:endParaRPr lang="en-IL" dirty="0"/>
                      </a:p>
                    </p:txBody>
                  </p:sp>
                </mc:Choice>
                <mc:Fallback xmlns="">
                  <p:sp>
                    <p:nvSpPr>
                      <p:cNvPr id="24" name="Oval 23">
                        <a:extLst>
                          <a:ext uri="{FF2B5EF4-FFF2-40B4-BE49-F238E27FC236}">
                            <a16:creationId xmlns:a16="http://schemas.microsoft.com/office/drawing/2014/main" id="{819D6331-9143-4E4F-8F2B-85FDF8C949C9}"/>
                          </a:ext>
                        </a:extLst>
                      </p:cNvPr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2437912" y="5017786"/>
                        <a:ext cx="533400" cy="533400"/>
                      </a:xfrm>
                      <a:prstGeom prst="ellipse">
                        <a:avLst/>
                      </a:prstGeom>
                      <a:blipFill>
                        <a:blip r:embed="rId7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IL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p:cxnSp>
                <p:nvCxnSpPr>
                  <p:cNvPr id="31" name="Straight Connector 30">
                    <a:extLst>
                      <a:ext uri="{FF2B5EF4-FFF2-40B4-BE49-F238E27FC236}">
                        <a16:creationId xmlns:a16="http://schemas.microsoft.com/office/drawing/2014/main" id="{826F9223-4AB2-AC87-7E35-5BC34346DE0F}"/>
                      </a:ext>
                    </a:extLst>
                  </p:cNvPr>
                  <p:cNvCxnSpPr>
                    <a:cxnSpLocks/>
                    <a:stCxn id="26" idx="6"/>
                    <a:endCxn id="17" idx="2"/>
                  </p:cNvCxnSpPr>
                  <p:nvPr/>
                </p:nvCxnSpPr>
                <p:spPr>
                  <a:xfrm>
                    <a:off x="2973201" y="3582669"/>
                    <a:ext cx="1239289" cy="565674"/>
                  </a:xfrm>
                  <a:prstGeom prst="line">
                    <a:avLst/>
                  </a:prstGeom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2" name="Straight Connector 31">
                    <a:extLst>
                      <a:ext uri="{FF2B5EF4-FFF2-40B4-BE49-F238E27FC236}">
                        <a16:creationId xmlns:a16="http://schemas.microsoft.com/office/drawing/2014/main" id="{7126AD67-18D0-A7AF-B51F-E23CB9DE821B}"/>
                      </a:ext>
                    </a:extLst>
                  </p:cNvPr>
                  <p:cNvCxnSpPr>
                    <a:cxnSpLocks/>
                    <a:stCxn id="29" idx="6"/>
                    <a:endCxn id="18" idx="2"/>
                  </p:cNvCxnSpPr>
                  <p:nvPr/>
                </p:nvCxnSpPr>
                <p:spPr>
                  <a:xfrm>
                    <a:off x="2975091" y="4149197"/>
                    <a:ext cx="1233620" cy="1133103"/>
                  </a:xfrm>
                  <a:prstGeom prst="line">
                    <a:avLst/>
                  </a:prstGeom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3" name="Straight Connector 32">
                    <a:extLst>
                      <a:ext uri="{FF2B5EF4-FFF2-40B4-BE49-F238E27FC236}">
                        <a16:creationId xmlns:a16="http://schemas.microsoft.com/office/drawing/2014/main" id="{EB4F8B98-233B-48F4-D825-5352F99D70A8}"/>
                      </a:ext>
                    </a:extLst>
                  </p:cNvPr>
                  <p:cNvCxnSpPr>
                    <a:cxnSpLocks/>
                    <a:stCxn id="27" idx="6"/>
                    <a:endCxn id="16" idx="2"/>
                  </p:cNvCxnSpPr>
                  <p:nvPr/>
                </p:nvCxnSpPr>
                <p:spPr>
                  <a:xfrm>
                    <a:off x="2975091" y="4716626"/>
                    <a:ext cx="1233620" cy="1134164"/>
                  </a:xfrm>
                  <a:prstGeom prst="line">
                    <a:avLst/>
                  </a:prstGeom>
                  <a:ln/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25" name="Straight Connector 24">
                  <a:extLst>
                    <a:ext uri="{FF2B5EF4-FFF2-40B4-BE49-F238E27FC236}">
                      <a16:creationId xmlns:a16="http://schemas.microsoft.com/office/drawing/2014/main" id="{4A4492EB-723A-9D2C-E841-3458978EFD33}"/>
                    </a:ext>
                  </a:extLst>
                </p:cNvPr>
                <p:cNvCxnSpPr>
                  <a:cxnSpLocks/>
                  <a:stCxn id="29" idx="6"/>
                  <a:endCxn id="15" idx="2"/>
                </p:cNvCxnSpPr>
                <p:nvPr/>
              </p:nvCxnSpPr>
              <p:spPr>
                <a:xfrm>
                  <a:off x="2908416" y="4363472"/>
                  <a:ext cx="1237399" cy="569961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EBDA289E-7A36-6918-3B29-1F018D2E964D}"/>
                  </a:ext>
                </a:extLst>
              </p:cNvPr>
              <p:cNvCxnSpPr>
                <a:cxnSpLocks/>
                <a:stCxn id="18" idx="2"/>
                <a:endCxn id="27" idx="6"/>
              </p:cNvCxnSpPr>
              <p:nvPr/>
            </p:nvCxnSpPr>
            <p:spPr>
              <a:xfrm flipH="1" flipV="1">
                <a:off x="2569938" y="4940426"/>
                <a:ext cx="1233620" cy="565674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8B8659C1-D28D-C73D-4467-F0924131B37E}"/>
                </a:ext>
              </a:extLst>
            </p:cNvPr>
            <p:cNvGrpSpPr/>
            <p:nvPr/>
          </p:nvGrpSpPr>
          <p:grpSpPr>
            <a:xfrm>
              <a:off x="2103437" y="3195755"/>
              <a:ext cx="1778357" cy="2806477"/>
              <a:chOff x="104136" y="2560680"/>
              <a:chExt cx="1778357" cy="2806477"/>
            </a:xfrm>
          </p:grpSpPr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966D2274-B89A-00D2-CAF8-45C889D0467B}"/>
                  </a:ext>
                </a:extLst>
              </p:cNvPr>
              <p:cNvGrpSpPr/>
              <p:nvPr/>
            </p:nvGrpSpPr>
            <p:grpSpPr>
              <a:xfrm>
                <a:off x="104136" y="2560680"/>
                <a:ext cx="1778357" cy="2806477"/>
                <a:chOff x="442614" y="2551155"/>
                <a:chExt cx="1778357" cy="2806477"/>
              </a:xfrm>
            </p:grpSpPr>
            <p:grpSp>
              <p:nvGrpSpPr>
                <p:cNvPr id="12" name="Group 11">
                  <a:extLst>
                    <a:ext uri="{FF2B5EF4-FFF2-40B4-BE49-F238E27FC236}">
                      <a16:creationId xmlns:a16="http://schemas.microsoft.com/office/drawing/2014/main" id="{AE72F0AC-1212-4AEE-A74B-C79C9B3FB079}"/>
                    </a:ext>
                  </a:extLst>
                </p:cNvPr>
                <p:cNvGrpSpPr/>
                <p:nvPr/>
              </p:nvGrpSpPr>
              <p:grpSpPr>
                <a:xfrm>
                  <a:off x="442614" y="2551155"/>
                  <a:ext cx="1778357" cy="2806477"/>
                  <a:chOff x="509289" y="2336880"/>
                  <a:chExt cx="1778357" cy="2806477"/>
                </a:xfrm>
              </p:grpSpPr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14" name="Oval 13">
                        <a:extLst>
                          <a:ext uri="{FF2B5EF4-FFF2-40B4-BE49-F238E27FC236}">
                            <a16:creationId xmlns:a16="http://schemas.microsoft.com/office/drawing/2014/main" id="{A6FF978D-8105-B8AE-44E9-28FF78CA7EE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750467" y="2336880"/>
                        <a:ext cx="533400" cy="533400"/>
                      </a:xfrm>
                      <a:prstGeom prst="ellipse">
                        <a:avLst/>
                      </a:prstGeom>
                      <a:noFill/>
                      <a:ln>
                        <a:solidFill>
                          <a:schemeClr val="accent5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14:m>
                          <m:oMathPara xmlns:m="http://schemas.openxmlformats.org/officeDocument/2006/math">
                            <m:oMath>
                              <m:sSup>
                                <m:sSupPr>
                                  <m:ctrlP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m:oMathPara>
                        </a14:m>
                        <a:endParaRPr lang="en-IL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49" name="Oval 48">
                        <a:extLst>
                          <a:ext uri="{FF2B5EF4-FFF2-40B4-BE49-F238E27FC236}">
                            <a16:creationId xmlns:a16="http://schemas.microsoft.com/office/drawing/2014/main" id="{41E556B7-2351-45A9-AA5A-C926A3005A53}"/>
                          </a:ext>
                        </a:extLst>
                      </p:cNvPr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1750467" y="2336880"/>
                        <a:ext cx="533400" cy="533400"/>
                      </a:xfrm>
                      <a:prstGeom prst="ellipse">
                        <a:avLst/>
                      </a:prstGeom>
                      <a:blipFill>
                        <a:blip r:embed="rId8"/>
                        <a:stretch>
                          <a:fillRect/>
                        </a:stretch>
                      </a:blipFill>
                      <a:ln>
                        <a:solidFill>
                          <a:schemeClr val="accent5"/>
                        </a:solidFill>
                      </a:ln>
                    </p:spPr>
                    <p:txBody>
                      <a:bodyPr/>
                      <a:lstStyle/>
                      <a:p>
                        <a:r>
                          <a:rPr lang="en-IL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15" name="Oval 14">
                        <a:extLst>
                          <a:ext uri="{FF2B5EF4-FFF2-40B4-BE49-F238E27FC236}">
                            <a16:creationId xmlns:a16="http://schemas.microsoft.com/office/drawing/2014/main" id="{EB6B7D70-14C3-A4CC-2ECA-28313FFED73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750467" y="3478325"/>
                        <a:ext cx="537179" cy="533400"/>
                      </a:xfrm>
                      <a:prstGeom prst="ellipse">
                        <a:avLst/>
                      </a:prstGeom>
                      <a:noFill/>
                      <a:ln>
                        <a:solidFill>
                          <a:schemeClr val="accent5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14:m>
                          <m:oMathPara xmlns:m="http://schemas.openxmlformats.org/officeDocument/2006/math">
                            <m:oMath>
                              <m:sSup>
                                <m:sSupPr>
                                  <m:ctrlP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m:oMathPara>
                        </a14:m>
                        <a:endParaRPr lang="en-IL" dirty="0"/>
                      </a:p>
                    </p:txBody>
                  </p:sp>
                </mc:Choice>
                <mc:Fallback xmlns="">
                  <p:sp>
                    <p:nvSpPr>
                      <p:cNvPr id="50" name="Oval 49">
                        <a:extLst>
                          <a:ext uri="{FF2B5EF4-FFF2-40B4-BE49-F238E27FC236}">
                            <a16:creationId xmlns:a16="http://schemas.microsoft.com/office/drawing/2014/main" id="{708C65F0-B96B-4452-A9DB-E129DAD64A40}"/>
                          </a:ext>
                        </a:extLst>
                      </p:cNvPr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1750467" y="3478325"/>
                        <a:ext cx="537179" cy="533400"/>
                      </a:xfrm>
                      <a:prstGeom prst="ellipse">
                        <a:avLst/>
                      </a:prstGeom>
                      <a:blipFill>
                        <a:blip r:embed="rId9"/>
                        <a:stretch>
                          <a:fillRect/>
                        </a:stretch>
                      </a:blipFill>
                      <a:ln>
                        <a:solidFill>
                          <a:schemeClr val="accent5"/>
                        </a:solidFill>
                      </a:ln>
                    </p:spPr>
                    <p:txBody>
                      <a:bodyPr/>
                      <a:lstStyle/>
                      <a:p>
                        <a:r>
                          <a:rPr lang="en-IL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16" name="Oval 15">
                        <a:extLst>
                          <a:ext uri="{FF2B5EF4-FFF2-40B4-BE49-F238E27FC236}">
                            <a16:creationId xmlns:a16="http://schemas.microsoft.com/office/drawing/2014/main" id="{ABD92C09-02D5-9A11-61F7-8438DB62950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746688" y="4609957"/>
                        <a:ext cx="533400" cy="533400"/>
                      </a:xfrm>
                      <a:prstGeom prst="ellipse">
                        <a:avLst/>
                      </a:prstGeom>
                      <a:noFill/>
                      <a:ln>
                        <a:solidFill>
                          <a:schemeClr val="accent5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14:m>
                          <m:oMathPara xmlns:m="http://schemas.openxmlformats.org/officeDocument/2006/math">
                            <m:oMath>
                              <m:sSup>
                                <m:sSupPr>
                                  <m:ctrlP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p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m:oMathPara>
                        </a14:m>
                        <a:endParaRPr lang="en-IL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51" name="Oval 50">
                        <a:extLst>
                          <a:ext uri="{FF2B5EF4-FFF2-40B4-BE49-F238E27FC236}">
                            <a16:creationId xmlns:a16="http://schemas.microsoft.com/office/drawing/2014/main" id="{B115347B-40B6-45E8-B610-62B0C939854C}"/>
                          </a:ext>
                        </a:extLst>
                      </p:cNvPr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1746688" y="4609957"/>
                        <a:ext cx="533400" cy="533400"/>
                      </a:xfrm>
                      <a:prstGeom prst="ellipse">
                        <a:avLst/>
                      </a:prstGeom>
                      <a:blipFill>
                        <a:blip r:embed="rId10"/>
                        <a:stretch>
                          <a:fillRect/>
                        </a:stretch>
                      </a:blipFill>
                      <a:ln>
                        <a:solidFill>
                          <a:schemeClr val="accent5"/>
                        </a:solidFill>
                      </a:ln>
                    </p:spPr>
                    <p:txBody>
                      <a:bodyPr/>
                      <a:lstStyle/>
                      <a:p>
                        <a:r>
                          <a:rPr lang="en-IL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17" name="Oval 16">
                        <a:extLst>
                          <a:ext uri="{FF2B5EF4-FFF2-40B4-BE49-F238E27FC236}">
                            <a16:creationId xmlns:a16="http://schemas.microsoft.com/office/drawing/2014/main" id="{49038EFE-E0F5-0C03-7C5A-1B39C44BC97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750467" y="2907510"/>
                        <a:ext cx="533400" cy="533400"/>
                      </a:xfrm>
                      <a:prstGeom prst="ellipse">
                        <a:avLst/>
                      </a:prstGeom>
                      <a:noFill/>
                      <a:ln>
                        <a:solidFill>
                          <a:schemeClr val="accent5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14:m>
                          <m:oMathPara xmlns:m="http://schemas.openxmlformats.org/officeDocument/2006/math">
                            <m:oMath>
                              <m:sSup>
                                <m:sSupPr>
                                  <m:ctrlP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m:oMathPara>
                        </a14:m>
                        <a:endParaRPr lang="en-IL" dirty="0"/>
                      </a:p>
                    </p:txBody>
                  </p:sp>
                </mc:Choice>
                <mc:Fallback xmlns="">
                  <p:sp>
                    <p:nvSpPr>
                      <p:cNvPr id="52" name="Oval 51">
                        <a:extLst>
                          <a:ext uri="{FF2B5EF4-FFF2-40B4-BE49-F238E27FC236}">
                            <a16:creationId xmlns:a16="http://schemas.microsoft.com/office/drawing/2014/main" id="{469EFEFC-861F-4FB2-9872-07F906113454}"/>
                          </a:ext>
                        </a:extLst>
                      </p:cNvPr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1750467" y="2907510"/>
                        <a:ext cx="533400" cy="533400"/>
                      </a:xfrm>
                      <a:prstGeom prst="ellipse">
                        <a:avLst/>
                      </a:prstGeom>
                      <a:blipFill>
                        <a:blip r:embed="rId11"/>
                        <a:stretch>
                          <a:fillRect/>
                        </a:stretch>
                      </a:blipFill>
                      <a:ln>
                        <a:solidFill>
                          <a:schemeClr val="accent5"/>
                        </a:solidFill>
                      </a:ln>
                    </p:spPr>
                    <p:txBody>
                      <a:bodyPr/>
                      <a:lstStyle/>
                      <a:p>
                        <a:r>
                          <a:rPr lang="en-IL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18" name="Oval 17">
                        <a:extLst>
                          <a:ext uri="{FF2B5EF4-FFF2-40B4-BE49-F238E27FC236}">
                            <a16:creationId xmlns:a16="http://schemas.microsoft.com/office/drawing/2014/main" id="{47AE5D89-A7D5-1A16-116F-AAF0F8919C8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746688" y="4041467"/>
                        <a:ext cx="533400" cy="533400"/>
                      </a:xfrm>
                      <a:prstGeom prst="ellipse">
                        <a:avLst/>
                      </a:prstGeom>
                      <a:noFill/>
                      <a:ln>
                        <a:solidFill>
                          <a:schemeClr val="accent5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14:m>
                          <m:oMathPara xmlns:m="http://schemas.openxmlformats.org/officeDocument/2006/math">
                            <m:oMath>
                              <m:sSup>
                                <m:sSupPr>
                                  <m:ctrlP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p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m:oMathPara>
                        </a14:m>
                        <a:endParaRPr lang="en-IL" dirty="0"/>
                      </a:p>
                    </p:txBody>
                  </p:sp>
                </mc:Choice>
                <mc:Fallback xmlns="">
                  <p:sp>
                    <p:nvSpPr>
                      <p:cNvPr id="53" name="Oval 52">
                        <a:extLst>
                          <a:ext uri="{FF2B5EF4-FFF2-40B4-BE49-F238E27FC236}">
                            <a16:creationId xmlns:a16="http://schemas.microsoft.com/office/drawing/2014/main" id="{32A61132-76FB-4BDA-851C-0FFD386166DF}"/>
                          </a:ext>
                        </a:extLst>
                      </p:cNvPr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1746688" y="4041467"/>
                        <a:ext cx="533400" cy="533400"/>
                      </a:xfrm>
                      <a:prstGeom prst="ellipse">
                        <a:avLst/>
                      </a:prstGeom>
                      <a:blipFill>
                        <a:blip r:embed="rId12"/>
                        <a:stretch>
                          <a:fillRect/>
                        </a:stretch>
                      </a:blipFill>
                      <a:ln>
                        <a:solidFill>
                          <a:schemeClr val="accent5"/>
                        </a:solidFill>
                      </a:ln>
                    </p:spPr>
                    <p:txBody>
                      <a:bodyPr/>
                      <a:lstStyle/>
                      <a:p>
                        <a:r>
                          <a:rPr lang="en-IL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p:cxnSp>
                <p:nvCxnSpPr>
                  <p:cNvPr id="19" name="Straight Connector 18">
                    <a:extLst>
                      <a:ext uri="{FF2B5EF4-FFF2-40B4-BE49-F238E27FC236}">
                        <a16:creationId xmlns:a16="http://schemas.microsoft.com/office/drawing/2014/main" id="{FB4E0AD7-FBF2-54D8-B20B-000014BA01E4}"/>
                      </a:ext>
                    </a:extLst>
                  </p:cNvPr>
                  <p:cNvCxnSpPr>
                    <a:cxnSpLocks/>
                    <a:stCxn id="14" idx="2"/>
                    <a:endCxn id="29" idx="6"/>
                  </p:cNvCxnSpPr>
                  <p:nvPr/>
                </p:nvCxnSpPr>
                <p:spPr>
                  <a:xfrm flipH="1">
                    <a:off x="513068" y="2603580"/>
                    <a:ext cx="1237399" cy="571484"/>
                  </a:xfrm>
                  <a:prstGeom prst="line">
                    <a:avLst/>
                  </a:prstGeom>
                  <a:ln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5"/>
                  </a:lnRef>
                  <a:fillRef idx="0">
                    <a:schemeClr val="accent5"/>
                  </a:fillRef>
                  <a:effectRef idx="1">
                    <a:schemeClr val="accent5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0" name="Straight Connector 19">
                    <a:extLst>
                      <a:ext uri="{FF2B5EF4-FFF2-40B4-BE49-F238E27FC236}">
                        <a16:creationId xmlns:a16="http://schemas.microsoft.com/office/drawing/2014/main" id="{B973A2D6-5B24-7122-8718-C44138F8402F}"/>
                      </a:ext>
                    </a:extLst>
                  </p:cNvPr>
                  <p:cNvCxnSpPr>
                    <a:cxnSpLocks/>
                    <a:stCxn id="17" idx="2"/>
                    <a:endCxn id="30" idx="6"/>
                  </p:cNvCxnSpPr>
                  <p:nvPr/>
                </p:nvCxnSpPr>
                <p:spPr>
                  <a:xfrm flipH="1">
                    <a:off x="509289" y="3174210"/>
                    <a:ext cx="1241178" cy="1136143"/>
                  </a:xfrm>
                  <a:prstGeom prst="line">
                    <a:avLst/>
                  </a:prstGeom>
                  <a:ln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5"/>
                  </a:lnRef>
                  <a:fillRef idx="0">
                    <a:schemeClr val="accent5"/>
                  </a:fillRef>
                  <a:effectRef idx="1">
                    <a:schemeClr val="accent5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" name="Straight Connector 20">
                    <a:extLst>
                      <a:ext uri="{FF2B5EF4-FFF2-40B4-BE49-F238E27FC236}">
                        <a16:creationId xmlns:a16="http://schemas.microsoft.com/office/drawing/2014/main" id="{F4C006FF-0CD3-BA79-1082-E0AD1BB08700}"/>
                      </a:ext>
                    </a:extLst>
                  </p:cNvPr>
                  <p:cNvCxnSpPr>
                    <a:cxnSpLocks/>
                    <a:stCxn id="15" idx="2"/>
                    <a:endCxn id="28" idx="6"/>
                  </p:cNvCxnSpPr>
                  <p:nvPr/>
                </p:nvCxnSpPr>
                <p:spPr>
                  <a:xfrm flipH="1">
                    <a:off x="509289" y="3745025"/>
                    <a:ext cx="1241178" cy="1127374"/>
                  </a:xfrm>
                  <a:prstGeom prst="line">
                    <a:avLst/>
                  </a:prstGeom>
                  <a:ln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5"/>
                  </a:lnRef>
                  <a:fillRef idx="0">
                    <a:schemeClr val="accent5"/>
                  </a:fillRef>
                  <a:effectRef idx="1">
                    <a:schemeClr val="accent5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13" name="Straight Connector 12">
                  <a:extLst>
                    <a:ext uri="{FF2B5EF4-FFF2-40B4-BE49-F238E27FC236}">
                      <a16:creationId xmlns:a16="http://schemas.microsoft.com/office/drawing/2014/main" id="{FD0CF2A0-A00C-0F8E-0EE7-B616C345CE2B}"/>
                    </a:ext>
                  </a:extLst>
                </p:cNvPr>
                <p:cNvCxnSpPr>
                  <a:cxnSpLocks/>
                  <a:stCxn id="17" idx="2"/>
                  <a:endCxn id="27" idx="6"/>
                </p:cNvCxnSpPr>
                <p:nvPr/>
              </p:nvCxnSpPr>
              <p:spPr>
                <a:xfrm flipH="1">
                  <a:off x="446393" y="3388485"/>
                  <a:ext cx="1237399" cy="568283"/>
                </a:xfrm>
                <a:prstGeom prst="line">
                  <a:avLst/>
                </a:prstGeom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5"/>
                </a:lnRef>
                <a:fillRef idx="0">
                  <a:schemeClr val="accent5"/>
                </a:fillRef>
                <a:effectRef idx="1">
                  <a:schemeClr val="accent5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2D41FA0C-D47A-8366-914B-0FBEE4B1B77F}"/>
                  </a:ext>
                </a:extLst>
              </p:cNvPr>
              <p:cNvCxnSpPr>
                <a:cxnSpLocks/>
                <a:stCxn id="30" idx="6"/>
                <a:endCxn id="15" idx="2"/>
              </p:cNvCxnSpPr>
              <p:nvPr/>
            </p:nvCxnSpPr>
            <p:spPr>
              <a:xfrm flipV="1">
                <a:off x="104136" y="3968825"/>
                <a:ext cx="1241178" cy="565328"/>
              </a:xfrm>
              <a:prstGeom prst="line">
                <a:avLst/>
              </a:prstGeom>
              <a:ln>
                <a:solidFill>
                  <a:schemeClr val="accent1"/>
                </a:solidFill>
              </a:ln>
            </p:spPr>
            <p:style>
              <a:lnRef idx="2">
                <a:schemeClr val="accent5"/>
              </a:lnRef>
              <a:fillRef idx="0">
                <a:schemeClr val="accent5"/>
              </a:fillRef>
              <a:effectRef idx="1">
                <a:schemeClr val="accent5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E948B877-4204-32BF-E17A-7F1D3C7F44E7}"/>
              </a:ext>
            </a:extLst>
          </p:cNvPr>
          <p:cNvGrpSpPr/>
          <p:nvPr/>
        </p:nvGrpSpPr>
        <p:grpSpPr>
          <a:xfrm>
            <a:off x="1080110" y="1925890"/>
            <a:ext cx="2533328" cy="1280721"/>
            <a:chOff x="2455126" y="3645711"/>
            <a:chExt cx="3161758" cy="1612354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C7A214C6-05FB-F755-6147-6AE18033E8E7}"/>
                </a:ext>
              </a:extLst>
            </p:cNvPr>
            <p:cNvGrpSpPr/>
            <p:nvPr/>
          </p:nvGrpSpPr>
          <p:grpSpPr>
            <a:xfrm>
              <a:off x="2455126" y="3645711"/>
              <a:ext cx="3161758" cy="1612354"/>
              <a:chOff x="2793604" y="3636186"/>
              <a:chExt cx="3161758" cy="1612354"/>
            </a:xfrm>
          </p:grpSpPr>
          <p:grpSp>
            <p:nvGrpSpPr>
              <p:cNvPr id="37" name="Group 36">
                <a:extLst>
                  <a:ext uri="{FF2B5EF4-FFF2-40B4-BE49-F238E27FC236}">
                    <a16:creationId xmlns:a16="http://schemas.microsoft.com/office/drawing/2014/main" id="{86E194F9-B3D2-B164-0F3C-F9D88B323FB4}"/>
                  </a:ext>
                </a:extLst>
              </p:cNvPr>
              <p:cNvGrpSpPr/>
              <p:nvPr/>
            </p:nvGrpSpPr>
            <p:grpSpPr>
              <a:xfrm>
                <a:off x="2793604" y="3636186"/>
                <a:ext cx="3161758" cy="1612354"/>
                <a:chOff x="2860279" y="3421911"/>
                <a:chExt cx="3161758" cy="1612354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9" name="Oval 38">
                      <a:extLst>
                        <a:ext uri="{FF2B5EF4-FFF2-40B4-BE49-F238E27FC236}">
                          <a16:creationId xmlns:a16="http://schemas.microsoft.com/office/drawing/2014/main" id="{8941049B-BD84-D3DE-A42A-666D90DCA8B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860279" y="3955311"/>
                      <a:ext cx="533400" cy="533400"/>
                    </a:xfrm>
                    <a:prstGeom prst="ellipse">
                      <a:avLst/>
                    </a:prstGeom>
                    <a:noFill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oMath>
                        </m:oMathPara>
                      </a14:m>
                      <a:endParaRPr lang="en-IL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62" name="Oval 61">
                      <a:extLst>
                        <a:ext uri="{FF2B5EF4-FFF2-40B4-BE49-F238E27FC236}">
                          <a16:creationId xmlns:a16="http://schemas.microsoft.com/office/drawing/2014/main" id="{B071BF12-9CD8-46A2-9FDA-AFC03B1554A5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860279" y="3955311"/>
                      <a:ext cx="533400" cy="533400"/>
                    </a:xfrm>
                    <a:prstGeom prst="ellipse">
                      <a:avLst/>
                    </a:prstGeom>
                    <a:blipFill>
                      <a:blip r:embed="rId13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IL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0" name="Oval 39">
                      <a:extLst>
                        <a:ext uri="{FF2B5EF4-FFF2-40B4-BE49-F238E27FC236}">
                          <a16:creationId xmlns:a16="http://schemas.microsoft.com/office/drawing/2014/main" id="{FE63075F-AED7-E732-3DF0-1591C877DB5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181741" y="3421911"/>
                      <a:ext cx="537179" cy="533400"/>
                    </a:xfrm>
                    <a:prstGeom prst="ellipse">
                      <a:avLst/>
                    </a:prstGeom>
                    <a:noFill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oMath>
                        </m:oMathPara>
                      </a14:m>
                      <a:endParaRPr lang="en-IL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63" name="Oval 62">
                      <a:extLst>
                        <a:ext uri="{FF2B5EF4-FFF2-40B4-BE49-F238E27FC236}">
                          <a16:creationId xmlns:a16="http://schemas.microsoft.com/office/drawing/2014/main" id="{165AC472-21F9-4EF0-9A63-B7D2DE8A6196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181741" y="3421911"/>
                      <a:ext cx="537179" cy="533400"/>
                    </a:xfrm>
                    <a:prstGeom prst="ellipse">
                      <a:avLst/>
                    </a:prstGeom>
                    <a:blipFill>
                      <a:blip r:embed="rId14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IL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1" name="Oval 40">
                      <a:extLst>
                        <a:ext uri="{FF2B5EF4-FFF2-40B4-BE49-F238E27FC236}">
                          <a16:creationId xmlns:a16="http://schemas.microsoft.com/office/drawing/2014/main" id="{2E1BDEBA-33B4-4107-8918-3E9CDA61331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488637" y="3967465"/>
                      <a:ext cx="533400" cy="533400"/>
                    </a:xfrm>
                    <a:prstGeom prst="ellipse">
                      <a:avLst/>
                    </a:prstGeom>
                    <a:noFill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>
                            <m:r>
                              <a:rPr lang="en-US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oMath>
                        </m:oMathPara>
                      </a14:m>
                      <a:endParaRPr lang="en-IL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64" name="Oval 63">
                      <a:extLst>
                        <a:ext uri="{FF2B5EF4-FFF2-40B4-BE49-F238E27FC236}">
                          <a16:creationId xmlns:a16="http://schemas.microsoft.com/office/drawing/2014/main" id="{D203529E-E062-450D-A7C9-D40EDFAFC1A3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488637" y="3967465"/>
                      <a:ext cx="533400" cy="533400"/>
                    </a:xfrm>
                    <a:prstGeom prst="ellipse">
                      <a:avLst/>
                    </a:prstGeom>
                    <a:blipFill>
                      <a:blip r:embed="rId15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IL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2" name="Oval 41">
                      <a:extLst>
                        <a:ext uri="{FF2B5EF4-FFF2-40B4-BE49-F238E27FC236}">
                          <a16:creationId xmlns:a16="http://schemas.microsoft.com/office/drawing/2014/main" id="{D9671EBC-AD59-6535-8170-4DA4AFEC8AB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672871" y="4500865"/>
                      <a:ext cx="533400" cy="533400"/>
                    </a:xfrm>
                    <a:prstGeom prst="ellipse">
                      <a:avLst/>
                    </a:prstGeom>
                    <a:noFill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oMath>
                        </m:oMathPara>
                      </a14:m>
                      <a:endParaRPr lang="en-IL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65" name="Oval 64">
                      <a:extLst>
                        <a:ext uri="{FF2B5EF4-FFF2-40B4-BE49-F238E27FC236}">
                          <a16:creationId xmlns:a16="http://schemas.microsoft.com/office/drawing/2014/main" id="{A1A38637-67DD-4F9E-9450-B1A01B894CF5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672871" y="4500865"/>
                      <a:ext cx="533400" cy="533400"/>
                    </a:xfrm>
                    <a:prstGeom prst="ellipse">
                      <a:avLst/>
                    </a:prstGeom>
                    <a:blipFill>
                      <a:blip r:embed="rId16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IL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3" name="Oval 42">
                      <a:extLst>
                        <a:ext uri="{FF2B5EF4-FFF2-40B4-BE49-F238E27FC236}">
                          <a16:creationId xmlns:a16="http://schemas.microsoft.com/office/drawing/2014/main" id="{C0199739-F9EF-4C12-3606-CAE9DAC9F9D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694392" y="4500865"/>
                      <a:ext cx="533400" cy="533400"/>
                    </a:xfrm>
                    <a:prstGeom prst="ellipse">
                      <a:avLst/>
                    </a:prstGeom>
                    <a:noFill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oMath>
                        </m:oMathPara>
                      </a14:m>
                      <a:endParaRPr lang="en-IL" dirty="0"/>
                    </a:p>
                  </p:txBody>
                </p:sp>
              </mc:Choice>
              <mc:Fallback xmlns="">
                <p:sp>
                  <p:nvSpPr>
                    <p:cNvPr id="66" name="Oval 65">
                      <a:extLst>
                        <a:ext uri="{FF2B5EF4-FFF2-40B4-BE49-F238E27FC236}">
                          <a16:creationId xmlns:a16="http://schemas.microsoft.com/office/drawing/2014/main" id="{26128465-5B7F-412F-9AE0-C14B2158F658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694392" y="4500865"/>
                      <a:ext cx="533400" cy="533400"/>
                    </a:xfrm>
                    <a:prstGeom prst="ellipse">
                      <a:avLst/>
                    </a:prstGeom>
                    <a:blipFill>
                      <a:blip r:embed="rId17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IL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44" name="Straight Connector 43">
                  <a:extLst>
                    <a:ext uri="{FF2B5EF4-FFF2-40B4-BE49-F238E27FC236}">
                      <a16:creationId xmlns:a16="http://schemas.microsoft.com/office/drawing/2014/main" id="{18F65546-E231-10EC-F639-4586BA397CC0}"/>
                    </a:ext>
                  </a:extLst>
                </p:cNvPr>
                <p:cNvCxnSpPr>
                  <a:stCxn id="39" idx="5"/>
                  <a:endCxn id="42" idx="2"/>
                </p:cNvCxnSpPr>
                <p:nvPr/>
              </p:nvCxnSpPr>
              <p:spPr>
                <a:xfrm>
                  <a:off x="3315564" y="4410596"/>
                  <a:ext cx="357307" cy="356969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" name="Straight Connector 44">
                  <a:extLst>
                    <a:ext uri="{FF2B5EF4-FFF2-40B4-BE49-F238E27FC236}">
                      <a16:creationId xmlns:a16="http://schemas.microsoft.com/office/drawing/2014/main" id="{66D9A5F2-8327-84F3-4886-416F76571C54}"/>
                    </a:ext>
                  </a:extLst>
                </p:cNvPr>
                <p:cNvCxnSpPr>
                  <a:cxnSpLocks/>
                  <a:stCxn id="42" idx="6"/>
                  <a:endCxn id="43" idx="2"/>
                </p:cNvCxnSpPr>
                <p:nvPr/>
              </p:nvCxnSpPr>
              <p:spPr>
                <a:xfrm>
                  <a:off x="4206271" y="4767565"/>
                  <a:ext cx="488121" cy="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6" name="Straight Connector 45">
                  <a:extLst>
                    <a:ext uri="{FF2B5EF4-FFF2-40B4-BE49-F238E27FC236}">
                      <a16:creationId xmlns:a16="http://schemas.microsoft.com/office/drawing/2014/main" id="{A2116320-EEDC-AEC9-7741-6ED2FAAC798C}"/>
                    </a:ext>
                  </a:extLst>
                </p:cNvPr>
                <p:cNvCxnSpPr>
                  <a:cxnSpLocks/>
                  <a:stCxn id="40" idx="6"/>
                  <a:endCxn id="41" idx="2"/>
                </p:cNvCxnSpPr>
                <p:nvPr/>
              </p:nvCxnSpPr>
              <p:spPr>
                <a:xfrm>
                  <a:off x="4718920" y="3688611"/>
                  <a:ext cx="769717" cy="545554"/>
                </a:xfrm>
                <a:prstGeom prst="line">
                  <a:avLst/>
                </a:prstGeom>
                <a:ln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8C80F534-5A10-3EF2-6570-21008D8E6378}"/>
                  </a:ext>
                </a:extLst>
              </p:cNvPr>
              <p:cNvCxnSpPr>
                <a:stCxn id="42" idx="0"/>
                <a:endCxn id="40" idx="3"/>
              </p:cNvCxnSpPr>
              <p:nvPr/>
            </p:nvCxnSpPr>
            <p:spPr>
              <a:xfrm flipV="1">
                <a:off x="3872896" y="4091471"/>
                <a:ext cx="320838" cy="623669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26550999-5A59-1FD6-8327-553FC50F0845}"/>
                </a:ext>
              </a:extLst>
            </p:cNvPr>
            <p:cNvCxnSpPr>
              <a:cxnSpLocks/>
              <a:stCxn id="40" idx="5"/>
              <a:endCxn id="43" idx="0"/>
            </p:cNvCxnSpPr>
            <p:nvPr/>
          </p:nvCxnSpPr>
          <p:spPr>
            <a:xfrm>
              <a:off x="4235099" y="4100996"/>
              <a:ext cx="320840" cy="623669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7" name="Arrow: Right 46">
            <a:extLst>
              <a:ext uri="{FF2B5EF4-FFF2-40B4-BE49-F238E27FC236}">
                <a16:creationId xmlns:a16="http://schemas.microsoft.com/office/drawing/2014/main" id="{1CE24B13-15D7-929C-34A6-884C702ED4BB}"/>
              </a:ext>
            </a:extLst>
          </p:cNvPr>
          <p:cNvSpPr/>
          <p:nvPr/>
        </p:nvSpPr>
        <p:spPr>
          <a:xfrm rot="5400000">
            <a:off x="2083987" y="3461546"/>
            <a:ext cx="521405" cy="391103"/>
          </a:xfrm>
          <a:prstGeom prst="rightArrow">
            <a:avLst>
              <a:gd name="adj1" fmla="val 33876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6D744AFB-C90A-9C00-CBFF-6CBAD9C5B7E9}"/>
                  </a:ext>
                </a:extLst>
              </p:cNvPr>
              <p:cNvSpPr txBox="1"/>
              <p:nvPr/>
            </p:nvSpPr>
            <p:spPr>
              <a:xfrm>
                <a:off x="1507492" y="2018357"/>
                <a:ext cx="49997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>
                      <m:r>
                        <a:rPr lang="LID4096" b="0" i="1" smtClean="0">
                          <a:latin typeface="Cambria Math" panose="02040503050406030204" pitchFamily="18" charset="0"/>
                        </a:rPr>
                        <m:t>𝐺</m:t>
                      </m:r>
                    </m:oMath>
                  </m:oMathPara>
                </a14:m>
                <a:endParaRPr lang="LID4096" dirty="0"/>
              </a:p>
            </p:txBody>
          </p:sp>
        </mc:Choice>
        <mc:Fallback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6D744AFB-C90A-9C00-CBFF-6CBAD9C5B7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7492" y="2018357"/>
                <a:ext cx="499979" cy="369332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C25963AF-AA06-3807-B669-8C33BC3EAD65}"/>
                  </a:ext>
                </a:extLst>
              </p:cNvPr>
              <p:cNvSpPr txBox="1"/>
              <p:nvPr/>
            </p:nvSpPr>
            <p:spPr>
              <a:xfrm>
                <a:off x="932217" y="3917916"/>
                <a:ext cx="49997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LID4096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LID4096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p>
                          <m:r>
                            <a:rPr lang="LID4096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</m:oMath>
                  </m:oMathPara>
                </a14:m>
                <a:endParaRPr lang="LID4096" dirty="0"/>
              </a:p>
            </p:txBody>
          </p:sp>
        </mc:Choice>
        <mc:Fallback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C25963AF-AA06-3807-B669-8C33BC3EAD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2217" y="3917916"/>
                <a:ext cx="499979" cy="369332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536510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EB1964F-81F1-16CB-638F-BFC092326E8A}"/>
              </a:ext>
            </a:extLst>
          </p:cNvPr>
          <p:cNvSpPr/>
          <p:nvPr/>
        </p:nvSpPr>
        <p:spPr>
          <a:xfrm>
            <a:off x="8744607" y="5160581"/>
            <a:ext cx="2411073" cy="399393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4490F37-14D8-4075-86F7-18C93B2BDC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pPr algn="r" rtl="1"/>
            <a:r>
              <a:rPr lang="he-IL" dirty="0"/>
              <a:t>הוכחת הטענה הראשית (על סמך טענת העזר)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ACEFFAD-FCFD-4B40-80F7-B288B617960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83920" y="1845734"/>
                <a:ext cx="10271760" cy="4023360"/>
              </a:xfrm>
            </p:spPr>
            <p:txBody>
              <a:bodyPr>
                <a:normAutofit/>
              </a:bodyPr>
              <a:lstStyle/>
              <a:p>
                <a:pPr algn="r" rtl="1"/>
                <a:r>
                  <a:rPr lang="he-IL" b="1" dirty="0">
                    <a:solidFill>
                      <a:srgbClr val="7030A0"/>
                    </a:solidFill>
                  </a:rPr>
                  <a:t>טענה ראשית: </a:t>
                </a:r>
                <a:r>
                  <a:rPr lang="he-IL" dirty="0">
                    <a:solidFill>
                      <a:srgbClr val="7030A0"/>
                    </a:solidFill>
                  </a:rPr>
                  <a:t>לכל קודקוד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he-IL" dirty="0">
                    <a:solidFill>
                      <a:srgbClr val="7030A0"/>
                    </a:solidFill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sSup>
                          <m:sSupPr>
                            <m:ctrlPr>
                              <a:rPr lang="en-US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p>
                            <m:r>
                              <a:rPr lang="en-US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sub>
                    </m:sSub>
                    <m:d>
                      <m:dPr>
                        <m:ctrlPr>
                          <a:rPr lang="en-US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a:rPr lang="en-US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p>
                            <m:r>
                              <a:rPr lang="en-US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e>
                    </m:d>
                  </m:oMath>
                </a14:m>
                <a:r>
                  <a:rPr lang="he-IL" dirty="0">
                    <a:solidFill>
                      <a:srgbClr val="7030A0"/>
                    </a:solidFill>
                  </a:rPr>
                  <a:t> שווה לאורך מסלול זוגי מינימלי ב-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he-IL" dirty="0">
                    <a:solidFill>
                      <a:srgbClr val="7030A0"/>
                    </a:solidFill>
                  </a:rPr>
                  <a:t> מהקודקוד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he-IL" dirty="0">
                    <a:solidFill>
                      <a:srgbClr val="7030A0"/>
                    </a:solidFill>
                  </a:rPr>
                  <a:t> אל הקודקוד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he-IL" dirty="0">
                    <a:solidFill>
                      <a:srgbClr val="7030A0"/>
                    </a:solidFill>
                  </a:rPr>
                  <a:t>.</a:t>
                </a:r>
                <a:endParaRPr lang="he-IL" b="1" dirty="0">
                  <a:solidFill>
                    <a:srgbClr val="7030A0"/>
                  </a:solidFill>
                </a:endParaRPr>
              </a:p>
              <a:p>
                <a:pPr algn="r" rtl="1">
                  <a:spcAft>
                    <a:spcPts val="0"/>
                  </a:spcAft>
                </a:pPr>
                <a:r>
                  <a:rPr lang="he-IL" b="1" dirty="0"/>
                  <a:t>מקרה א' – קיים מסלול זוגי מ-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𝒔</m:t>
                    </m:r>
                  </m:oMath>
                </a14:m>
                <a:r>
                  <a:rPr lang="he-IL" b="1" dirty="0"/>
                  <a:t> ל-</a:t>
                </a:r>
                <a14:m>
                  <m:oMath xmlns:m="http://schemas.openxmlformats.org/officeDocument/2006/math">
                    <m:r>
                      <a:rPr lang="en-US" b="1" i="1" dirty="0">
                        <a:latin typeface="Cambria Math" panose="02040503050406030204" pitchFamily="18" charset="0"/>
                      </a:rPr>
                      <m:t>𝒗</m:t>
                    </m:r>
                  </m:oMath>
                </a14:m>
                <a:r>
                  <a:rPr lang="he-IL" b="1" dirty="0"/>
                  <a:t> ב-</a:t>
                </a:r>
                <a14:m>
                  <m:oMath xmlns:m="http://schemas.openxmlformats.org/officeDocument/2006/math">
                    <m:r>
                      <a:rPr lang="en-US" b="1" i="1" dirty="0"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he-IL" b="1" dirty="0"/>
                  <a:t>.</a:t>
                </a:r>
              </a:p>
              <a:p>
                <a:pPr algn="r" rtl="1"/>
                <a:r>
                  <a:rPr lang="he-IL" dirty="0"/>
                  <a:t>יהי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he-IL" dirty="0"/>
                  <a:t> אורך מסלול זוגי מינימלי מ-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he-IL" dirty="0"/>
                  <a:t> ל-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he-IL" dirty="0"/>
                  <a:t> ב-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he-IL" dirty="0"/>
                  <a:t>. נראה כי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=2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he-IL" dirty="0"/>
                  <a:t>.</a:t>
                </a:r>
              </a:p>
              <a:p>
                <a:pPr algn="r" rtl="1"/>
                <a:r>
                  <a:rPr lang="he-IL" dirty="0"/>
                  <a:t>מטענת העזר קיים ב-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p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he-IL" dirty="0"/>
                  <a:t> מסלול באורך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he-IL" dirty="0"/>
                  <a:t> מ-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lang="he-IL" dirty="0"/>
                  <a:t> ל-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lang="he-IL" dirty="0"/>
                  <a:t>, ולכן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≤2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he-IL" dirty="0"/>
                  <a:t>.</a:t>
                </a:r>
              </a:p>
              <a:p>
                <a:pPr algn="r" rtl="1"/>
                <a:r>
                  <a:rPr lang="he-IL" dirty="0"/>
                  <a:t>נניח בשלילה כי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he-IL" dirty="0"/>
                  <a:t>. לפי האבחנה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=2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he-IL" dirty="0"/>
                  <a:t>, עבור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&lt;2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he-IL" dirty="0"/>
                  <a:t>.</a:t>
                </a:r>
              </a:p>
              <a:p>
                <a:pPr algn="r" rtl="1">
                  <a:spcAft>
                    <a:spcPts val="1800"/>
                  </a:spcAft>
                </a:pPr>
                <a:r>
                  <a:rPr lang="he-IL" dirty="0"/>
                  <a:t>מטענת העזר קיים ב-</a:t>
                </a:r>
                <a14:m>
                  <m:oMath xmlns:m="http://schemas.openxmlformats.org/officeDocument/2006/math">
                    <m:r>
                      <a:rPr lang="he-IL" b="0" i="1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he-IL" dirty="0"/>
                  <a:t> מסלול באורך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he-IL" dirty="0"/>
                  <a:t> מ-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he-IL" dirty="0"/>
                  <a:t> ל-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he-IL" dirty="0"/>
                  <a:t>, בסתירה למינימליות של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he-IL" dirty="0"/>
                  <a:t>. </a:t>
                </a:r>
              </a:p>
              <a:p>
                <a:pPr algn="r" rtl="1">
                  <a:spcBef>
                    <a:spcPts val="2400"/>
                  </a:spcBef>
                </a:pPr>
                <a:r>
                  <a:rPr lang="he-IL" dirty="0"/>
                  <a:t>לכן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=2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he-IL" dirty="0"/>
                  <a:t>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ACEFFAD-FCFD-4B40-80F7-B288B617960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83920" y="1845734"/>
                <a:ext cx="10271760" cy="4023360"/>
              </a:xfrm>
              <a:blipFill>
                <a:blip r:embed="rId3"/>
                <a:stretch>
                  <a:fillRect l="-356" t="-1667" r="-1543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E0E7B4-F875-4E83-A67D-5A547734CA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DCBB5-ADA4-4C2D-A365-CF371496A311}" type="datetime9">
              <a:rPr lang="he-IL" smtClean="0"/>
              <a:t>16 אוקטובר, 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4DDEB9-D6DC-4850-96DB-89FF509A56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33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693ED6-1A88-446E-AE98-A199EDC75D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תרגול 1 - מבוא ורדוקציות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Rectangle: Rounded Corners 6">
                <a:extLst>
                  <a:ext uri="{FF2B5EF4-FFF2-40B4-BE49-F238E27FC236}">
                    <a16:creationId xmlns:a16="http://schemas.microsoft.com/office/drawing/2014/main" id="{F11512BF-FE57-47AE-9B08-49CF0677A7AA}"/>
                  </a:ext>
                </a:extLst>
              </p:cNvPr>
              <p:cNvSpPr/>
              <p:nvPr/>
            </p:nvSpPr>
            <p:spPr>
              <a:xfrm>
                <a:off x="284480" y="171661"/>
                <a:ext cx="4602480" cy="817245"/>
              </a:xfrm>
              <a:prstGeom prst="roundRect">
                <a:avLst/>
              </a:prstGeom>
              <a:solidFill>
                <a:srgbClr val="D3F5F6"/>
              </a:solidFill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 algn="r" rtl="1">
                  <a:buClr>
                    <a:schemeClr val="accent1"/>
                  </a:buClr>
                  <a:buSzPct val="100000"/>
                </a:pPr>
                <a:r>
                  <a:rPr lang="he-IL" sz="1400" b="1" dirty="0"/>
                  <a:t>אבחנה: </a:t>
                </a:r>
                <a:r>
                  <a:rPr lang="he-IL" sz="1400" dirty="0"/>
                  <a:t>כל מסלול ב-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he-IL" sz="1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he-IL" sz="1400" i="1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p>
                        <m:r>
                          <a:rPr lang="he-IL" sz="14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he-IL" sz="1400" dirty="0"/>
                  <a:t> בין שני קודקודים ב-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he-IL" sz="1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he-IL" sz="1400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p>
                        <m:r>
                          <a:rPr lang="he-IL" sz="1400" i="1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lang="he-IL" sz="1400" dirty="0"/>
                  <a:t> הוא באורך זוגי.</a:t>
                </a:r>
              </a:p>
              <a:p>
                <a:pPr algn="r" rtl="1">
                  <a:spcAft>
                    <a:spcPts val="1800"/>
                  </a:spcAft>
                  <a:buClr>
                    <a:schemeClr val="accent1"/>
                  </a:buClr>
                  <a:buSzPct val="100000"/>
                </a:pPr>
                <a:r>
                  <a:rPr lang="he-IL" sz="1400" b="1" dirty="0"/>
                  <a:t>טענת עזר: </a:t>
                </a:r>
                <a:r>
                  <a:rPr lang="he-IL" sz="1400" dirty="0"/>
                  <a:t>קיים מסלול באורך </a:t>
                </a:r>
                <a14:m>
                  <m:oMath xmlns:m="http://schemas.openxmlformats.org/officeDocument/2006/math">
                    <m:r>
                      <a:rPr lang="en-US" sz="1400" i="1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1400" i="1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he-IL" sz="1400" dirty="0"/>
                  <a:t> בין </a:t>
                </a:r>
                <a14:m>
                  <m:oMath xmlns:m="http://schemas.openxmlformats.org/officeDocument/2006/math">
                    <m:r>
                      <a:rPr lang="en-US" sz="1400" i="1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he-IL" sz="1400" dirty="0"/>
                  <a:t> לבין </a:t>
                </a:r>
                <a14:m>
                  <m:oMath xmlns:m="http://schemas.openxmlformats.org/officeDocument/2006/math">
                    <m:r>
                      <a:rPr lang="en-US" sz="1400" i="1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he-IL" sz="1400" dirty="0"/>
                  <a:t> ב-</a:t>
                </a:r>
                <a14:m>
                  <m:oMath xmlns:m="http://schemas.openxmlformats.org/officeDocument/2006/math">
                    <m:r>
                      <a:rPr lang="en-US" sz="1400" i="1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he-IL" sz="1400" dirty="0"/>
                  <a:t> אמ"מ קיים </a:t>
                </a:r>
                <a:br>
                  <a:rPr lang="en-US" sz="1400" dirty="0"/>
                </a:br>
                <a:r>
                  <a:rPr lang="he-IL" sz="1400" dirty="0"/>
                  <a:t>מסלול באורך </a:t>
                </a:r>
                <a14:m>
                  <m:oMath xmlns:m="http://schemas.openxmlformats.org/officeDocument/2006/math">
                    <m:r>
                      <a:rPr lang="en-US" sz="1400" i="1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1400" i="1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he-IL" sz="1400" dirty="0"/>
                  <a:t> בין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lang="he-IL" sz="1400" dirty="0"/>
                  <a:t> ל-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4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400" i="1" dirty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en-US" sz="1400" i="1" dirty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lang="he-IL" sz="1400" dirty="0"/>
                  <a:t> ב-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p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he-IL" sz="1400" dirty="0"/>
                  <a:t>.</a:t>
                </a:r>
              </a:p>
            </p:txBody>
          </p:sp>
        </mc:Choice>
        <mc:Fallback>
          <p:sp>
            <p:nvSpPr>
              <p:cNvPr id="7" name="Rectangle: Rounded Corners 6">
                <a:extLst>
                  <a:ext uri="{FF2B5EF4-FFF2-40B4-BE49-F238E27FC236}">
                    <a16:creationId xmlns:a16="http://schemas.microsoft.com/office/drawing/2014/main" id="{F11512BF-FE57-47AE-9B08-49CF0677A7A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4480" y="171661"/>
                <a:ext cx="4602480" cy="817245"/>
              </a:xfrm>
              <a:prstGeom prst="roundRect">
                <a:avLst/>
              </a:prstGeom>
              <a:blipFill>
                <a:blip r:embed="rId4"/>
                <a:stretch>
                  <a:fillRect b="-730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388380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490F37-14D8-4075-86F7-18C93B2BDC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he-IL" dirty="0"/>
              <a:t>הוכחת הטענה הראשית (על סמך טענת העזר)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ACEFFAD-FCFD-4B40-80F7-B288B617960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14400" y="1845734"/>
                <a:ext cx="10241280" cy="4023360"/>
              </a:xfrm>
            </p:spPr>
            <p:txBody>
              <a:bodyPr>
                <a:normAutofit/>
              </a:bodyPr>
              <a:lstStyle/>
              <a:p>
                <a:pPr algn="r" rtl="1">
                  <a:spcAft>
                    <a:spcPts val="0"/>
                  </a:spcAft>
                </a:pPr>
                <a:r>
                  <a:rPr lang="he-IL" b="1" dirty="0">
                    <a:solidFill>
                      <a:srgbClr val="7030A0"/>
                    </a:solidFill>
                  </a:rPr>
                  <a:t>טענה ראשית: </a:t>
                </a:r>
                <a:r>
                  <a:rPr lang="he-IL" dirty="0">
                    <a:solidFill>
                      <a:srgbClr val="7030A0"/>
                    </a:solidFill>
                  </a:rPr>
                  <a:t>לכל קודקוד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he-IL" dirty="0">
                    <a:solidFill>
                      <a:srgbClr val="7030A0"/>
                    </a:solidFill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sSup>
                          <m:sSupPr>
                            <m:ctrlPr>
                              <a:rPr lang="en-US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p>
                            <m:r>
                              <a:rPr lang="en-US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sub>
                    </m:sSub>
                    <m:d>
                      <m:dPr>
                        <m:ctrlPr>
                          <a:rPr lang="en-US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a:rPr lang="en-US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p>
                            <m:r>
                              <a:rPr lang="en-US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e>
                    </m:d>
                  </m:oMath>
                </a14:m>
                <a:r>
                  <a:rPr lang="he-IL" dirty="0">
                    <a:solidFill>
                      <a:srgbClr val="7030A0"/>
                    </a:solidFill>
                  </a:rPr>
                  <a:t> שווה לאורך מסלול זוגי מינימלי ב-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he-IL" dirty="0">
                    <a:solidFill>
                      <a:srgbClr val="7030A0"/>
                    </a:solidFill>
                  </a:rPr>
                  <a:t> מהקודקוד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he-IL" dirty="0">
                    <a:solidFill>
                      <a:srgbClr val="7030A0"/>
                    </a:solidFill>
                  </a:rPr>
                  <a:t> אל הקודקוד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he-IL" dirty="0">
                    <a:solidFill>
                      <a:srgbClr val="7030A0"/>
                    </a:solidFill>
                  </a:rPr>
                  <a:t>.</a:t>
                </a:r>
              </a:p>
              <a:p>
                <a:pPr algn="r" rtl="1"/>
                <a:r>
                  <a:rPr lang="he-IL" b="1" dirty="0"/>
                  <a:t>מקרה ב' – לא קיים מסלול זוגי מ-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𝒔</m:t>
                    </m:r>
                  </m:oMath>
                </a14:m>
                <a:r>
                  <a:rPr lang="he-IL" b="1" dirty="0"/>
                  <a:t> ל-</a:t>
                </a:r>
                <a14:m>
                  <m:oMath xmlns:m="http://schemas.openxmlformats.org/officeDocument/2006/math">
                    <m:r>
                      <a:rPr lang="en-US" b="1" i="1" dirty="0">
                        <a:latin typeface="Cambria Math" panose="02040503050406030204" pitchFamily="18" charset="0"/>
                      </a:rPr>
                      <m:t>𝒗</m:t>
                    </m:r>
                  </m:oMath>
                </a14:m>
                <a:r>
                  <a:rPr lang="he-IL" b="1" dirty="0"/>
                  <a:t> ב-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he-IL" b="1" dirty="0"/>
                  <a:t>.</a:t>
                </a:r>
              </a:p>
              <a:p>
                <a:pPr algn="r" rtl="1"/>
                <a:r>
                  <a:rPr lang="he-IL" dirty="0"/>
                  <a:t>האלגוריתם יצטרך להחזיר את הערך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lang="he-IL" dirty="0"/>
                  <a:t>.</a:t>
                </a:r>
              </a:p>
              <a:p>
                <a:pPr algn="r" rtl="1"/>
                <a:r>
                  <a:rPr lang="he-IL" dirty="0"/>
                  <a:t>נראה כי אכן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=∞</m:t>
                    </m:r>
                  </m:oMath>
                </a14:m>
                <a:r>
                  <a:rPr lang="he-IL" dirty="0"/>
                  <a:t>.</a:t>
                </a:r>
              </a:p>
              <a:p>
                <a:pPr algn="r" rtl="1"/>
                <a:r>
                  <a:rPr lang="he-IL" dirty="0"/>
                  <a:t>נניח בשלילה כי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≠∞</m:t>
                    </m:r>
                  </m:oMath>
                </a14:m>
                <a:r>
                  <a:rPr lang="he-IL" dirty="0"/>
                  <a:t>. לכן קיים מסלול מ-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lang="he-IL" dirty="0"/>
                  <a:t> ל-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lang="he-IL" dirty="0"/>
                  <a:t> ב-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p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he-IL" dirty="0"/>
                  <a:t>.</a:t>
                </a:r>
              </a:p>
              <a:p>
                <a:pPr algn="r" rtl="1"/>
                <a:r>
                  <a:rPr lang="" dirty="0"/>
                  <a:t>לפי האבחנה אורכו זוגי</a:t>
                </a:r>
                <a:r>
                  <a:rPr lang="he-IL" dirty="0"/>
                  <a:t>, </a:t>
                </a:r>
                <a:r>
                  <a:rPr lang="" dirty="0"/>
                  <a:t>ו</a:t>
                </a:r>
                <a:r>
                  <a:rPr lang="he-IL" dirty="0"/>
                  <a:t>מ</a:t>
                </a:r>
                <a:r>
                  <a:rPr lang="" dirty="0"/>
                  <a:t>טענת העזר </a:t>
                </a:r>
                <a:r>
                  <a:rPr lang="he-IL" dirty="0"/>
                  <a:t>נסיק ש</a:t>
                </a:r>
                <a:r>
                  <a:rPr lang="" dirty="0"/>
                  <a:t>קיים מסלול זוגי מ</a:t>
                </a:r>
                <a:r>
                  <a:rPr lang="he-IL" dirty="0"/>
                  <a:t>-</a:t>
                </a:r>
                <a14:m>
                  <m:oMath xmlns:m="http://schemas.openxmlformats.org/officeDocument/2006/math">
                    <m:r>
                      <a:rPr lang="LID4096" i="1"/>
                      <m:t>𝑠</m:t>
                    </m:r>
                  </m:oMath>
                </a14:m>
                <a:r>
                  <a:rPr lang="" dirty="0"/>
                  <a:t> ל</a:t>
                </a:r>
                <a:r>
                  <a:rPr lang="he-IL" dirty="0"/>
                  <a:t>-</a:t>
                </a:r>
                <a14:m>
                  <m:oMath xmlns:m="http://schemas.openxmlformats.org/officeDocument/2006/math">
                    <m:r>
                      <a:rPr lang="LID4096" i="1"/>
                      <m:t>𝑣</m:t>
                    </m:r>
                  </m:oMath>
                </a14:m>
                <a:r>
                  <a:rPr lang="" dirty="0"/>
                  <a:t> ב</a:t>
                </a:r>
                <a:r>
                  <a:rPr lang="he-IL" dirty="0"/>
                  <a:t>-</a:t>
                </a:r>
                <a14:m>
                  <m:oMath xmlns:m="http://schemas.openxmlformats.org/officeDocument/2006/math">
                    <m:r>
                      <a:rPr lang="LID4096" i="1"/>
                      <m:t>𝐺</m:t>
                    </m:r>
                  </m:oMath>
                </a14:m>
                <a:r>
                  <a:rPr lang="he-IL" dirty="0"/>
                  <a:t> – </a:t>
                </a:r>
                <a:r>
                  <a:rPr lang="" dirty="0"/>
                  <a:t>בסתירה להנחה</a:t>
                </a:r>
                <a:r>
                  <a:rPr lang="he-IL" dirty="0"/>
                  <a:t>.  </a:t>
                </a:r>
                <a14:m>
                  <m:oMath xmlns:m="http://schemas.openxmlformats.org/officeDocument/2006/math">
                    <m:r>
                      <a:rPr lang="he-IL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∎</m:t>
                    </m:r>
                  </m:oMath>
                </a14:m>
                <a:endParaRPr lang="he-IL" dirty="0"/>
              </a:p>
              <a:p>
                <a:pPr algn="r" rtl="1"/>
                <a:endParaRPr lang="he-IL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ACEFFAD-FCFD-4B40-80F7-B288B617960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14400" y="1845734"/>
                <a:ext cx="10241280" cy="4023360"/>
              </a:xfrm>
              <a:blipFill>
                <a:blip r:embed="rId3"/>
                <a:stretch>
                  <a:fillRect l="-655" t="-1667" r="-1548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E0E7B4-F875-4E83-A67D-5A547734CA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CA19CC-2EC9-4CD8-A754-68FE6B8ABB08}" type="datetime9">
              <a:rPr lang="he-IL" smtClean="0"/>
              <a:t>16 אוקטובר, 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4DDEB9-D6DC-4850-96DB-89FF509A56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34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693ED6-1A88-446E-AE98-A199EDC75D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תרגול 1 - מבוא ורדוקציות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99613C12-69E8-3651-C28E-BA274C7396E4}"/>
                  </a:ext>
                </a:extLst>
              </p:cNvPr>
              <p:cNvSpPr/>
              <p:nvPr/>
            </p:nvSpPr>
            <p:spPr>
              <a:xfrm>
                <a:off x="284480" y="171661"/>
                <a:ext cx="4602480" cy="817245"/>
              </a:xfrm>
              <a:prstGeom prst="roundRect">
                <a:avLst/>
              </a:prstGeom>
              <a:solidFill>
                <a:srgbClr val="D3F5F6"/>
              </a:solidFill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 algn="r" rtl="1">
                  <a:buClr>
                    <a:schemeClr val="accent1"/>
                  </a:buClr>
                  <a:buSzPct val="100000"/>
                </a:pPr>
                <a:r>
                  <a:rPr lang="he-IL" sz="1400" b="1" dirty="0"/>
                  <a:t>אבחנה: </a:t>
                </a:r>
                <a:r>
                  <a:rPr lang="he-IL" sz="1400" dirty="0"/>
                  <a:t>כל מסלול ב-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he-IL" sz="1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he-IL" sz="1400" i="1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p>
                        <m:r>
                          <a:rPr lang="he-IL" sz="14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he-IL" sz="1400" dirty="0"/>
                  <a:t> בין שני קודקודים ב-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he-IL" sz="1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he-IL" sz="1400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p>
                        <m:r>
                          <a:rPr lang="he-IL" sz="1400" i="1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lang="he-IL" sz="1400" dirty="0"/>
                  <a:t> הוא באורך זוגי.</a:t>
                </a:r>
              </a:p>
              <a:p>
                <a:pPr algn="r" rtl="1">
                  <a:spcAft>
                    <a:spcPts val="1800"/>
                  </a:spcAft>
                  <a:buClr>
                    <a:schemeClr val="accent1"/>
                  </a:buClr>
                  <a:buSzPct val="100000"/>
                </a:pPr>
                <a:r>
                  <a:rPr lang="he-IL" sz="1400" b="1" dirty="0"/>
                  <a:t>טענת עזר: </a:t>
                </a:r>
                <a:r>
                  <a:rPr lang="he-IL" sz="1400" dirty="0"/>
                  <a:t>קיים מסלול באורך </a:t>
                </a:r>
                <a14:m>
                  <m:oMath xmlns:m="http://schemas.openxmlformats.org/officeDocument/2006/math">
                    <m:r>
                      <a:rPr lang="en-US" sz="1400" i="1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1400" i="1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he-IL" sz="1400" dirty="0"/>
                  <a:t> בין </a:t>
                </a:r>
                <a14:m>
                  <m:oMath xmlns:m="http://schemas.openxmlformats.org/officeDocument/2006/math">
                    <m:r>
                      <a:rPr lang="en-US" sz="1400" i="1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he-IL" sz="1400" dirty="0"/>
                  <a:t> לבין </a:t>
                </a:r>
                <a14:m>
                  <m:oMath xmlns:m="http://schemas.openxmlformats.org/officeDocument/2006/math">
                    <m:r>
                      <a:rPr lang="en-US" sz="1400" i="1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he-IL" sz="1400" dirty="0"/>
                  <a:t> ב-</a:t>
                </a:r>
                <a14:m>
                  <m:oMath xmlns:m="http://schemas.openxmlformats.org/officeDocument/2006/math">
                    <m:r>
                      <a:rPr lang="en-US" sz="1400" i="1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he-IL" sz="1400" dirty="0"/>
                  <a:t> אמ"מ קיים </a:t>
                </a:r>
                <a:br>
                  <a:rPr lang="en-US" sz="1400" dirty="0"/>
                </a:br>
                <a:r>
                  <a:rPr lang="he-IL" sz="1400" dirty="0"/>
                  <a:t>מסלול באורך </a:t>
                </a:r>
                <a14:m>
                  <m:oMath xmlns:m="http://schemas.openxmlformats.org/officeDocument/2006/math">
                    <m:r>
                      <a:rPr lang="en-US" sz="1400" i="1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1400" i="1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he-IL" sz="1400" dirty="0"/>
                  <a:t> בין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lang="he-IL" sz="1400" dirty="0"/>
                  <a:t> ל-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4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400" i="1" dirty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en-US" sz="1400" i="1" dirty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lang="he-IL" sz="1400" dirty="0"/>
                  <a:t> ב-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p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he-IL" sz="1400" dirty="0"/>
                  <a:t>.</a:t>
                </a:r>
              </a:p>
            </p:txBody>
          </p:sp>
        </mc:Choice>
        <mc:Fallback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99613C12-69E8-3651-C28E-BA274C7396E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4480" y="171661"/>
                <a:ext cx="4602480" cy="817245"/>
              </a:xfrm>
              <a:prstGeom prst="roundRect">
                <a:avLst/>
              </a:prstGeom>
              <a:blipFill>
                <a:blip r:embed="rId4"/>
                <a:stretch>
                  <a:fillRect b="-730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918418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8FE08A-9A27-4AC5-B3E1-DA7E0C098E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he-IL" dirty="0"/>
              <a:t>הוכחת טענת העזר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500CF3B-9C08-4D97-9514-9E006B4C0CE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25033" y="1845734"/>
                <a:ext cx="10230647" cy="4204192"/>
              </a:xfrm>
            </p:spPr>
            <p:txBody>
              <a:bodyPr>
                <a:normAutofit/>
              </a:bodyPr>
              <a:lstStyle/>
              <a:p>
                <a:pPr algn="r" rtl="1">
                  <a:spcAft>
                    <a:spcPts val="1800"/>
                  </a:spcAft>
                </a:pPr>
                <a:r>
                  <a:rPr lang="he-IL" b="1" dirty="0">
                    <a:solidFill>
                      <a:srgbClr val="7030A0"/>
                    </a:solidFill>
                  </a:rPr>
                  <a:t>טענת עזר: </a:t>
                </a:r>
                <a:r>
                  <a:rPr lang="he-IL" dirty="0">
                    <a:solidFill>
                      <a:srgbClr val="7030A0"/>
                    </a:solidFill>
                  </a:rPr>
                  <a:t>קיים מסלול באורך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he-IL" dirty="0">
                    <a:solidFill>
                      <a:srgbClr val="7030A0"/>
                    </a:solidFill>
                  </a:rPr>
                  <a:t> בין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he-IL" dirty="0">
                    <a:solidFill>
                      <a:srgbClr val="7030A0"/>
                    </a:solidFill>
                  </a:rPr>
                  <a:t> לבין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he-IL" dirty="0">
                    <a:solidFill>
                      <a:srgbClr val="7030A0"/>
                    </a:solidFill>
                  </a:rPr>
                  <a:t> ב-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he-IL" dirty="0">
                    <a:solidFill>
                      <a:srgbClr val="7030A0"/>
                    </a:solidFill>
                  </a:rPr>
                  <a:t> אמ"מ קיים מסלול באורך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he-IL" dirty="0">
                    <a:solidFill>
                      <a:srgbClr val="7030A0"/>
                    </a:solidFill>
                  </a:rPr>
                  <a:t> בין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US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lang="he-IL" dirty="0">
                    <a:solidFill>
                      <a:srgbClr val="7030A0"/>
                    </a:solidFill>
                  </a:rPr>
                  <a:t> ל-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en-US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lang="he-IL" dirty="0">
                    <a:solidFill>
                      <a:srgbClr val="7030A0"/>
                    </a:solidFill>
                  </a:rPr>
                  <a:t> ב-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p>
                        <m:r>
                          <a:rPr lang="en-US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he-IL" dirty="0">
                    <a:solidFill>
                      <a:srgbClr val="7030A0"/>
                    </a:solidFill>
                  </a:rPr>
                  <a:t>.</a:t>
                </a:r>
              </a:p>
              <a:p>
                <a:pPr algn="r" rtl="1"/>
                <a:r>
                  <a:rPr lang="he-IL" b="1" dirty="0"/>
                  <a:t>כיוון ראשון (</a:t>
                </a:r>
                <a14:m>
                  <m:oMath xmlns:m="http://schemas.openxmlformats.org/officeDocument/2006/math">
                    <m:r>
                      <a:rPr lang="he-IL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⇐</m:t>
                    </m:r>
                  </m:oMath>
                </a14:m>
                <a:r>
                  <a:rPr lang="he-IL" b="1" dirty="0"/>
                  <a:t>):</a:t>
                </a:r>
              </a:p>
              <a:p>
                <a:pPr algn="r" rtl="1">
                  <a:spcBef>
                    <a:spcPts val="0"/>
                  </a:spcBef>
                </a:pPr>
                <a:r>
                  <a:rPr lang="he-IL" dirty="0"/>
                  <a:t>יהי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,…, 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</m:oMath>
                </a14:m>
                <a:r>
                  <a:rPr lang="he-IL" dirty="0"/>
                  <a:t> מסלול באורך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he-IL" dirty="0"/>
                  <a:t> מ-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he-IL" dirty="0"/>
                  <a:t> ל-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he-IL" dirty="0"/>
                  <a:t> ב-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he-IL" dirty="0"/>
                  <a:t>.</a:t>
                </a:r>
              </a:p>
              <a:p>
                <a:pPr algn="r" rtl="1"/>
                <a:r>
                  <a:rPr lang="he-IL" dirty="0"/>
                  <a:t>נגדיר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′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a:rPr lang="en-US" i="1">
                            <a:latin typeface="Cambria Math" panose="02040503050406030204" pitchFamily="18" charset="0"/>
                          </a:rPr>
                          <m:t>, </m:t>
                        </m:r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bSup>
                        <m:r>
                          <a:rPr lang="en-US" i="1">
                            <a:latin typeface="Cambria Math" panose="02040503050406030204" pitchFamily="18" charset="0"/>
                          </a:rPr>
                          <m:t>,…, </m:t>
                        </m:r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n-US" i="1">
                            <a:latin typeface="Cambria Math" panose="02040503050406030204" pitchFamily="18" charset="0"/>
                          </a:rPr>
                          <m:t>, 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e>
                    </m:d>
                  </m:oMath>
                </a14:m>
                <a:r>
                  <a:rPr lang="he-IL" dirty="0"/>
                  <a:t>.</a:t>
                </a:r>
              </a:p>
              <a:p>
                <a:pPr algn="r" rtl="1"/>
                <a:r>
                  <a:rPr lang="he-IL" dirty="0"/>
                  <a:t>לכל שני קודקודים עוקבים ב-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he-IL" dirty="0"/>
                  <a:t> ישנה צלע ב-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he-IL" dirty="0"/>
                  <a:t>. </a:t>
                </a:r>
              </a:p>
              <a:p>
                <a:pPr algn="r" rtl="1"/>
                <a:r>
                  <a:rPr lang="he-IL" dirty="0"/>
                  <a:t>לכן, לפי בניית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he-IL" dirty="0"/>
                  <a:t>, בין כל שני עותקים עוקבים המופיעים ב-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he-IL" dirty="0"/>
                  <a:t> קיימת ב-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he-IL" dirty="0"/>
                  <a:t> הצלע המתאימה.</a:t>
                </a:r>
              </a:p>
              <a:p>
                <a:pPr algn="r" rtl="1"/>
                <a:r>
                  <a:rPr lang="he-IL" dirty="0"/>
                  <a:t>מכאן ש-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he-IL" dirty="0"/>
                  <a:t> הינו אכן מסלול ב-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he-IL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he-IL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p>
                        <m:r>
                          <a:rPr lang="he-IL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he-IL" dirty="0"/>
                  <a:t> מ-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lang="he-IL" dirty="0"/>
                  <a:t> ל-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lang="he-IL" dirty="0"/>
                  <a:t>, ואורכו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he-IL" dirty="0"/>
                  <a:t>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500CF3B-9C08-4D97-9514-9E006B4C0CE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25033" y="1845734"/>
                <a:ext cx="10230647" cy="4204192"/>
              </a:xfrm>
              <a:blipFill>
                <a:blip r:embed="rId3"/>
                <a:stretch>
                  <a:fillRect t="-1451" r="-1549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6F1B30-6C5F-4803-BA63-AD2CC739B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86A28-BD26-4B32-A67F-F4BCC08B5292}" type="datetime9">
              <a:rPr lang="he-IL" smtClean="0"/>
              <a:t>16 אוקטובר, 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783E98-5DBB-45A7-B398-86565E2AF2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B013CA-D746-4523-9024-C4011183DB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תרגול 1 - מבוא ורדוקציות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8600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8FE08A-9A27-4AC5-B3E1-DA7E0C098E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he-IL" dirty="0"/>
              <a:t>הוכחת טענת העזר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500CF3B-9C08-4D97-9514-9E006B4C0CE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50240" y="1845734"/>
                <a:ext cx="10505441" cy="4204192"/>
              </a:xfrm>
            </p:spPr>
            <p:txBody>
              <a:bodyPr>
                <a:normAutofit/>
              </a:bodyPr>
              <a:lstStyle/>
              <a:p>
                <a:pPr algn="r" rtl="1">
                  <a:spcAft>
                    <a:spcPts val="1800"/>
                  </a:spcAft>
                </a:pPr>
                <a:r>
                  <a:rPr lang="he-IL" b="1" dirty="0">
                    <a:solidFill>
                      <a:srgbClr val="7030A0"/>
                    </a:solidFill>
                  </a:rPr>
                  <a:t>טענת עזר: </a:t>
                </a:r>
                <a:r>
                  <a:rPr lang="he-IL" dirty="0">
                    <a:solidFill>
                      <a:srgbClr val="7030A0"/>
                    </a:solidFill>
                  </a:rPr>
                  <a:t>קיים מסלול באורך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he-IL" dirty="0">
                    <a:solidFill>
                      <a:srgbClr val="7030A0"/>
                    </a:solidFill>
                  </a:rPr>
                  <a:t> בין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he-IL" dirty="0">
                    <a:solidFill>
                      <a:srgbClr val="7030A0"/>
                    </a:solidFill>
                  </a:rPr>
                  <a:t> לבין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he-IL" dirty="0">
                    <a:solidFill>
                      <a:srgbClr val="7030A0"/>
                    </a:solidFill>
                  </a:rPr>
                  <a:t> ב-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he-IL" dirty="0">
                    <a:solidFill>
                      <a:srgbClr val="7030A0"/>
                    </a:solidFill>
                  </a:rPr>
                  <a:t> אמ"מ קיים מסלול באורך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he-IL" dirty="0">
                    <a:solidFill>
                      <a:srgbClr val="7030A0"/>
                    </a:solidFill>
                  </a:rPr>
                  <a:t> בין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US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lang="he-IL" dirty="0">
                    <a:solidFill>
                      <a:srgbClr val="7030A0"/>
                    </a:solidFill>
                  </a:rPr>
                  <a:t> ל-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en-US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lang="he-IL" dirty="0">
                    <a:solidFill>
                      <a:srgbClr val="7030A0"/>
                    </a:solidFill>
                  </a:rPr>
                  <a:t> ב-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p>
                        <m:r>
                          <a:rPr lang="en-US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he-IL" dirty="0">
                    <a:solidFill>
                      <a:srgbClr val="7030A0"/>
                    </a:solidFill>
                  </a:rPr>
                  <a:t>.</a:t>
                </a:r>
              </a:p>
              <a:p>
                <a:pPr algn="r" rtl="1"/>
                <a:r>
                  <a:rPr lang="he-IL" b="1" dirty="0"/>
                  <a:t>כיוון שני (</a:t>
                </a:r>
                <a14:m>
                  <m:oMath xmlns:m="http://schemas.openxmlformats.org/officeDocument/2006/math">
                    <m:r>
                      <a:rPr lang="he-IL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he-IL" b="1" dirty="0"/>
                  <a:t>):</a:t>
                </a:r>
              </a:p>
              <a:p>
                <a:pPr algn="r" rtl="1">
                  <a:spcBef>
                    <a:spcPts val="0"/>
                  </a:spcBef>
                </a:pPr>
                <a:r>
                  <a:rPr lang="he-IL" dirty="0"/>
                  <a:t>יהי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′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a:rPr lang="en-US" i="1">
                            <a:latin typeface="Cambria Math" panose="02040503050406030204" pitchFamily="18" charset="0"/>
                          </a:rPr>
                          <m:t>, </m:t>
                        </m:r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bSup>
                        <m:r>
                          <a:rPr lang="en-US" i="1">
                            <a:latin typeface="Cambria Math" panose="02040503050406030204" pitchFamily="18" charset="0"/>
                          </a:rPr>
                          <m:t>,…, </m:t>
                        </m:r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n-US" i="1">
                            <a:latin typeface="Cambria Math" panose="02040503050406030204" pitchFamily="18" charset="0"/>
                          </a:rPr>
                          <m:t>, 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e>
                    </m:d>
                  </m:oMath>
                </a14:m>
                <a:r>
                  <a:rPr lang="he-IL" dirty="0"/>
                  <a:t> מסלול באורך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he-IL" dirty="0"/>
                  <a:t> מ-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lang="he-IL" dirty="0"/>
                  <a:t> ל-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lang="he-IL" dirty="0"/>
                  <a:t> ב-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p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he-IL" dirty="0"/>
                  <a:t>.</a:t>
                </a:r>
              </a:p>
              <a:p>
                <a:pPr algn="r" rtl="1"/>
                <a:r>
                  <a:rPr lang="he-IL" dirty="0"/>
                  <a:t>נגדיר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,…, 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</m:oMath>
                </a14:m>
                <a:r>
                  <a:rPr lang="he-IL" dirty="0"/>
                  <a:t>.</a:t>
                </a:r>
              </a:p>
              <a:p>
                <a:pPr algn="r" rtl="1"/>
                <a:r>
                  <a:rPr lang="he-IL" dirty="0"/>
                  <a:t>לכל שני קודקודים עוקבים ב-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he-IL" dirty="0"/>
                  <a:t> ישנה צלע ב-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he-IL" dirty="0"/>
                  <a:t>. </a:t>
                </a:r>
              </a:p>
              <a:p>
                <a:pPr algn="r" rtl="1"/>
                <a:r>
                  <a:rPr lang="he-IL" dirty="0"/>
                  <a:t>לכן, לפי בניית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he-IL" dirty="0"/>
                  <a:t>, בין כל שני קודקודים מקוריים עוקבים המופיעים ב-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he-IL" dirty="0"/>
                  <a:t> קיימת ב-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he-IL" dirty="0"/>
                  <a:t> הצלע המתאימה.</a:t>
                </a:r>
              </a:p>
              <a:p>
                <a:pPr algn="r" rtl="1"/>
                <a:r>
                  <a:rPr lang="he-IL" dirty="0"/>
                  <a:t>מכאן ש-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he-IL" dirty="0"/>
                  <a:t> הינו אכן מסלול ב-</a:t>
                </a:r>
                <a14:m>
                  <m:oMath xmlns:m="http://schemas.openxmlformats.org/officeDocument/2006/math">
                    <m:r>
                      <a:rPr lang="he-IL" b="0" i="1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he-IL" dirty="0"/>
                  <a:t> מ-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he-IL" dirty="0"/>
                  <a:t> ל-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he-IL" dirty="0"/>
                  <a:t>, ואורכו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he-IL" dirty="0"/>
                  <a:t>.</a:t>
                </a:r>
              </a:p>
              <a:p>
                <a:pPr algn="l"/>
                <a14:m>
                  <m:oMath xmlns:m="http://schemas.openxmlformats.org/officeDocument/2006/math">
                    <m:r>
                      <a:rPr lang="he-IL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∎</m:t>
                    </m:r>
                  </m:oMath>
                </a14:m>
                <a:endParaRPr lang="he-IL" sz="40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500CF3B-9C08-4D97-9514-9E006B4C0CE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50240" y="1845734"/>
                <a:ext cx="10505441" cy="4204192"/>
              </a:xfrm>
              <a:blipFill>
                <a:blip r:embed="rId3"/>
                <a:stretch>
                  <a:fillRect l="-1509" t="-1451" r="-1509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6F1B30-6C5F-4803-BA63-AD2CC739B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6FCD8C-15AD-48D1-BB15-050E5EA83449}" type="datetime9">
              <a:rPr lang="he-IL" smtClean="0"/>
              <a:t>16 אוקטובר, 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783E98-5DBB-45A7-B398-86565E2AF2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B013CA-D746-4523-9024-C4011183DB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תרגול 1 - מבוא ורדוקציות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16316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8FCFB2-6C48-9ED1-35F9-9D6EC21C04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05A10D-E4E1-6609-45EB-F919B63A63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he-IL" dirty="0"/>
              <a:t>תזכורת – איך כותבים פתרון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A820D4-DD1A-3F3E-BC4F-0B3EDB58B7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r" rtl="1"/>
            <a:endParaRPr lang="he-IL" b="1" dirty="0"/>
          </a:p>
          <a:p>
            <a:pPr algn="r" rtl="1"/>
            <a:endParaRPr lang="he-IL" b="1" dirty="0"/>
          </a:p>
          <a:p>
            <a:pPr algn="r" rtl="1"/>
            <a:r>
              <a:rPr lang="he-IL" b="1" dirty="0"/>
              <a:t>בכל בעיה נציג שלושה חלקים:</a:t>
            </a:r>
            <a:endParaRPr lang="he-IL" dirty="0"/>
          </a:p>
          <a:p>
            <a:pPr marL="658368" lvl="1" indent="-457200" algn="r" rtl="1">
              <a:buClrTx/>
              <a:buFont typeface="+mj-lt"/>
              <a:buAutoNum type="arabicPeriod"/>
            </a:pPr>
            <a:r>
              <a:rPr lang="he-IL" sz="2000" dirty="0">
                <a:solidFill>
                  <a:srgbClr val="00B050"/>
                </a:solidFill>
              </a:rPr>
              <a:t>תיאור האלגוריתם – תיאור מילולי או </a:t>
            </a:r>
            <a:r>
              <a:rPr lang="he-IL" sz="2000" dirty="0" err="1">
                <a:solidFill>
                  <a:srgbClr val="00B050"/>
                </a:solidFill>
              </a:rPr>
              <a:t>פסאודו</a:t>
            </a:r>
            <a:r>
              <a:rPr lang="he-IL" sz="2000" dirty="0">
                <a:solidFill>
                  <a:srgbClr val="00B050"/>
                </a:solidFill>
              </a:rPr>
              <a:t>-קוד.</a:t>
            </a:r>
          </a:p>
          <a:p>
            <a:pPr marL="658368" lvl="1" indent="-457200" algn="r" rtl="1">
              <a:buClrTx/>
              <a:buFont typeface="+mj-lt"/>
              <a:buAutoNum type="arabicPeriod"/>
            </a:pPr>
            <a:r>
              <a:rPr lang="he-IL" sz="2000" dirty="0">
                <a:solidFill>
                  <a:srgbClr val="00B050"/>
                </a:solidFill>
              </a:rPr>
              <a:t>הוכחת נכונות – הוכחה שהאלגוריתם אכן פותר את הבעיה.</a:t>
            </a:r>
          </a:p>
          <a:p>
            <a:pPr marL="658368" lvl="1" indent="-457200" algn="r" rtl="1">
              <a:buClrTx/>
              <a:buFont typeface="+mj-lt"/>
              <a:buAutoNum type="arabicPeriod"/>
            </a:pPr>
            <a:r>
              <a:rPr lang="he-IL" sz="2000" dirty="0"/>
              <a:t>ניתוח זמן ריצה – פרטי המימוש וניתוח היעילות של האלגוריתם.</a:t>
            </a:r>
            <a:endParaRPr lang="he-IL" sz="300" b="1" dirty="0"/>
          </a:p>
          <a:p>
            <a:endParaRPr lang="LID4096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45F3FC-2325-31F9-92C3-EDC310CD33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9DED3-7ABC-4C0F-A496-FBAA734E8284}" type="datetime9">
              <a:rPr lang="he-IL" smtClean="0"/>
              <a:t>16 אוקטובר, 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10B435-6C67-CF2D-613F-A45C21B5A8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תרגול 1 - מבוא ורדוקציות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F8303B-5739-4016-7D80-216851FB60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542207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0EFAEF-BC61-AC92-C13F-C3C63E364C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99B3FD-365C-B568-49F6-64FD668A18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he-IL" dirty="0"/>
              <a:t>תזכורת – איך כותבים פתרון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3E70D4-BC47-3BA7-AA08-0DA428587A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r" rtl="1"/>
            <a:endParaRPr lang="he-IL" b="1" dirty="0"/>
          </a:p>
          <a:p>
            <a:pPr algn="r" rtl="1"/>
            <a:endParaRPr lang="he-IL" b="1" dirty="0"/>
          </a:p>
          <a:p>
            <a:pPr algn="r" rtl="1"/>
            <a:r>
              <a:rPr lang="he-IL" b="1" dirty="0"/>
              <a:t>בכל בעיה נציג שלושה חלקים:</a:t>
            </a:r>
            <a:endParaRPr lang="he-IL" dirty="0"/>
          </a:p>
          <a:p>
            <a:pPr marL="658368" lvl="1" indent="-457200" algn="r" rtl="1">
              <a:buClrTx/>
              <a:buFont typeface="+mj-lt"/>
              <a:buAutoNum type="arabicPeriod"/>
            </a:pPr>
            <a:r>
              <a:rPr lang="he-IL" sz="2000" dirty="0">
                <a:solidFill>
                  <a:srgbClr val="00B050"/>
                </a:solidFill>
              </a:rPr>
              <a:t>תיאור האלגוריתם – תיאור מילולי או פסאודו-קוד.</a:t>
            </a:r>
          </a:p>
          <a:p>
            <a:pPr marL="658368" lvl="1" indent="-457200" algn="r" rtl="1">
              <a:buClrTx/>
              <a:buFont typeface="+mj-lt"/>
              <a:buAutoNum type="arabicPeriod"/>
            </a:pPr>
            <a:r>
              <a:rPr lang="he-IL" sz="2000" dirty="0">
                <a:solidFill>
                  <a:srgbClr val="00B050"/>
                </a:solidFill>
              </a:rPr>
              <a:t>הוכחת נכונות – הוכחה שהאלגוריתם אכן פותר את הבעיה.</a:t>
            </a:r>
          </a:p>
          <a:p>
            <a:pPr marL="658368" lvl="1" indent="-457200" algn="r" rtl="1">
              <a:buClrTx/>
              <a:buFont typeface="+mj-lt"/>
              <a:buAutoNum type="arabicPeriod"/>
            </a:pPr>
            <a:r>
              <a:rPr lang="he-IL" sz="2000" dirty="0">
                <a:solidFill>
                  <a:srgbClr val="0070C0"/>
                </a:solidFill>
              </a:rPr>
              <a:t>ניתוח זמן ריצה – פרטי המימוש וניתוח היעילות של האלגוריתם.</a:t>
            </a:r>
            <a:endParaRPr lang="he-IL" sz="300" b="1" dirty="0">
              <a:solidFill>
                <a:srgbClr val="0070C0"/>
              </a:solidFill>
            </a:endParaRPr>
          </a:p>
          <a:p>
            <a:endParaRPr lang="LID4096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EF5F1F-60B4-EC64-96FC-36EB093A70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DA0D7-9036-46BF-9B12-4E2D8C3C288B}" type="datetime9">
              <a:rPr lang="he-IL" smtClean="0"/>
              <a:t>16 אוקטובר, 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BA95AD-D79D-9FE7-F380-2C0C387271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תרגול 1 - מבוא ורדוקציות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8667D9-6B67-4529-4514-9D3BDADB7A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284231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84AEB88-1517-ED44-70EB-4805EB07E43A}"/>
              </a:ext>
            </a:extLst>
          </p:cNvPr>
          <p:cNvSpPr/>
          <p:nvPr/>
        </p:nvSpPr>
        <p:spPr>
          <a:xfrm>
            <a:off x="5938345" y="5317553"/>
            <a:ext cx="5217335" cy="43092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C1DA5F2-6D99-48E6-836A-F676E83466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he-IL" dirty="0"/>
              <a:t>מימוש וניתוח זמן ריצה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959E266-B9BB-4A96-A74E-E53B3FBD2E8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algn="r" rtl="1"/>
                <a:r>
                  <a:rPr lang="he-IL" b="1" dirty="0">
                    <a:solidFill>
                      <a:schemeClr val="accent2">
                        <a:lumMod val="50000"/>
                      </a:schemeClr>
                    </a:solidFill>
                  </a:rPr>
                  <a:t>ממיר קלט:</a:t>
                </a:r>
                <a:r>
                  <a:rPr lang="he-IL" b="1" dirty="0"/>
                  <a:t> </a:t>
                </a:r>
                <a:r>
                  <a:rPr lang="he-IL" dirty="0"/>
                  <a:t>בניית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he-IL" dirty="0"/>
                  <a:t> דורשת מספר קבוע של מעברים על הקודקודים והקשתות של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he-IL" dirty="0"/>
                  <a:t>, ולכן הבנייה תדרוש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</m:d>
                      </m:e>
                    </m:d>
                  </m:oMath>
                </a14:m>
                <a:r>
                  <a:rPr lang="he-IL" dirty="0"/>
                  <a:t> זמן.</a:t>
                </a:r>
              </a:p>
              <a:p>
                <a:pPr algn="r" rtl="1">
                  <a:spcBef>
                    <a:spcPts val="2400"/>
                  </a:spcBef>
                </a:pPr>
                <a:r>
                  <a:rPr lang="he-IL" b="1" dirty="0">
                    <a:solidFill>
                      <a:schemeClr val="accent2">
                        <a:lumMod val="50000"/>
                      </a:schemeClr>
                    </a:solidFill>
                  </a:rPr>
                  <a:t>הרצת </a:t>
                </a:r>
                <a:r>
                  <a:rPr lang="en-US" b="1" dirty="0">
                    <a:solidFill>
                      <a:schemeClr val="accent2">
                        <a:lumMod val="50000"/>
                      </a:schemeClr>
                    </a:solidFill>
                  </a:rPr>
                  <a:t>SP</a:t>
                </a:r>
                <a:r>
                  <a:rPr lang="he-IL" dirty="0">
                    <a:solidFill>
                      <a:schemeClr val="accent2">
                        <a:lumMod val="50000"/>
                      </a:schemeClr>
                    </a:solidFill>
                  </a:rPr>
                  <a:t>:</a:t>
                </a:r>
                <a:r>
                  <a:rPr lang="he-IL" dirty="0"/>
                  <a:t> </a:t>
                </a:r>
              </a:p>
              <a:p>
                <a:pPr lvl="1" algn="r" rtl="1">
                  <a:buFont typeface="Arial" panose="020B0604020202020204" pitchFamily="34" charset="0"/>
                  <a:buChar char="•"/>
                </a:pPr>
                <a:r>
                  <a:rPr lang="he-IL" sz="2000" dirty="0"/>
                  <a:t>נפעיל </a:t>
                </a:r>
                <a:r>
                  <a:rPr lang="en-US" sz="2000" dirty="0"/>
                  <a:t>BFS</a:t>
                </a:r>
                <a:r>
                  <a:rPr lang="he-IL" sz="2000" dirty="0"/>
                  <a:t> על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he-IL" sz="2000" dirty="0"/>
                  <a:t>.</a:t>
                </a:r>
                <a:endParaRPr lang="en-US" sz="2000" dirty="0"/>
              </a:p>
              <a:p>
                <a:pPr lvl="1" algn="r" rtl="1"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lang="he-IL" sz="2000" dirty="0"/>
                  <a:t>מכיוון ש-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=2</m:t>
                    </m:r>
                    <m:d>
                      <m:dPr>
                        <m:begChr m:val="|"/>
                        <m:endChr m:val="|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d>
                  </m:oMath>
                </a14:m>
                <a:r>
                  <a:rPr lang="he-IL" sz="2000" dirty="0"/>
                  <a:t>, ו-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=2</m:t>
                    </m:r>
                    <m:d>
                      <m:dPr>
                        <m:begChr m:val="|"/>
                        <m:endChr m:val="|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d>
                  </m:oMath>
                </a14:m>
                <a:r>
                  <a:rPr lang="he-IL" sz="2000" dirty="0"/>
                  <a:t>, נקבל שהזמן הדרוש להפעלת </a:t>
                </a:r>
                <a:r>
                  <a:rPr lang="en-US" sz="2000" dirty="0"/>
                  <a:t>BFS</a:t>
                </a:r>
                <a:r>
                  <a:rPr lang="he-IL" sz="2000" dirty="0"/>
                  <a:t> על הגרף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he-IL" sz="2000" dirty="0"/>
                  <a:t> הינו:</a:t>
                </a:r>
              </a:p>
              <a:p>
                <a:pPr marL="201168" lvl="1" indent="0" algn="r" rtl="1">
                  <a:spcBef>
                    <a:spcPts val="1200"/>
                  </a:spcBef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2000" b="0" i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p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e>
                          </m:d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  <m:sup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e>
                          </m:d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</m:d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he-IL" sz="2000" dirty="0"/>
              </a:p>
              <a:p>
                <a:pPr algn="r" rtl="1">
                  <a:spcBef>
                    <a:spcPts val="2400"/>
                  </a:spcBef>
                </a:pPr>
                <a:r>
                  <a:rPr lang="he-IL" b="1" dirty="0">
                    <a:solidFill>
                      <a:schemeClr val="accent2">
                        <a:lumMod val="50000"/>
                      </a:schemeClr>
                    </a:solidFill>
                  </a:rPr>
                  <a:t>ממיר פלט:</a:t>
                </a:r>
                <a:r>
                  <a:rPr lang="he-IL" b="1" dirty="0"/>
                  <a:t> </a:t>
                </a:r>
                <a:r>
                  <a:rPr lang="he-IL" dirty="0"/>
                  <a:t>נסרוק את כל קודקודי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he-IL" dirty="0"/>
                  <a:t>, ולכן יידרש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</m:d>
                      </m:e>
                    </m:d>
                  </m:oMath>
                </a14:m>
                <a:r>
                  <a:rPr lang="he-IL" dirty="0"/>
                  <a:t> זמן.</a:t>
                </a:r>
              </a:p>
              <a:p>
                <a:pPr algn="r" rtl="1"/>
                <a:endParaRPr lang="he-IL" b="1" dirty="0">
                  <a:solidFill>
                    <a:schemeClr val="tx2">
                      <a:lumMod val="75000"/>
                    </a:schemeClr>
                  </a:solidFill>
                </a:endParaRPr>
              </a:p>
              <a:p>
                <a:pPr algn="r" rtl="1"/>
                <a:r>
                  <a:rPr lang="he-IL" b="1" dirty="0">
                    <a:solidFill>
                      <a:schemeClr val="tx2">
                        <a:lumMod val="75000"/>
                      </a:schemeClr>
                    </a:solidFill>
                  </a:rPr>
                  <a:t>סה"כ זמן הריצה של האלגוריתם: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chemeClr val="tx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𝑶</m:t>
                    </m:r>
                    <m:d>
                      <m:dPr>
                        <m:ctrlPr>
                          <a:rPr lang="en-US" b="1" i="1" smtClean="0">
                            <a:solidFill>
                              <a:schemeClr val="tx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b="1" i="1" smtClean="0">
                                <a:solidFill>
                                  <a:schemeClr val="tx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1" i="1" smtClean="0">
                                <a:solidFill>
                                  <a:schemeClr val="tx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𝑽</m:t>
                            </m:r>
                          </m:e>
                        </m:d>
                        <m:r>
                          <a:rPr lang="en-US" b="1" i="1" smtClean="0">
                            <a:solidFill>
                              <a:schemeClr val="tx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US" b="1" i="1" smtClean="0">
                                <a:solidFill>
                                  <a:schemeClr val="tx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1" i="1" smtClean="0">
                                <a:solidFill>
                                  <a:schemeClr val="tx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𝑬</m:t>
                            </m:r>
                          </m:e>
                        </m:d>
                      </m:e>
                    </m:d>
                  </m:oMath>
                </a14:m>
                <a:r>
                  <a:rPr lang="he-IL" b="1" dirty="0">
                    <a:solidFill>
                      <a:schemeClr val="tx2">
                        <a:lumMod val="75000"/>
                      </a:schemeClr>
                    </a:solidFill>
                  </a:rPr>
                  <a:t>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959E266-B9BB-4A96-A74E-E53B3FBD2E8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t="-1515" r="-1576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6C064D-D655-436E-B5C2-308794ECE3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99E765-B880-462F-96C4-6DF133A99DD4}" type="datetime9">
              <a:rPr lang="he-IL" smtClean="0"/>
              <a:t>16 אוקטובר, 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A9244F-94D4-4806-8905-D58BEB3D91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39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540FC2-7E68-4256-805F-1B6E4DA1DB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תרגול 1 - מבוא ורדוקציות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27701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3" grpId="0" uiExpand="1" build="p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6FFBAF-2375-227A-4C8C-5894009E9A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1C8C6-6DD3-08EA-EC75-D1F4F7A600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he-IL" dirty="0"/>
              <a:t>תזכורת – איך כותבים פתרון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083177-780B-7F02-97AC-CDCB00E08A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r" rtl="1"/>
            <a:endParaRPr lang="he-IL" b="1" dirty="0"/>
          </a:p>
          <a:p>
            <a:pPr algn="r" rtl="1"/>
            <a:endParaRPr lang="he-IL" b="1" dirty="0"/>
          </a:p>
          <a:p>
            <a:pPr algn="r" rtl="1"/>
            <a:r>
              <a:rPr lang="he-IL" b="1" dirty="0"/>
              <a:t>בכל בעיה נציג שלושה חלקים:</a:t>
            </a:r>
            <a:endParaRPr lang="he-IL" dirty="0"/>
          </a:p>
          <a:p>
            <a:pPr marL="658368" lvl="1" indent="-457200" algn="r" rtl="1">
              <a:buClrTx/>
              <a:buFont typeface="+mj-lt"/>
              <a:buAutoNum type="arabicPeriod"/>
            </a:pPr>
            <a:r>
              <a:rPr lang="he-IL" sz="2000" dirty="0">
                <a:solidFill>
                  <a:srgbClr val="00B050"/>
                </a:solidFill>
              </a:rPr>
              <a:t>תיאור האלגוריתם – תיאור מילולי או פסאודו-קוד.</a:t>
            </a:r>
          </a:p>
          <a:p>
            <a:pPr marL="658368" lvl="1" indent="-457200" algn="r" rtl="1">
              <a:buClrTx/>
              <a:buFont typeface="+mj-lt"/>
              <a:buAutoNum type="arabicPeriod"/>
            </a:pPr>
            <a:r>
              <a:rPr lang="he-IL" sz="2000" dirty="0">
                <a:solidFill>
                  <a:srgbClr val="00B050"/>
                </a:solidFill>
              </a:rPr>
              <a:t>הוכחת נכונות – הוכחה שהאלגוריתם אכן פותר את הבעיה.</a:t>
            </a:r>
          </a:p>
          <a:p>
            <a:pPr marL="658368" lvl="1" indent="-457200" algn="r" rtl="1">
              <a:buClrTx/>
              <a:buFont typeface="+mj-lt"/>
              <a:buAutoNum type="arabicPeriod"/>
            </a:pPr>
            <a:r>
              <a:rPr lang="he-IL" sz="2000" dirty="0">
                <a:solidFill>
                  <a:srgbClr val="00B050"/>
                </a:solidFill>
              </a:rPr>
              <a:t>ניתוח זמן ריצה – פרטי המימוש וניתוח היעילות של האלגוריתם.</a:t>
            </a:r>
            <a:endParaRPr lang="he-IL" sz="300" b="1" dirty="0">
              <a:solidFill>
                <a:srgbClr val="00B050"/>
              </a:solidFill>
            </a:endParaRPr>
          </a:p>
          <a:p>
            <a:endParaRPr lang="LID4096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39E5FC-BF75-6048-DB5F-7BF9D1DF7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0BDDA5-25EF-4C73-9771-C0D9EF0D2242}" type="datetime9">
              <a:rPr lang="he-IL" smtClean="0"/>
              <a:t>16 אוקטובר, 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E61030-9004-E6CA-311B-641A475CE8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תרגול 1 - מבוא ורדוקציות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EC6EE8-1C37-72D5-8724-074B562066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017964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DFD93EA-E07D-4E41-865B-DAD53E30737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r" rtl="1"/>
            <a:r>
              <a:rPr lang="he-IL" dirty="0"/>
              <a:t>רדוקציה מ-</a:t>
            </a:r>
            <a:r>
              <a:rPr lang="en-US" dirty="0"/>
              <a:t>SP</a:t>
            </a:r>
            <a:r>
              <a:rPr lang="he-IL" dirty="0"/>
              <a:t> ל-</a:t>
            </a:r>
            <a:r>
              <a:rPr lang="en-US" dirty="0"/>
              <a:t>SEP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F521FB0A-8906-4319-9AA9-AAE5815482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976D5B-65AA-4A2A-8A5A-1668A38943A2}" type="datetime9">
              <a:rPr lang="he-IL" smtClean="0"/>
              <a:t>16 אוקטובר, 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E5677B-9D3A-4CEF-9F9B-78BF5E8331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41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6673AB1-230F-4254-95D2-0AE86ACFBC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תרגול 1 - מבוא ורדוקציות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97990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87273BC-6D24-490D-AA84-E934040A63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he-IL" dirty="0"/>
              <a:t>רדוקציה מ-</a:t>
            </a:r>
            <a:r>
              <a:rPr lang="en-US" dirty="0"/>
              <a:t>SP</a:t>
            </a:r>
            <a:r>
              <a:rPr lang="he-IL" dirty="0"/>
              <a:t> ל-</a:t>
            </a:r>
            <a:r>
              <a:rPr lang="en-US" dirty="0"/>
              <a:t>SEP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6496BB58-A19A-4F08-95AE-8945B5EA35A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algn="r" rtl="1"/>
                <a:r>
                  <a:rPr lang="he-IL" dirty="0"/>
                  <a:t>נראה כעת רדוקציה נוספת בכיוון ההפוך.</a:t>
                </a:r>
              </a:p>
              <a:p>
                <a:pPr algn="r" rtl="1">
                  <a:spcAft>
                    <a:spcPts val="1800"/>
                  </a:spcAft>
                </a:pPr>
                <a:r>
                  <a:rPr lang="he-IL" b="1" dirty="0"/>
                  <a:t>איך נוכל להשתמש בקופסה השחורה ל-</a:t>
                </a:r>
                <a:r>
                  <a:rPr lang="en-US" b="1" dirty="0"/>
                  <a:t>SEP</a:t>
                </a:r>
                <a:r>
                  <a:rPr lang="he-IL" b="1" dirty="0"/>
                  <a:t> </a:t>
                </a:r>
                <a:br>
                  <a:rPr lang="en-US" b="1" dirty="0"/>
                </a:br>
                <a:r>
                  <a:rPr lang="he-IL" b="1" dirty="0"/>
                  <a:t>כדי למצוא גם מסלולים קצרים באורך אי-זוגי?</a:t>
                </a:r>
              </a:p>
              <a:p>
                <a:pPr algn="r" rtl="1"/>
                <a:r>
                  <a:rPr lang="he-IL" b="1" dirty="0"/>
                  <a:t>רעיון הרדוקציה</a:t>
                </a:r>
                <a:r>
                  <a:rPr lang="he-IL" dirty="0"/>
                  <a:t>: נבנה גרף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he-IL" dirty="0"/>
                  <a:t> על-ידי הוספת קודקוד באמצע כל צלע של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he-IL" dirty="0"/>
                  <a:t>. </a:t>
                </a:r>
              </a:p>
              <a:p>
                <a:pPr algn="r" rtl="1"/>
                <a:r>
                  <a:rPr lang="he-IL" dirty="0"/>
                  <a:t>כעת, כל מסלול ב-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he-IL" dirty="0"/>
                  <a:t> מתאים למסלול באורך כפול ב-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he-IL" dirty="0"/>
                  <a:t>, ולהפך. </a:t>
                </a:r>
              </a:p>
              <a:p>
                <a:pPr algn="r" rtl="1"/>
                <a:r>
                  <a:rPr lang="he-IL" dirty="0"/>
                  <a:t>לכן נוכל להריץ </a:t>
                </a:r>
                <a:r>
                  <a:rPr lang="en-US" dirty="0"/>
                  <a:t>SEP</a:t>
                </a:r>
                <a:r>
                  <a:rPr lang="he-IL" dirty="0"/>
                  <a:t> על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he-IL" dirty="0"/>
                  <a:t>, ולחלק את המרחקים שהתקבלו ב-2.</a:t>
                </a:r>
                <a:endParaRPr lang="en-US" dirty="0"/>
              </a:p>
              <a:p>
                <a:pPr algn="r" rtl="1"/>
                <a:endParaRPr lang="he-IL" dirty="0"/>
              </a:p>
              <a:p>
                <a:pPr algn="r" rtl="1"/>
                <a:endParaRPr lang="he-IL" dirty="0"/>
              </a:p>
            </p:txBody>
          </p:sp>
        </mc:Choice>
        <mc:Fallback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6496BB58-A19A-4F08-95AE-8945B5EA35A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1515" r="-1576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F718A7A8-BEC2-4A73-A067-F417434F69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78A4C-FFA4-4975-9B58-F4222804D881}" type="datetime9">
              <a:rPr lang="he-IL" smtClean="0"/>
              <a:t>16 אוקטובר, 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633F89-5CBD-42BD-9601-8AAFFEBA8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42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6D8CD42-95C9-4362-AF7B-2AA870B5DD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תרגול 1 - מבוא ורדוקציות</a:t>
            </a:r>
            <a:endParaRPr lang="en-US" dirty="0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782146B1-9DF3-64A2-B580-A8DD882224E4}"/>
              </a:ext>
            </a:extLst>
          </p:cNvPr>
          <p:cNvGrpSpPr/>
          <p:nvPr/>
        </p:nvGrpSpPr>
        <p:grpSpPr>
          <a:xfrm>
            <a:off x="489787" y="1835265"/>
            <a:ext cx="3161758" cy="1612354"/>
            <a:chOff x="2455126" y="3645711"/>
            <a:chExt cx="3161758" cy="1612354"/>
          </a:xfrm>
        </p:grpSpPr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3ED26D67-6A02-4AB6-3B9D-C0073E1DDAC4}"/>
                </a:ext>
              </a:extLst>
            </p:cNvPr>
            <p:cNvGrpSpPr/>
            <p:nvPr/>
          </p:nvGrpSpPr>
          <p:grpSpPr>
            <a:xfrm>
              <a:off x="2455126" y="3645711"/>
              <a:ext cx="3161758" cy="1612354"/>
              <a:chOff x="2793604" y="3636186"/>
              <a:chExt cx="3161758" cy="1612354"/>
            </a:xfrm>
          </p:grpSpPr>
          <p:grpSp>
            <p:nvGrpSpPr>
              <p:cNvPr id="24" name="Group 23">
                <a:extLst>
                  <a:ext uri="{FF2B5EF4-FFF2-40B4-BE49-F238E27FC236}">
                    <a16:creationId xmlns:a16="http://schemas.microsoft.com/office/drawing/2014/main" id="{343BEBEC-6858-AFC1-6342-63DAE1959778}"/>
                  </a:ext>
                </a:extLst>
              </p:cNvPr>
              <p:cNvGrpSpPr/>
              <p:nvPr/>
            </p:nvGrpSpPr>
            <p:grpSpPr>
              <a:xfrm>
                <a:off x="2793604" y="3636186"/>
                <a:ext cx="3161758" cy="1612354"/>
                <a:chOff x="2860279" y="3421911"/>
                <a:chExt cx="3161758" cy="1612354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6" name="Oval 25">
                      <a:extLst>
                        <a:ext uri="{FF2B5EF4-FFF2-40B4-BE49-F238E27FC236}">
                          <a16:creationId xmlns:a16="http://schemas.microsoft.com/office/drawing/2014/main" id="{F0C51F44-D79E-8ACB-7960-CF045836E62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860279" y="3955311"/>
                      <a:ext cx="533400" cy="533400"/>
                    </a:xfrm>
                    <a:prstGeom prst="ellipse">
                      <a:avLst/>
                    </a:prstGeom>
                    <a:noFill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oMath>
                        </m:oMathPara>
                      </a14:m>
                      <a:endParaRPr lang="en-IL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12" name="Oval 11">
                      <a:extLst>
                        <a:ext uri="{FF2B5EF4-FFF2-40B4-BE49-F238E27FC236}">
                          <a16:creationId xmlns:a16="http://schemas.microsoft.com/office/drawing/2014/main" id="{FEF74ED4-B8FE-4D8F-A512-15434C44340A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860279" y="3955311"/>
                      <a:ext cx="533400" cy="533400"/>
                    </a:xfrm>
                    <a:prstGeom prst="ellipse">
                      <a:avLst/>
                    </a:prstGeom>
                    <a:blipFill>
                      <a:blip r:embed="rId3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IL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7" name="Oval 26">
                      <a:extLst>
                        <a:ext uri="{FF2B5EF4-FFF2-40B4-BE49-F238E27FC236}">
                          <a16:creationId xmlns:a16="http://schemas.microsoft.com/office/drawing/2014/main" id="{E84C7BC2-F658-F64A-120C-1737B94EA0A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181741" y="3421911"/>
                      <a:ext cx="537179" cy="533400"/>
                    </a:xfrm>
                    <a:prstGeom prst="ellipse">
                      <a:avLst/>
                    </a:prstGeom>
                    <a:noFill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oMath>
                        </m:oMathPara>
                      </a14:m>
                      <a:endParaRPr lang="en-IL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13" name="Oval 12">
                      <a:extLst>
                        <a:ext uri="{FF2B5EF4-FFF2-40B4-BE49-F238E27FC236}">
                          <a16:creationId xmlns:a16="http://schemas.microsoft.com/office/drawing/2014/main" id="{E65626BB-ACDD-4230-AFD5-8B79112FF6D4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181741" y="3421911"/>
                      <a:ext cx="537179" cy="533400"/>
                    </a:xfrm>
                    <a:prstGeom prst="ellipse">
                      <a:avLst/>
                    </a:prstGeom>
                    <a:blipFill>
                      <a:blip r:embed="rId4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IL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8" name="Oval 27">
                      <a:extLst>
                        <a:ext uri="{FF2B5EF4-FFF2-40B4-BE49-F238E27FC236}">
                          <a16:creationId xmlns:a16="http://schemas.microsoft.com/office/drawing/2014/main" id="{EE7A95D5-CAD5-03D4-6E78-0FAA389B255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488637" y="3967465"/>
                      <a:ext cx="533400" cy="533400"/>
                    </a:xfrm>
                    <a:prstGeom prst="ellipse">
                      <a:avLst/>
                    </a:prstGeom>
                    <a:noFill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>
                            <m:r>
                              <a:rPr lang="en-US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oMath>
                        </m:oMathPara>
                      </a14:m>
                      <a:endParaRPr lang="en-IL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14" name="Oval 13">
                      <a:extLst>
                        <a:ext uri="{FF2B5EF4-FFF2-40B4-BE49-F238E27FC236}">
                          <a16:creationId xmlns:a16="http://schemas.microsoft.com/office/drawing/2014/main" id="{49A600B8-630C-4E82-A6EC-BA78E2C64F01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488637" y="3967465"/>
                      <a:ext cx="533400" cy="533400"/>
                    </a:xfrm>
                    <a:prstGeom prst="ellipse">
                      <a:avLst/>
                    </a:prstGeom>
                    <a:blipFill>
                      <a:blip r:embed="rId5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IL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9" name="Oval 28">
                      <a:extLst>
                        <a:ext uri="{FF2B5EF4-FFF2-40B4-BE49-F238E27FC236}">
                          <a16:creationId xmlns:a16="http://schemas.microsoft.com/office/drawing/2014/main" id="{1662A7B4-663B-DA96-3EA8-978A9DB8E54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672871" y="4500865"/>
                      <a:ext cx="533400" cy="533400"/>
                    </a:xfrm>
                    <a:prstGeom prst="ellipse">
                      <a:avLst/>
                    </a:prstGeom>
                    <a:noFill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oMath>
                        </m:oMathPara>
                      </a14:m>
                      <a:endParaRPr lang="en-IL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15" name="Oval 14">
                      <a:extLst>
                        <a:ext uri="{FF2B5EF4-FFF2-40B4-BE49-F238E27FC236}">
                          <a16:creationId xmlns:a16="http://schemas.microsoft.com/office/drawing/2014/main" id="{FE929BEA-1389-4FE8-A1C2-1021804738B4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672871" y="4500865"/>
                      <a:ext cx="533400" cy="533400"/>
                    </a:xfrm>
                    <a:prstGeom prst="ellipse">
                      <a:avLst/>
                    </a:prstGeom>
                    <a:blipFill>
                      <a:blip r:embed="rId6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IL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0" name="Oval 29">
                      <a:extLst>
                        <a:ext uri="{FF2B5EF4-FFF2-40B4-BE49-F238E27FC236}">
                          <a16:creationId xmlns:a16="http://schemas.microsoft.com/office/drawing/2014/main" id="{4E8D0DEE-DDCF-6C2B-D0E4-509B290740B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694392" y="4500865"/>
                      <a:ext cx="533400" cy="533400"/>
                    </a:xfrm>
                    <a:prstGeom prst="ellipse">
                      <a:avLst/>
                    </a:prstGeom>
                    <a:noFill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oMath>
                        </m:oMathPara>
                      </a14:m>
                      <a:endParaRPr lang="en-IL" dirty="0"/>
                    </a:p>
                  </p:txBody>
                </p:sp>
              </mc:Choice>
              <mc:Fallback xmlns="">
                <p:sp>
                  <p:nvSpPr>
                    <p:cNvPr id="16" name="Oval 15">
                      <a:extLst>
                        <a:ext uri="{FF2B5EF4-FFF2-40B4-BE49-F238E27FC236}">
                          <a16:creationId xmlns:a16="http://schemas.microsoft.com/office/drawing/2014/main" id="{EB72B54D-27A4-4983-8388-A13F93AA6DCF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694392" y="4500865"/>
                      <a:ext cx="533400" cy="533400"/>
                    </a:xfrm>
                    <a:prstGeom prst="ellipse">
                      <a:avLst/>
                    </a:prstGeom>
                    <a:blipFill>
                      <a:blip r:embed="rId7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IL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31" name="Straight Connector 30">
                  <a:extLst>
                    <a:ext uri="{FF2B5EF4-FFF2-40B4-BE49-F238E27FC236}">
                      <a16:creationId xmlns:a16="http://schemas.microsoft.com/office/drawing/2014/main" id="{834B5C2C-367E-519D-FE81-6876A580E6ED}"/>
                    </a:ext>
                  </a:extLst>
                </p:cNvPr>
                <p:cNvCxnSpPr>
                  <a:stCxn id="26" idx="5"/>
                  <a:endCxn id="29" idx="2"/>
                </p:cNvCxnSpPr>
                <p:nvPr/>
              </p:nvCxnSpPr>
              <p:spPr>
                <a:xfrm>
                  <a:off x="3315564" y="4410596"/>
                  <a:ext cx="357307" cy="356969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" name="Straight Connector 31">
                  <a:extLst>
                    <a:ext uri="{FF2B5EF4-FFF2-40B4-BE49-F238E27FC236}">
                      <a16:creationId xmlns:a16="http://schemas.microsoft.com/office/drawing/2014/main" id="{074F71E3-A226-8FB3-1A29-95B0CC54C764}"/>
                    </a:ext>
                  </a:extLst>
                </p:cNvPr>
                <p:cNvCxnSpPr>
                  <a:cxnSpLocks/>
                  <a:stCxn id="29" idx="6"/>
                  <a:endCxn id="30" idx="2"/>
                </p:cNvCxnSpPr>
                <p:nvPr/>
              </p:nvCxnSpPr>
              <p:spPr>
                <a:xfrm>
                  <a:off x="4206271" y="4767565"/>
                  <a:ext cx="488121" cy="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" name="Straight Connector 32">
                  <a:extLst>
                    <a:ext uri="{FF2B5EF4-FFF2-40B4-BE49-F238E27FC236}">
                      <a16:creationId xmlns:a16="http://schemas.microsoft.com/office/drawing/2014/main" id="{B9F01EAF-2342-3521-031E-662846BE2767}"/>
                    </a:ext>
                  </a:extLst>
                </p:cNvPr>
                <p:cNvCxnSpPr>
                  <a:cxnSpLocks/>
                  <a:stCxn id="27" idx="6"/>
                  <a:endCxn id="28" idx="2"/>
                </p:cNvCxnSpPr>
                <p:nvPr/>
              </p:nvCxnSpPr>
              <p:spPr>
                <a:xfrm>
                  <a:off x="4718920" y="3688611"/>
                  <a:ext cx="769717" cy="545554"/>
                </a:xfrm>
                <a:prstGeom prst="line">
                  <a:avLst/>
                </a:prstGeom>
                <a:ln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5" name="Straight Connector 24">
                <a:extLst>
                  <a:ext uri="{FF2B5EF4-FFF2-40B4-BE49-F238E27FC236}">
                    <a16:creationId xmlns:a16="http://schemas.microsoft.com/office/drawing/2014/main" id="{D35589BB-F401-11C8-BB36-A0ABA53B4A21}"/>
                  </a:ext>
                </a:extLst>
              </p:cNvPr>
              <p:cNvCxnSpPr>
                <a:stCxn id="29" idx="0"/>
                <a:endCxn id="27" idx="3"/>
              </p:cNvCxnSpPr>
              <p:nvPr/>
            </p:nvCxnSpPr>
            <p:spPr>
              <a:xfrm flipV="1">
                <a:off x="3872896" y="4091471"/>
                <a:ext cx="320838" cy="623669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7675CB3C-1D19-1AC8-95C7-A6202D37AC3C}"/>
                </a:ext>
              </a:extLst>
            </p:cNvPr>
            <p:cNvCxnSpPr>
              <a:cxnSpLocks/>
              <a:stCxn id="27" idx="5"/>
              <a:endCxn id="30" idx="0"/>
            </p:cNvCxnSpPr>
            <p:nvPr/>
          </p:nvCxnSpPr>
          <p:spPr>
            <a:xfrm>
              <a:off x="4235099" y="4100996"/>
              <a:ext cx="320840" cy="623669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4" name="Arrow: Right 33">
            <a:extLst>
              <a:ext uri="{FF2B5EF4-FFF2-40B4-BE49-F238E27FC236}">
                <a16:creationId xmlns:a16="http://schemas.microsoft.com/office/drawing/2014/main" id="{7EE2299F-63E0-2BCE-D8B5-273E44E49B80}"/>
              </a:ext>
            </a:extLst>
          </p:cNvPr>
          <p:cNvSpPr/>
          <p:nvPr/>
        </p:nvSpPr>
        <p:spPr>
          <a:xfrm rot="5400000">
            <a:off x="1752603" y="3702429"/>
            <a:ext cx="654470" cy="515295"/>
          </a:xfrm>
          <a:prstGeom prst="rightArrow">
            <a:avLst>
              <a:gd name="adj1" fmla="val 33684"/>
              <a:gd name="adj2" fmla="val 64278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359978F2-3AF7-BC62-7DDE-F19C82083F57}"/>
              </a:ext>
            </a:extLst>
          </p:cNvPr>
          <p:cNvGrpSpPr/>
          <p:nvPr/>
        </p:nvGrpSpPr>
        <p:grpSpPr>
          <a:xfrm>
            <a:off x="225557" y="4461736"/>
            <a:ext cx="3708562" cy="1750425"/>
            <a:chOff x="6949124" y="1922829"/>
            <a:chExt cx="3708562" cy="1750425"/>
          </a:xfrm>
        </p:grpSpPr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6E7ACBF5-A42E-A586-29D2-A3DE005FBE5D}"/>
                </a:ext>
              </a:extLst>
            </p:cNvPr>
            <p:cNvCxnSpPr>
              <a:cxnSpLocks/>
              <a:stCxn id="38" idx="6"/>
              <a:endCxn id="57" idx="2"/>
            </p:cNvCxnSpPr>
            <p:nvPr/>
          </p:nvCxnSpPr>
          <p:spPr>
            <a:xfrm flipV="1">
              <a:off x="9011973" y="3406553"/>
              <a:ext cx="260284" cy="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64AA4959-FB34-C3D4-B2AA-8340EE4BDD7D}"/>
                </a:ext>
              </a:extLst>
            </p:cNvPr>
            <p:cNvGrpSpPr/>
            <p:nvPr/>
          </p:nvGrpSpPr>
          <p:grpSpPr>
            <a:xfrm>
              <a:off x="6949124" y="1922829"/>
              <a:ext cx="3708562" cy="1750425"/>
              <a:chOff x="6917435" y="2189528"/>
              <a:chExt cx="3708562" cy="1750425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8" name="Oval 37">
                    <a:extLst>
                      <a:ext uri="{FF2B5EF4-FFF2-40B4-BE49-F238E27FC236}">
                        <a16:creationId xmlns:a16="http://schemas.microsoft.com/office/drawing/2014/main" id="{76848A45-E8D6-E7BB-7A53-C049A811FA92}"/>
                      </a:ext>
                    </a:extLst>
                  </p:cNvPr>
                  <p:cNvSpPr/>
                  <p:nvPr/>
                </p:nvSpPr>
                <p:spPr>
                  <a:xfrm>
                    <a:off x="8621701" y="3493961"/>
                    <a:ext cx="358583" cy="358583"/>
                  </a:xfrm>
                  <a:prstGeom prst="ellipse">
                    <a:avLst/>
                  </a:prstGeom>
                  <a:noFill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>
                          <m:acc>
                            <m:accPr>
                              <m:chr m:val="̅"/>
                              <m:ctrl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𝑥𝑧</m:t>
                              </m:r>
                            </m:e>
                          </m:acc>
                        </m:oMath>
                      </m:oMathPara>
                    </a14:m>
                    <a:endParaRPr lang="en-IL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49" name="Oval 48">
                    <a:extLst>
                      <a:ext uri="{FF2B5EF4-FFF2-40B4-BE49-F238E27FC236}">
                        <a16:creationId xmlns:a16="http://schemas.microsoft.com/office/drawing/2014/main" id="{941CF888-205B-423F-985F-3BFEBDF16A91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621701" y="3493961"/>
                    <a:ext cx="358583" cy="358583"/>
                  </a:xfrm>
                  <a:prstGeom prst="ellipse">
                    <a:avLst/>
                  </a:prstGeom>
                  <a:blipFill>
                    <a:blip r:embed="rId8"/>
                    <a:stretch>
                      <a:fillRect l="-6557"/>
                    </a:stretch>
                  </a:blipFill>
                </p:spPr>
                <p:txBody>
                  <a:bodyPr/>
                  <a:lstStyle/>
                  <a:p>
                    <a:r>
                      <a:rPr lang="he-IL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39" name="Group 38">
                <a:extLst>
                  <a:ext uri="{FF2B5EF4-FFF2-40B4-BE49-F238E27FC236}">
                    <a16:creationId xmlns:a16="http://schemas.microsoft.com/office/drawing/2014/main" id="{26A49468-3C03-28CD-243F-A27C50F4D998}"/>
                  </a:ext>
                </a:extLst>
              </p:cNvPr>
              <p:cNvGrpSpPr/>
              <p:nvPr/>
            </p:nvGrpSpPr>
            <p:grpSpPr>
              <a:xfrm>
                <a:off x="6917435" y="2189528"/>
                <a:ext cx="3708562" cy="1750425"/>
                <a:chOff x="6936188" y="2156548"/>
                <a:chExt cx="3708562" cy="1750425"/>
              </a:xfrm>
            </p:grpSpPr>
            <p:grpSp>
              <p:nvGrpSpPr>
                <p:cNvPr id="40" name="Group 39">
                  <a:extLst>
                    <a:ext uri="{FF2B5EF4-FFF2-40B4-BE49-F238E27FC236}">
                      <a16:creationId xmlns:a16="http://schemas.microsoft.com/office/drawing/2014/main" id="{771DCB2D-2D32-C0BB-96F9-321862C237BE}"/>
                    </a:ext>
                  </a:extLst>
                </p:cNvPr>
                <p:cNvGrpSpPr/>
                <p:nvPr/>
              </p:nvGrpSpPr>
              <p:grpSpPr>
                <a:xfrm>
                  <a:off x="6936188" y="2156548"/>
                  <a:ext cx="3708562" cy="1750425"/>
                  <a:chOff x="2180374" y="3596257"/>
                  <a:chExt cx="3708562" cy="1750425"/>
                </a:xfrm>
              </p:grpSpPr>
              <p:grpSp>
                <p:nvGrpSpPr>
                  <p:cNvPr id="49" name="Group 48">
                    <a:extLst>
                      <a:ext uri="{FF2B5EF4-FFF2-40B4-BE49-F238E27FC236}">
                        <a16:creationId xmlns:a16="http://schemas.microsoft.com/office/drawing/2014/main" id="{3378F029-A9CA-FB5C-4867-3658ABACD232}"/>
                      </a:ext>
                    </a:extLst>
                  </p:cNvPr>
                  <p:cNvGrpSpPr/>
                  <p:nvPr/>
                </p:nvGrpSpPr>
                <p:grpSpPr>
                  <a:xfrm>
                    <a:off x="2180374" y="3596257"/>
                    <a:ext cx="3708562" cy="1750425"/>
                    <a:chOff x="2518852" y="3586732"/>
                    <a:chExt cx="3708562" cy="1750425"/>
                  </a:xfrm>
                </p:grpSpPr>
                <p:grpSp>
                  <p:nvGrpSpPr>
                    <p:cNvPr id="51" name="Group 50">
                      <a:extLst>
                        <a:ext uri="{FF2B5EF4-FFF2-40B4-BE49-F238E27FC236}">
                          <a16:creationId xmlns:a16="http://schemas.microsoft.com/office/drawing/2014/main" id="{760DBBBC-062E-8C0F-C3AA-48C6AF4F3B3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518852" y="3586732"/>
                      <a:ext cx="3708562" cy="1750425"/>
                      <a:chOff x="2585527" y="3372457"/>
                      <a:chExt cx="3708562" cy="1750425"/>
                    </a:xfrm>
                  </p:grpSpPr>
                  <mc:AlternateContent xmlns:mc="http://schemas.openxmlformats.org/markup-compatibility/2006" xmlns:a14="http://schemas.microsoft.com/office/drawing/2010/main">
                    <mc:Choice Requires="a14">
                      <p:sp>
                        <p:nvSpPr>
                          <p:cNvPr id="53" name="Oval 52">
                            <a:extLst>
                              <a:ext uri="{FF2B5EF4-FFF2-40B4-BE49-F238E27FC236}">
                                <a16:creationId xmlns:a16="http://schemas.microsoft.com/office/drawing/2014/main" id="{99A269EE-E4A6-A593-0809-82898F79C6C3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2585527" y="3596949"/>
                            <a:ext cx="533400" cy="533400"/>
                          </a:xfrm>
                          <a:prstGeom prst="ellipse">
                            <a:avLst/>
                          </a:prstGeom>
                          <a:noFill/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14:m>
                              <m:oMathPara xmlns:m="http://schemas.openxmlformats.org/officeDocument/2006/math">
                                <m:oMath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oMath>
                              </m:oMathPara>
                            </a14:m>
                            <a:endParaRPr lang="en-IL" dirty="0">
                              <a:solidFill>
                                <a:schemeClr val="tx1"/>
                              </a:solidFill>
                            </a:endParaRPr>
                          </a:p>
                        </p:txBody>
                      </p:sp>
                    </mc:Choice>
                    <mc:Fallback xmlns="">
                      <p:sp>
                        <p:nvSpPr>
                          <p:cNvPr id="26" name="Oval 25">
                            <a:extLst>
                              <a:ext uri="{FF2B5EF4-FFF2-40B4-BE49-F238E27FC236}">
                                <a16:creationId xmlns:a16="http://schemas.microsoft.com/office/drawing/2014/main" id="{ACC42863-A838-4A93-A22C-CBC8ADC6618E}"/>
                              </a:ext>
                            </a:extLst>
                          </p:cNvPr>
                          <p:cNvSpPr>
                            <a:spLocks noRot="1" noChangeAspect="1" noMove="1" noResize="1" noEditPoints="1" noAdjustHandles="1" noChangeArrowheads="1" noChangeShapeType="1" noTextEdit="1"/>
                          </p:cNvSpPr>
                          <p:nvPr/>
                        </p:nvSpPr>
                        <p:spPr>
                          <a:xfrm>
                            <a:off x="2585527" y="3596949"/>
                            <a:ext cx="533400" cy="533400"/>
                          </a:xfrm>
                          <a:prstGeom prst="ellipse">
                            <a:avLst/>
                          </a:prstGeom>
                          <a:blipFill>
                            <a:blip r:embed="rId9"/>
                            <a:stretch>
                              <a:fillRect/>
                            </a:stretch>
                          </a:blipFill>
                        </p:spPr>
                        <p:txBody>
                          <a:bodyPr/>
                          <a:lstStyle/>
                          <a:p>
                            <a:r>
                              <a:rPr lang="he-IL">
                                <a:noFill/>
                              </a:rPr>
                              <a:t> </a:t>
                            </a:r>
                          </a:p>
                        </p:txBody>
                      </p:sp>
                    </mc:Fallback>
                  </mc:AlternateContent>
                  <mc:AlternateContent xmlns:mc="http://schemas.openxmlformats.org/markup-compatibility/2006" xmlns:a14="http://schemas.microsoft.com/office/drawing/2010/main">
                    <mc:Choice Requires="a14">
                      <p:sp>
                        <p:nvSpPr>
                          <p:cNvPr id="54" name="Oval 53">
                            <a:extLst>
                              <a:ext uri="{FF2B5EF4-FFF2-40B4-BE49-F238E27FC236}">
                                <a16:creationId xmlns:a16="http://schemas.microsoft.com/office/drawing/2014/main" id="{2F0F8954-53F3-5AF0-DDC3-93DA7132135C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4198553" y="3372457"/>
                            <a:ext cx="537179" cy="533400"/>
                          </a:xfrm>
                          <a:prstGeom prst="ellipse">
                            <a:avLst/>
                          </a:prstGeom>
                          <a:noFill/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14:m>
                              <m:oMathPara xmlns:m="http://schemas.openxmlformats.org/officeDocument/2006/math">
                                <m:oMath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oMath>
                              </m:oMathPara>
                            </a14:m>
                            <a:endParaRPr lang="en-IL" dirty="0">
                              <a:solidFill>
                                <a:schemeClr val="tx1"/>
                              </a:solidFill>
                            </a:endParaRPr>
                          </a:p>
                        </p:txBody>
                      </p:sp>
                    </mc:Choice>
                    <mc:Fallback xmlns="">
                      <p:sp>
                        <p:nvSpPr>
                          <p:cNvPr id="27" name="Oval 26">
                            <a:extLst>
                              <a:ext uri="{FF2B5EF4-FFF2-40B4-BE49-F238E27FC236}">
                                <a16:creationId xmlns:a16="http://schemas.microsoft.com/office/drawing/2014/main" id="{B232E8DD-5352-4D9B-8873-7144B8E63F45}"/>
                              </a:ext>
                            </a:extLst>
                          </p:cNvPr>
                          <p:cNvSpPr>
                            <a:spLocks noRot="1" noChangeAspect="1" noMove="1" noResize="1" noEditPoints="1" noAdjustHandles="1" noChangeArrowheads="1" noChangeShapeType="1" noTextEdit="1"/>
                          </p:cNvSpPr>
                          <p:nvPr/>
                        </p:nvSpPr>
                        <p:spPr>
                          <a:xfrm>
                            <a:off x="4198553" y="3372457"/>
                            <a:ext cx="537179" cy="533400"/>
                          </a:xfrm>
                          <a:prstGeom prst="ellipse">
                            <a:avLst/>
                          </a:prstGeom>
                          <a:blipFill>
                            <a:blip r:embed="rId10"/>
                            <a:stretch>
                              <a:fillRect/>
                            </a:stretch>
                          </a:blipFill>
                        </p:spPr>
                        <p:txBody>
                          <a:bodyPr/>
                          <a:lstStyle/>
                          <a:p>
                            <a:r>
                              <a:rPr lang="he-IL">
                                <a:noFill/>
                              </a:rPr>
                              <a:t> </a:t>
                            </a:r>
                          </a:p>
                        </p:txBody>
                      </p:sp>
                    </mc:Fallback>
                  </mc:AlternateContent>
                  <mc:AlternateContent xmlns:mc="http://schemas.openxmlformats.org/markup-compatibility/2006" xmlns:a14="http://schemas.microsoft.com/office/drawing/2010/main">
                    <mc:Choice Requires="a14">
                      <p:sp>
                        <p:nvSpPr>
                          <p:cNvPr id="55" name="Oval 54">
                            <a:extLst>
                              <a:ext uri="{FF2B5EF4-FFF2-40B4-BE49-F238E27FC236}">
                                <a16:creationId xmlns:a16="http://schemas.microsoft.com/office/drawing/2014/main" id="{3E50FFFE-71AC-DB72-D7C4-4DE4D7B2F990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760689" y="3921525"/>
                            <a:ext cx="533400" cy="533400"/>
                          </a:xfrm>
                          <a:prstGeom prst="ellipse">
                            <a:avLst/>
                          </a:prstGeom>
                          <a:noFill/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14:m>
                              <m:oMathPara xmlns:m="http://schemas.openxmlformats.org/officeDocument/2006/math">
                                <m:oMath>
                                  <m:r>
                                    <a:rPr lang="en-US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oMath>
                              </m:oMathPara>
                            </a14:m>
                            <a:endParaRPr lang="en-IL" dirty="0">
                              <a:solidFill>
                                <a:schemeClr val="tx1"/>
                              </a:solidFill>
                            </a:endParaRPr>
                          </a:p>
                        </p:txBody>
                      </p:sp>
                    </mc:Choice>
                    <mc:Fallback xmlns="">
                      <p:sp>
                        <p:nvSpPr>
                          <p:cNvPr id="28" name="Oval 27">
                            <a:extLst>
                              <a:ext uri="{FF2B5EF4-FFF2-40B4-BE49-F238E27FC236}">
                                <a16:creationId xmlns:a16="http://schemas.microsoft.com/office/drawing/2014/main" id="{8900CB3D-7DE5-4AFF-BC26-B96BC23B80CA}"/>
                              </a:ext>
                            </a:extLst>
                          </p:cNvPr>
                          <p:cNvSpPr>
                            <a:spLocks noRot="1" noChangeAspect="1" noMove="1" noResize="1" noEditPoints="1" noAdjustHandles="1" noChangeArrowheads="1" noChangeShapeType="1" noTextEdit="1"/>
                          </p:cNvSpPr>
                          <p:nvPr/>
                        </p:nvSpPr>
                        <p:spPr>
                          <a:xfrm>
                            <a:off x="5760689" y="3921525"/>
                            <a:ext cx="533400" cy="533400"/>
                          </a:xfrm>
                          <a:prstGeom prst="ellipse">
                            <a:avLst/>
                          </a:prstGeom>
                          <a:blipFill>
                            <a:blip r:embed="rId11"/>
                            <a:stretch>
                              <a:fillRect/>
                            </a:stretch>
                          </a:blipFill>
                        </p:spPr>
                        <p:txBody>
                          <a:bodyPr/>
                          <a:lstStyle/>
                          <a:p>
                            <a:r>
                              <a:rPr lang="he-IL">
                                <a:noFill/>
                              </a:rPr>
                              <a:t> </a:t>
                            </a:r>
                          </a:p>
                        </p:txBody>
                      </p:sp>
                    </mc:Fallback>
                  </mc:AlternateContent>
                  <mc:AlternateContent xmlns:mc="http://schemas.openxmlformats.org/markup-compatibility/2006" xmlns:a14="http://schemas.microsoft.com/office/drawing/2010/main">
                    <mc:Choice Requires="a14">
                      <p:sp>
                        <p:nvSpPr>
                          <p:cNvPr id="56" name="Oval 55">
                            <a:extLst>
                              <a:ext uri="{FF2B5EF4-FFF2-40B4-BE49-F238E27FC236}">
                                <a16:creationId xmlns:a16="http://schemas.microsoft.com/office/drawing/2014/main" id="{4B123B42-7B9E-8B79-D091-EA46590CEAC2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3581576" y="4589482"/>
                            <a:ext cx="533400" cy="533400"/>
                          </a:xfrm>
                          <a:prstGeom prst="ellipse">
                            <a:avLst/>
                          </a:prstGeom>
                          <a:noFill/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14:m>
                              <m:oMathPara xmlns:m="http://schemas.openxmlformats.org/officeDocument/2006/math">
                                <m:oMath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oMath>
                              </m:oMathPara>
                            </a14:m>
                            <a:endParaRPr lang="en-IL" dirty="0">
                              <a:solidFill>
                                <a:schemeClr val="tx1"/>
                              </a:solidFill>
                            </a:endParaRPr>
                          </a:p>
                        </p:txBody>
                      </p:sp>
                    </mc:Choice>
                    <mc:Fallback xmlns="">
                      <p:sp>
                        <p:nvSpPr>
                          <p:cNvPr id="29" name="Oval 28">
                            <a:extLst>
                              <a:ext uri="{FF2B5EF4-FFF2-40B4-BE49-F238E27FC236}">
                                <a16:creationId xmlns:a16="http://schemas.microsoft.com/office/drawing/2014/main" id="{3F600205-073A-4381-A058-F2CC5028BCDA}"/>
                              </a:ext>
                            </a:extLst>
                          </p:cNvPr>
                          <p:cNvSpPr>
                            <a:spLocks noRot="1" noChangeAspect="1" noMove="1" noResize="1" noEditPoints="1" noAdjustHandles="1" noChangeArrowheads="1" noChangeShapeType="1" noTextEdit="1"/>
                          </p:cNvSpPr>
                          <p:nvPr/>
                        </p:nvSpPr>
                        <p:spPr>
                          <a:xfrm>
                            <a:off x="3581576" y="4589482"/>
                            <a:ext cx="533400" cy="533400"/>
                          </a:xfrm>
                          <a:prstGeom prst="ellipse">
                            <a:avLst/>
                          </a:prstGeom>
                          <a:blipFill>
                            <a:blip r:embed="rId12"/>
                            <a:stretch>
                              <a:fillRect/>
                            </a:stretch>
                          </a:blipFill>
                        </p:spPr>
                        <p:txBody>
                          <a:bodyPr/>
                          <a:lstStyle/>
                          <a:p>
                            <a:r>
                              <a:rPr lang="he-IL">
                                <a:noFill/>
                              </a:rPr>
                              <a:t> </a:t>
                            </a:r>
                          </a:p>
                        </p:txBody>
                      </p:sp>
                    </mc:Fallback>
                  </mc:AlternateContent>
                  <mc:AlternateContent xmlns:mc="http://schemas.openxmlformats.org/markup-compatibility/2006" xmlns:a14="http://schemas.microsoft.com/office/drawing/2010/main">
                    <mc:Choice Requires="a14">
                      <p:sp>
                        <p:nvSpPr>
                          <p:cNvPr id="57" name="Oval 56">
                            <a:extLst>
                              <a:ext uri="{FF2B5EF4-FFF2-40B4-BE49-F238E27FC236}">
                                <a16:creationId xmlns:a16="http://schemas.microsoft.com/office/drawing/2014/main" id="{286164C5-A93D-6EDE-E09D-3CB12AEFB653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4908660" y="4589481"/>
                            <a:ext cx="533400" cy="533400"/>
                          </a:xfrm>
                          <a:prstGeom prst="ellipse">
                            <a:avLst/>
                          </a:prstGeom>
                          <a:noFill/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14:m>
                              <m:oMathPara xmlns:m="http://schemas.openxmlformats.org/officeDocument/2006/math">
                                <m:oMath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oMath>
                              </m:oMathPara>
                            </a14:m>
                            <a:endParaRPr lang="en-IL" dirty="0"/>
                          </a:p>
                        </p:txBody>
                      </p:sp>
                    </mc:Choice>
                    <mc:Fallback xmlns="">
                      <p:sp>
                        <p:nvSpPr>
                          <p:cNvPr id="30" name="Oval 29">
                            <a:extLst>
                              <a:ext uri="{FF2B5EF4-FFF2-40B4-BE49-F238E27FC236}">
                                <a16:creationId xmlns:a16="http://schemas.microsoft.com/office/drawing/2014/main" id="{C5E59A46-B05F-4921-895A-4514CBE08F85}"/>
                              </a:ext>
                            </a:extLst>
                          </p:cNvPr>
                          <p:cNvSpPr>
                            <a:spLocks noRot="1" noChangeAspect="1" noMove="1" noResize="1" noEditPoints="1" noAdjustHandles="1" noChangeArrowheads="1" noChangeShapeType="1" noTextEdit="1"/>
                          </p:cNvSpPr>
                          <p:nvPr/>
                        </p:nvSpPr>
                        <p:spPr>
                          <a:xfrm>
                            <a:off x="4908660" y="4589481"/>
                            <a:ext cx="533400" cy="533400"/>
                          </a:xfrm>
                          <a:prstGeom prst="ellipse">
                            <a:avLst/>
                          </a:prstGeom>
                          <a:blipFill>
                            <a:blip r:embed="rId13"/>
                            <a:stretch>
                              <a:fillRect/>
                            </a:stretch>
                          </a:blipFill>
                        </p:spPr>
                        <p:txBody>
                          <a:bodyPr/>
                          <a:lstStyle/>
                          <a:p>
                            <a:r>
                              <a:rPr lang="he-IL">
                                <a:noFill/>
                              </a:rPr>
                              <a:t> </a:t>
                            </a:r>
                          </a:p>
                        </p:txBody>
                      </p:sp>
                    </mc:Fallback>
                  </mc:AlternateContent>
                  <p:cxnSp>
                    <p:nvCxnSpPr>
                      <p:cNvPr id="58" name="Straight Connector 57">
                        <a:extLst>
                          <a:ext uri="{FF2B5EF4-FFF2-40B4-BE49-F238E27FC236}">
                            <a16:creationId xmlns:a16="http://schemas.microsoft.com/office/drawing/2014/main" id="{C2615582-34FE-3190-BCD5-E48E74E5B335}"/>
                          </a:ext>
                        </a:extLst>
                      </p:cNvPr>
                      <p:cNvCxnSpPr>
                        <a:cxnSpLocks/>
                        <a:stCxn id="53" idx="4"/>
                        <a:endCxn id="42" idx="1"/>
                      </p:cNvCxnSpPr>
                      <p:nvPr/>
                    </p:nvCxnSpPr>
                    <p:spPr>
                      <a:xfrm>
                        <a:off x="2852227" y="4130349"/>
                        <a:ext cx="113846" cy="261588"/>
                      </a:xfrm>
                      <a:prstGeom prst="line">
                        <a:avLst/>
                      </a:prstGeom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59" name="Straight Connector 58">
                        <a:extLst>
                          <a:ext uri="{FF2B5EF4-FFF2-40B4-BE49-F238E27FC236}">
                            <a16:creationId xmlns:a16="http://schemas.microsoft.com/office/drawing/2014/main" id="{B476C9C3-B005-7282-D4E1-40B344A51C3C}"/>
                          </a:ext>
                        </a:extLst>
                      </p:cNvPr>
                      <p:cNvCxnSpPr>
                        <a:cxnSpLocks/>
                        <a:stCxn id="56" idx="6"/>
                        <a:endCxn id="38" idx="2"/>
                      </p:cNvCxnSpPr>
                      <p:nvPr/>
                    </p:nvCxnSpPr>
                    <p:spPr>
                      <a:xfrm>
                        <a:off x="4114976" y="4856182"/>
                        <a:ext cx="174817" cy="0"/>
                      </a:xfrm>
                      <a:prstGeom prst="line">
                        <a:avLst/>
                      </a:prstGeom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60" name="Straight Connector 59">
                        <a:extLst>
                          <a:ext uri="{FF2B5EF4-FFF2-40B4-BE49-F238E27FC236}">
                            <a16:creationId xmlns:a16="http://schemas.microsoft.com/office/drawing/2014/main" id="{73F56BA9-1EC7-558F-AFEC-B63B9AC9FA68}"/>
                          </a:ext>
                        </a:extLst>
                      </p:cNvPr>
                      <p:cNvCxnSpPr>
                        <a:cxnSpLocks/>
                        <a:stCxn id="54" idx="6"/>
                        <a:endCxn id="43" idx="2"/>
                      </p:cNvCxnSpPr>
                      <p:nvPr/>
                    </p:nvCxnSpPr>
                    <p:spPr>
                      <a:xfrm>
                        <a:off x="4735732" y="3639157"/>
                        <a:ext cx="421624" cy="39787"/>
                      </a:xfrm>
                      <a:prstGeom prst="line">
                        <a:avLst/>
                      </a:prstGeom>
                      <a:ln/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cxnSp>
                  <p:nvCxnSpPr>
                    <p:cNvPr id="52" name="Straight Connector 51">
                      <a:extLst>
                        <a:ext uri="{FF2B5EF4-FFF2-40B4-BE49-F238E27FC236}">
                          <a16:creationId xmlns:a16="http://schemas.microsoft.com/office/drawing/2014/main" id="{A8CBDFD9-3F30-C71A-301B-F5055EDC7B76}"/>
                        </a:ext>
                      </a:extLst>
                    </p:cNvPr>
                    <p:cNvCxnSpPr>
                      <a:cxnSpLocks/>
                      <a:stCxn id="41" idx="7"/>
                      <a:endCxn id="54" idx="3"/>
                    </p:cNvCxnSpPr>
                    <p:nvPr/>
                  </p:nvCxnSpPr>
                  <p:spPr>
                    <a:xfrm flipV="1">
                      <a:off x="4047050" y="4042017"/>
                      <a:ext cx="163496" cy="188971"/>
                    </a:xfrm>
                    <a:prstGeom prst="line">
                      <a:avLst/>
                    </a:prstGeom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cxnSp>
                <p:nvCxnSpPr>
                  <p:cNvPr id="50" name="Straight Connector 49">
                    <a:extLst>
                      <a:ext uri="{FF2B5EF4-FFF2-40B4-BE49-F238E27FC236}">
                        <a16:creationId xmlns:a16="http://schemas.microsoft.com/office/drawing/2014/main" id="{9A5CC238-5399-14D1-34FF-C7277B97045A}"/>
                      </a:ext>
                    </a:extLst>
                  </p:cNvPr>
                  <p:cNvCxnSpPr>
                    <a:cxnSpLocks/>
                    <a:stCxn id="54" idx="5"/>
                    <a:endCxn id="44" idx="1"/>
                  </p:cNvCxnSpPr>
                  <p:nvPr/>
                </p:nvCxnSpPr>
                <p:spPr>
                  <a:xfrm>
                    <a:off x="4251911" y="4051542"/>
                    <a:ext cx="235605" cy="175533"/>
                  </a:xfrm>
                  <a:prstGeom prst="line">
                    <a:avLst/>
                  </a:prstGeom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1" name="Oval 40">
                      <a:extLst>
                        <a:ext uri="{FF2B5EF4-FFF2-40B4-BE49-F238E27FC236}">
                          <a16:creationId xmlns:a16="http://schemas.microsoft.com/office/drawing/2014/main" id="{A38807E2-8A1A-DF4E-E220-3958C0E035E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158316" y="2748291"/>
                      <a:ext cx="358583" cy="358583"/>
                    </a:xfrm>
                    <a:prstGeom prst="ellipse">
                      <a:avLst/>
                    </a:prstGeom>
                    <a:noFill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>
                            <m:acc>
                              <m:accPr>
                                <m:chr m:val="̅"/>
                                <m:ctrlP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𝑥𝑦</m:t>
                                </m:r>
                              </m:e>
                            </m:acc>
                          </m:oMath>
                        </m:oMathPara>
                      </a14:m>
                      <a:endParaRPr lang="en-IL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39" name="Oval 38">
                      <a:extLst>
                        <a:ext uri="{FF2B5EF4-FFF2-40B4-BE49-F238E27FC236}">
                          <a16:creationId xmlns:a16="http://schemas.microsoft.com/office/drawing/2014/main" id="{D5378FD0-378C-42C1-9D40-A89510DA39A7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8158316" y="2748291"/>
                      <a:ext cx="358583" cy="358583"/>
                    </a:xfrm>
                    <a:prstGeom prst="ellipse">
                      <a:avLst/>
                    </a:prstGeom>
                    <a:blipFill>
                      <a:blip r:embed="rId14"/>
                      <a:stretch>
                        <a:fillRect l="-12903" b="-4839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he-IL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2" name="Oval 41">
                      <a:extLst>
                        <a:ext uri="{FF2B5EF4-FFF2-40B4-BE49-F238E27FC236}">
                          <a16:creationId xmlns:a16="http://schemas.microsoft.com/office/drawing/2014/main" id="{210F723E-39F9-600E-85D9-FDAF0EA8328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264221" y="3123515"/>
                      <a:ext cx="358583" cy="358583"/>
                    </a:xfrm>
                    <a:prstGeom prst="ellipse">
                      <a:avLst/>
                    </a:prstGeom>
                    <a:noFill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>
                            <m:acc>
                              <m:accPr>
                                <m:chr m:val="̅"/>
                                <m:ctrlP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𝑠𝑥</m:t>
                                </m:r>
                              </m:e>
                            </m:acc>
                          </m:oMath>
                        </m:oMathPara>
                      </a14:m>
                      <a:endParaRPr lang="en-IL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47" name="Oval 46">
                      <a:extLst>
                        <a:ext uri="{FF2B5EF4-FFF2-40B4-BE49-F238E27FC236}">
                          <a16:creationId xmlns:a16="http://schemas.microsoft.com/office/drawing/2014/main" id="{B0D2A0DB-5C30-4752-A673-7F8B947602F7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264221" y="3123515"/>
                      <a:ext cx="358583" cy="358583"/>
                    </a:xfrm>
                    <a:prstGeom prst="ellipse">
                      <a:avLst/>
                    </a:prstGeom>
                    <a:blipFill>
                      <a:blip r:embed="rId15"/>
                      <a:stretch>
                        <a:fillRect l="-4839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he-IL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3" name="Oval 42">
                      <a:extLst>
                        <a:ext uri="{FF2B5EF4-FFF2-40B4-BE49-F238E27FC236}">
                          <a16:creationId xmlns:a16="http://schemas.microsoft.com/office/drawing/2014/main" id="{A7FBD77D-8C2C-A7BA-FFD2-68F170D0CB2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508017" y="2283743"/>
                      <a:ext cx="358583" cy="358583"/>
                    </a:xfrm>
                    <a:prstGeom prst="ellipse">
                      <a:avLst/>
                    </a:prstGeom>
                    <a:noFill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>
                            <m:acc>
                              <m:accPr>
                                <m:chr m:val="̅"/>
                                <m:ctrlP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𝑦𝑣</m:t>
                                </m:r>
                              </m:e>
                            </m:acc>
                          </m:oMath>
                        </m:oMathPara>
                      </a14:m>
                      <a:endParaRPr lang="en-IL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51" name="Oval 50">
                      <a:extLst>
                        <a:ext uri="{FF2B5EF4-FFF2-40B4-BE49-F238E27FC236}">
                          <a16:creationId xmlns:a16="http://schemas.microsoft.com/office/drawing/2014/main" id="{933C9454-9F0E-440D-AAE0-F5932BFCB026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9508017" y="2283743"/>
                      <a:ext cx="358583" cy="358583"/>
                    </a:xfrm>
                    <a:prstGeom prst="ellipse">
                      <a:avLst/>
                    </a:prstGeom>
                    <a:blipFill>
                      <a:blip r:embed="rId16"/>
                      <a:stretch>
                        <a:fillRect l="-14516" b="-6557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he-IL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4" name="Oval 43">
                      <a:extLst>
                        <a:ext uri="{FF2B5EF4-FFF2-40B4-BE49-F238E27FC236}">
                          <a16:creationId xmlns:a16="http://schemas.microsoft.com/office/drawing/2014/main" id="{08DEC591-16E8-0C3A-F0A8-151593B313A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190817" y="2734853"/>
                      <a:ext cx="358583" cy="358583"/>
                    </a:xfrm>
                    <a:prstGeom prst="ellipse">
                      <a:avLst/>
                    </a:prstGeom>
                    <a:noFill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>
                            <m:acc>
                              <m:accPr>
                                <m:chr m:val="̅"/>
                                <m:ctrlP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𝑦𝑧</m:t>
                                </m:r>
                              </m:e>
                            </m:acc>
                          </m:oMath>
                        </m:oMathPara>
                      </a14:m>
                      <a:endParaRPr lang="en-IL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53" name="Oval 52">
                      <a:extLst>
                        <a:ext uri="{FF2B5EF4-FFF2-40B4-BE49-F238E27FC236}">
                          <a16:creationId xmlns:a16="http://schemas.microsoft.com/office/drawing/2014/main" id="{9FB0BF94-3EBC-472C-B223-57C188757D1D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9190817" y="2734853"/>
                      <a:ext cx="358583" cy="358583"/>
                    </a:xfrm>
                    <a:prstGeom prst="ellipse">
                      <a:avLst/>
                    </a:prstGeom>
                    <a:blipFill>
                      <a:blip r:embed="rId17"/>
                      <a:stretch>
                        <a:fillRect l="-12903" b="-6557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he-IL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45" name="Straight Connector 44">
                  <a:extLst>
                    <a:ext uri="{FF2B5EF4-FFF2-40B4-BE49-F238E27FC236}">
                      <a16:creationId xmlns:a16="http://schemas.microsoft.com/office/drawing/2014/main" id="{13C5A4D7-A319-314D-C76D-611DE763B71C}"/>
                    </a:ext>
                  </a:extLst>
                </p:cNvPr>
                <p:cNvCxnSpPr>
                  <a:cxnSpLocks/>
                  <a:stCxn id="44" idx="5"/>
                  <a:endCxn id="57" idx="0"/>
                </p:cNvCxnSpPr>
                <p:nvPr/>
              </p:nvCxnSpPr>
              <p:spPr>
                <a:xfrm>
                  <a:off x="9496887" y="3040923"/>
                  <a:ext cx="29134" cy="332649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6" name="Straight Connector 45">
                  <a:extLst>
                    <a:ext uri="{FF2B5EF4-FFF2-40B4-BE49-F238E27FC236}">
                      <a16:creationId xmlns:a16="http://schemas.microsoft.com/office/drawing/2014/main" id="{8B3A5A37-5CC4-E462-D00A-88764609BD54}"/>
                    </a:ext>
                  </a:extLst>
                </p:cNvPr>
                <p:cNvCxnSpPr>
                  <a:cxnSpLocks/>
                  <a:stCxn id="43" idx="5"/>
                  <a:endCxn id="55" idx="1"/>
                </p:cNvCxnSpPr>
                <p:nvPr/>
              </p:nvCxnSpPr>
              <p:spPr>
                <a:xfrm>
                  <a:off x="9814087" y="2589813"/>
                  <a:ext cx="375378" cy="193918"/>
                </a:xfrm>
                <a:prstGeom prst="line">
                  <a:avLst/>
                </a:prstGeom>
                <a:ln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7" name="Straight Connector 46">
                  <a:extLst>
                    <a:ext uri="{FF2B5EF4-FFF2-40B4-BE49-F238E27FC236}">
                      <a16:creationId xmlns:a16="http://schemas.microsoft.com/office/drawing/2014/main" id="{BD703144-D14F-1845-7F4F-19FAE6D0C910}"/>
                    </a:ext>
                  </a:extLst>
                </p:cNvPr>
                <p:cNvCxnSpPr>
                  <a:cxnSpLocks/>
                  <a:stCxn id="41" idx="3"/>
                  <a:endCxn id="56" idx="0"/>
                </p:cNvCxnSpPr>
                <p:nvPr/>
              </p:nvCxnSpPr>
              <p:spPr>
                <a:xfrm flipH="1">
                  <a:off x="8198937" y="3054361"/>
                  <a:ext cx="11892" cy="319212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8" name="Straight Connector 47">
                  <a:extLst>
                    <a:ext uri="{FF2B5EF4-FFF2-40B4-BE49-F238E27FC236}">
                      <a16:creationId xmlns:a16="http://schemas.microsoft.com/office/drawing/2014/main" id="{A6C884C5-8BE1-C55A-FDBF-DC1DDAD159F3}"/>
                    </a:ext>
                  </a:extLst>
                </p:cNvPr>
                <p:cNvCxnSpPr>
                  <a:cxnSpLocks/>
                  <a:stCxn id="42" idx="5"/>
                  <a:endCxn id="56" idx="2"/>
                </p:cNvCxnSpPr>
                <p:nvPr/>
              </p:nvCxnSpPr>
              <p:spPr>
                <a:xfrm>
                  <a:off x="7570291" y="3429585"/>
                  <a:ext cx="361946" cy="210688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2DE39C3D-87BD-445B-F3C4-011D01CC9ACF}"/>
              </a:ext>
            </a:extLst>
          </p:cNvPr>
          <p:cNvGrpSpPr/>
          <p:nvPr/>
        </p:nvGrpSpPr>
        <p:grpSpPr>
          <a:xfrm>
            <a:off x="4351323" y="4906279"/>
            <a:ext cx="7583479" cy="1286641"/>
            <a:chOff x="4183159" y="4748627"/>
            <a:chExt cx="7583479" cy="1286641"/>
          </a:xfrm>
        </p:grpSpPr>
        <p:sp>
          <p:nvSpPr>
            <p:cNvPr id="62" name="Rectangle: Rounded Corners 61">
              <a:extLst>
                <a:ext uri="{FF2B5EF4-FFF2-40B4-BE49-F238E27FC236}">
                  <a16:creationId xmlns:a16="http://schemas.microsoft.com/office/drawing/2014/main" id="{E7BFCE4A-E5EB-D34F-3382-B0BC366ABE98}"/>
                </a:ext>
              </a:extLst>
            </p:cNvPr>
            <p:cNvSpPr/>
            <p:nvPr/>
          </p:nvSpPr>
          <p:spPr>
            <a:xfrm>
              <a:off x="4657489" y="4748627"/>
              <a:ext cx="6437231" cy="1286641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63" name="Straight Arrow Connector 62">
              <a:extLst>
                <a:ext uri="{FF2B5EF4-FFF2-40B4-BE49-F238E27FC236}">
                  <a16:creationId xmlns:a16="http://schemas.microsoft.com/office/drawing/2014/main" id="{6B53F8BE-68FF-DC6C-1D22-120545AC2CA6}"/>
                </a:ext>
              </a:extLst>
            </p:cNvPr>
            <p:cNvCxnSpPr>
              <a:cxnSpLocks/>
              <a:endCxn id="64" idx="1"/>
            </p:cNvCxnSpPr>
            <p:nvPr/>
          </p:nvCxnSpPr>
          <p:spPr>
            <a:xfrm flipV="1">
              <a:off x="4183159" y="5590235"/>
              <a:ext cx="756562" cy="17207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4" name="Rectangle: Rounded Corners 63">
                  <a:extLst>
                    <a:ext uri="{FF2B5EF4-FFF2-40B4-BE49-F238E27FC236}">
                      <a16:creationId xmlns:a16="http://schemas.microsoft.com/office/drawing/2014/main" id="{1C4B8657-2CD8-A4A6-6037-696C8FB16C18}"/>
                    </a:ext>
                  </a:extLst>
                </p:cNvPr>
                <p:cNvSpPr/>
                <p:nvPr/>
              </p:nvSpPr>
              <p:spPr>
                <a:xfrm>
                  <a:off x="4939721" y="5229024"/>
                  <a:ext cx="987728" cy="722422"/>
                </a:xfrm>
                <a:prstGeom prst="roundRect">
                  <a:avLst/>
                </a:prstGeom>
                <a:solidFill>
                  <a:schemeClr val="accent3">
                    <a:lumMod val="20000"/>
                    <a:lumOff val="8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rtl="1"/>
                  <a:r>
                    <a:rPr lang="he-IL" dirty="0">
                      <a:solidFill>
                        <a:schemeClr val="tx1"/>
                      </a:solidFill>
                    </a:rPr>
                    <a:t>ממיר הקלט </a:t>
                  </a:r>
                  <a14:m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</m:oMath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64" name="Rectangle: Rounded Corners 63">
                  <a:extLst>
                    <a:ext uri="{FF2B5EF4-FFF2-40B4-BE49-F238E27FC236}">
                      <a16:creationId xmlns:a16="http://schemas.microsoft.com/office/drawing/2014/main" id="{1C4B8657-2CD8-A4A6-6037-696C8FB16C1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39721" y="5229024"/>
                  <a:ext cx="987728" cy="722422"/>
                </a:xfrm>
                <a:prstGeom prst="roundRect">
                  <a:avLst/>
                </a:prstGeom>
                <a:blipFill>
                  <a:blip r:embed="rId18"/>
                  <a:stretch>
                    <a:fillRect b="-4959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LID4096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5" name="Rectangle: Rounded Corners 64">
              <a:extLst>
                <a:ext uri="{FF2B5EF4-FFF2-40B4-BE49-F238E27FC236}">
                  <a16:creationId xmlns:a16="http://schemas.microsoft.com/office/drawing/2014/main" id="{26491F4F-3112-81EB-BF96-1C71903E86DF}"/>
                </a:ext>
              </a:extLst>
            </p:cNvPr>
            <p:cNvSpPr/>
            <p:nvPr/>
          </p:nvSpPr>
          <p:spPr>
            <a:xfrm>
              <a:off x="6715945" y="5229024"/>
              <a:ext cx="1979091" cy="722422"/>
            </a:xfrm>
            <a:prstGeom prst="round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1"/>
              <a:r>
                <a:rPr lang="he-IL" dirty="0">
                  <a:solidFill>
                    <a:schemeClr val="tx1"/>
                  </a:solidFill>
                </a:rPr>
                <a:t>אלגוריתם ל-</a:t>
              </a:r>
              <a:r>
                <a:rPr lang="en-US" dirty="0">
                  <a:solidFill>
                    <a:schemeClr val="tx1"/>
                  </a:solidFill>
                </a:rPr>
                <a:t>SEP</a:t>
              </a:r>
              <a:br>
                <a:rPr lang="en-US" b="0" dirty="0">
                  <a:solidFill>
                    <a:schemeClr val="tx1"/>
                  </a:solidFill>
                </a:rPr>
              </a:br>
              <a:r>
                <a:rPr lang="he-IL" sz="1200" dirty="0">
                  <a:solidFill>
                    <a:schemeClr val="tx1"/>
                  </a:solidFill>
                </a:rPr>
                <a:t>(קופסה שחורה)</a:t>
              </a:r>
              <a:endParaRPr lang="en-US" sz="1200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6" name="Rectangle: Rounded Corners 65">
                  <a:extLst>
                    <a:ext uri="{FF2B5EF4-FFF2-40B4-BE49-F238E27FC236}">
                      <a16:creationId xmlns:a16="http://schemas.microsoft.com/office/drawing/2014/main" id="{9F5C5D9B-DE9F-C7E4-2FD1-F2E51868CB53}"/>
                    </a:ext>
                  </a:extLst>
                </p:cNvPr>
                <p:cNvSpPr/>
                <p:nvPr/>
              </p:nvSpPr>
              <p:spPr>
                <a:xfrm>
                  <a:off x="9589898" y="5231180"/>
                  <a:ext cx="1036960" cy="722422"/>
                </a:xfrm>
                <a:prstGeom prst="roundRect">
                  <a:avLst/>
                </a:prstGeom>
                <a:solidFill>
                  <a:schemeClr val="accent3">
                    <a:lumMod val="20000"/>
                    <a:lumOff val="8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rtl="1"/>
                  <a:r>
                    <a:rPr lang="he-IL" dirty="0">
                      <a:solidFill>
                        <a:schemeClr val="tx1"/>
                      </a:solidFill>
                    </a:rPr>
                    <a:t>ממיר הפלט </a:t>
                  </a:r>
                  <a14:m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</m:oMath>
                  </a14:m>
                  <a:endParaRPr 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66" name="Rectangle: Rounded Corners 65">
                  <a:extLst>
                    <a:ext uri="{FF2B5EF4-FFF2-40B4-BE49-F238E27FC236}">
                      <a16:creationId xmlns:a16="http://schemas.microsoft.com/office/drawing/2014/main" id="{9F5C5D9B-DE9F-C7E4-2FD1-F2E51868CB5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89898" y="5231180"/>
                  <a:ext cx="1036960" cy="722422"/>
                </a:xfrm>
                <a:prstGeom prst="roundRect">
                  <a:avLst/>
                </a:prstGeom>
                <a:blipFill>
                  <a:blip r:embed="rId19"/>
                  <a:stretch>
                    <a:fillRect b="-4918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LID4096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7" name="Straight Arrow Connector 66">
              <a:extLst>
                <a:ext uri="{FF2B5EF4-FFF2-40B4-BE49-F238E27FC236}">
                  <a16:creationId xmlns:a16="http://schemas.microsoft.com/office/drawing/2014/main" id="{5ED968B5-4804-F07B-0DC1-F7B3B69E60C3}"/>
                </a:ext>
              </a:extLst>
            </p:cNvPr>
            <p:cNvCxnSpPr>
              <a:cxnSpLocks/>
              <a:stCxn id="66" idx="3"/>
            </p:cNvCxnSpPr>
            <p:nvPr/>
          </p:nvCxnSpPr>
          <p:spPr>
            <a:xfrm flipV="1">
              <a:off x="10626858" y="5589054"/>
              <a:ext cx="1139780" cy="3337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68" name="Straight Arrow Connector 67">
              <a:extLst>
                <a:ext uri="{FF2B5EF4-FFF2-40B4-BE49-F238E27FC236}">
                  <a16:creationId xmlns:a16="http://schemas.microsoft.com/office/drawing/2014/main" id="{0CCDE3D1-59C8-01CD-127F-20C8F99499F8}"/>
                </a:ext>
              </a:extLst>
            </p:cNvPr>
            <p:cNvCxnSpPr>
              <a:cxnSpLocks/>
              <a:stCxn id="64" idx="3"/>
              <a:endCxn id="65" idx="1"/>
            </p:cNvCxnSpPr>
            <p:nvPr/>
          </p:nvCxnSpPr>
          <p:spPr>
            <a:xfrm>
              <a:off x="5927449" y="5590235"/>
              <a:ext cx="78849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69" name="Straight Arrow Connector 68">
              <a:extLst>
                <a:ext uri="{FF2B5EF4-FFF2-40B4-BE49-F238E27FC236}">
                  <a16:creationId xmlns:a16="http://schemas.microsoft.com/office/drawing/2014/main" id="{17DBFE51-F916-BCB3-2266-0878CCA0748E}"/>
                </a:ext>
              </a:extLst>
            </p:cNvPr>
            <p:cNvCxnSpPr>
              <a:cxnSpLocks/>
              <a:stCxn id="65" idx="3"/>
              <a:endCxn id="66" idx="1"/>
            </p:cNvCxnSpPr>
            <p:nvPr/>
          </p:nvCxnSpPr>
          <p:spPr>
            <a:xfrm>
              <a:off x="8695036" y="5590235"/>
              <a:ext cx="894862" cy="2156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0" name="TextBox 69">
                  <a:extLst>
                    <a:ext uri="{FF2B5EF4-FFF2-40B4-BE49-F238E27FC236}">
                      <a16:creationId xmlns:a16="http://schemas.microsoft.com/office/drawing/2014/main" id="{1560E167-EE25-65F8-E5BF-D690F1AF6D2A}"/>
                    </a:ext>
                  </a:extLst>
                </p:cNvPr>
                <p:cNvSpPr txBox="1"/>
                <p:nvPr/>
              </p:nvSpPr>
              <p:spPr>
                <a:xfrm>
                  <a:off x="4183159" y="5238110"/>
                  <a:ext cx="36798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70" name="TextBox 69">
                  <a:extLst>
                    <a:ext uri="{FF2B5EF4-FFF2-40B4-BE49-F238E27FC236}">
                      <a16:creationId xmlns:a16="http://schemas.microsoft.com/office/drawing/2014/main" id="{1560E167-EE25-65F8-E5BF-D690F1AF6D2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83159" y="5238110"/>
                  <a:ext cx="367986" cy="369332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LID4096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1" name="TextBox 70">
                  <a:extLst>
                    <a:ext uri="{FF2B5EF4-FFF2-40B4-BE49-F238E27FC236}">
                      <a16:creationId xmlns:a16="http://schemas.microsoft.com/office/drawing/2014/main" id="{91E6CAE1-817B-7276-5CCB-98DCB2567249}"/>
                    </a:ext>
                  </a:extLst>
                </p:cNvPr>
                <p:cNvSpPr txBox="1"/>
                <p:nvPr/>
              </p:nvSpPr>
              <p:spPr>
                <a:xfrm>
                  <a:off x="5984888" y="5238110"/>
                  <a:ext cx="69717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i="1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71" name="TextBox 70">
                  <a:extLst>
                    <a:ext uri="{FF2B5EF4-FFF2-40B4-BE49-F238E27FC236}">
                      <a16:creationId xmlns:a16="http://schemas.microsoft.com/office/drawing/2014/main" id="{91E6CAE1-817B-7276-5CCB-98DCB256724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84888" y="5238110"/>
                  <a:ext cx="697179" cy="369332"/>
                </a:xfrm>
                <a:prstGeom prst="rect">
                  <a:avLst/>
                </a:prstGeom>
                <a:blipFill>
                  <a:blip r:embed="rId21"/>
                  <a:stretch>
                    <a:fillRect b="-13115"/>
                  </a:stretch>
                </a:blipFill>
              </p:spPr>
              <p:txBody>
                <a:bodyPr/>
                <a:lstStyle/>
                <a:p>
                  <a:r>
                    <a:rPr lang="LID4096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2" name="TextBox 71">
                  <a:extLst>
                    <a:ext uri="{FF2B5EF4-FFF2-40B4-BE49-F238E27FC236}">
                      <a16:creationId xmlns:a16="http://schemas.microsoft.com/office/drawing/2014/main" id="{E7C36077-8EEC-6B6A-9AD0-3CAC799516AA}"/>
                    </a:ext>
                  </a:extLst>
                </p:cNvPr>
                <p:cNvSpPr txBox="1"/>
                <p:nvPr/>
              </p:nvSpPr>
              <p:spPr>
                <a:xfrm>
                  <a:off x="8939339" y="5238110"/>
                  <a:ext cx="37875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72" name="TextBox 71">
                  <a:extLst>
                    <a:ext uri="{FF2B5EF4-FFF2-40B4-BE49-F238E27FC236}">
                      <a16:creationId xmlns:a16="http://schemas.microsoft.com/office/drawing/2014/main" id="{E7C36077-8EEC-6B6A-9AD0-3CAC799516A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39339" y="5238110"/>
                  <a:ext cx="378758" cy="369332"/>
                </a:xfrm>
                <a:prstGeom prst="rect">
                  <a:avLst/>
                </a:prstGeom>
                <a:blipFill>
                  <a:blip r:embed="rId2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LID4096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3" name="TextBox 72">
                  <a:extLst>
                    <a:ext uri="{FF2B5EF4-FFF2-40B4-BE49-F238E27FC236}">
                      <a16:creationId xmlns:a16="http://schemas.microsoft.com/office/drawing/2014/main" id="{A13F86F5-0CE1-FA5F-6FF9-D4BE45E7E4FB}"/>
                    </a:ext>
                  </a:extLst>
                </p:cNvPr>
                <p:cNvSpPr txBox="1"/>
                <p:nvPr/>
              </p:nvSpPr>
              <p:spPr>
                <a:xfrm>
                  <a:off x="11051250" y="5219722"/>
                  <a:ext cx="71538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</m:d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73" name="TextBox 72">
                  <a:extLst>
                    <a:ext uri="{FF2B5EF4-FFF2-40B4-BE49-F238E27FC236}">
                      <a16:creationId xmlns:a16="http://schemas.microsoft.com/office/drawing/2014/main" id="{A13F86F5-0CE1-FA5F-6FF9-D4BE45E7E4F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051250" y="5219722"/>
                  <a:ext cx="715388" cy="369332"/>
                </a:xfrm>
                <a:prstGeom prst="rect">
                  <a:avLst/>
                </a:prstGeom>
                <a:blipFill>
                  <a:blip r:embed="rId23"/>
                  <a:stretch>
                    <a:fillRect b="-6557"/>
                  </a:stretch>
                </a:blipFill>
              </p:spPr>
              <p:txBody>
                <a:bodyPr/>
                <a:lstStyle/>
                <a:p>
                  <a:r>
                    <a:rPr lang="LID4096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BEE461EB-9579-82B0-715E-9005724992CD}"/>
                </a:ext>
              </a:extLst>
            </p:cNvPr>
            <p:cNvSpPr/>
            <p:nvPr/>
          </p:nvSpPr>
          <p:spPr>
            <a:xfrm>
              <a:off x="4657490" y="4748627"/>
              <a:ext cx="6096000" cy="369332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marL="91440" indent="-91440" algn="ctr" rtl="1">
                <a:buClr>
                  <a:schemeClr val="accent1"/>
                </a:buClr>
                <a:buSzPct val="100000"/>
                <a:buFont typeface="Calibri" panose="020F0502020204030204" pitchFamily="34" charset="0"/>
                <a:buChar char=" "/>
              </a:pPr>
              <a:r>
                <a:rPr lang="he-IL" dirty="0"/>
                <a:t>אלגוריתם מבוסס רדוקציה ל-</a:t>
              </a:r>
              <a:r>
                <a:rPr lang="en-US" dirty="0"/>
                <a:t>SP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982037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45A87F-776D-D8F2-9719-8D15E94382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7C54FD-0986-B295-C93F-D958FA43BB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he-IL" dirty="0"/>
              <a:t>תזכורת – איך כותבים פתרון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1EBD84-B44D-BB77-D49B-3D44D3BEBA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r" rtl="1"/>
            <a:endParaRPr lang="he-IL" b="1" dirty="0"/>
          </a:p>
          <a:p>
            <a:pPr algn="r" rtl="1"/>
            <a:endParaRPr lang="he-IL" b="1" dirty="0"/>
          </a:p>
          <a:p>
            <a:pPr algn="r" rtl="1"/>
            <a:r>
              <a:rPr lang="he-IL" b="1" dirty="0"/>
              <a:t>בכל בעיה נציג שלושה חלקים:</a:t>
            </a:r>
            <a:endParaRPr lang="he-IL" dirty="0"/>
          </a:p>
          <a:p>
            <a:pPr marL="658368" lvl="1" indent="-457200" algn="r" rtl="1">
              <a:buClrTx/>
              <a:buFont typeface="+mj-lt"/>
              <a:buAutoNum type="arabicPeriod"/>
            </a:pPr>
            <a:r>
              <a:rPr lang="he-IL" sz="2000" dirty="0"/>
              <a:t>תיאור האלגוריתם – תיאור מילולי או </a:t>
            </a:r>
            <a:r>
              <a:rPr lang="he-IL" sz="2000" dirty="0" err="1"/>
              <a:t>פסאודו</a:t>
            </a:r>
            <a:r>
              <a:rPr lang="he-IL" sz="2000" dirty="0"/>
              <a:t>-קוד.</a:t>
            </a:r>
          </a:p>
          <a:p>
            <a:pPr marL="658368" lvl="1" indent="-457200" algn="r" rtl="1">
              <a:buClrTx/>
              <a:buFont typeface="+mj-lt"/>
              <a:buAutoNum type="arabicPeriod"/>
            </a:pPr>
            <a:r>
              <a:rPr lang="he-IL" sz="2000" dirty="0"/>
              <a:t>הוכחת נכונות – הוכחה שהאלגוריתם אכן פותר את הבעיה.</a:t>
            </a:r>
          </a:p>
          <a:p>
            <a:pPr marL="658368" lvl="1" indent="-457200" algn="r" rtl="1">
              <a:buClrTx/>
              <a:buFont typeface="+mj-lt"/>
              <a:buAutoNum type="arabicPeriod"/>
            </a:pPr>
            <a:r>
              <a:rPr lang="he-IL" sz="2000" dirty="0"/>
              <a:t>ניתוח זמן ריצה – פרטי המימוש וניתוח היעילות של האלגוריתם.</a:t>
            </a:r>
            <a:endParaRPr lang="he-IL" sz="300" b="1" dirty="0"/>
          </a:p>
          <a:p>
            <a:endParaRPr lang="LID4096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DA2F68-8C04-77CB-FDB8-9652B0F799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D7F9D-8E2B-4E44-8914-DBF7F557CC90}" type="datetime9">
              <a:rPr lang="he-IL" smtClean="0"/>
              <a:t>16 אוקטובר, 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E0300C-C73F-84A9-3A37-8518C9345F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תרגול 1 - מבוא ורדוקציות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0BBF9A-F1EA-CF64-B0D8-389F8C0AEB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206209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5A85CC-DEB4-63ED-BB7C-D219618F1E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F3F6B1-3A2C-427C-0038-ACCAE8B6D5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he-IL" dirty="0"/>
              <a:t>תזכורת – איך כותבים פתרון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0B3A4E-3594-0955-3F19-4364E36A0B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r" rtl="1"/>
            <a:endParaRPr lang="he-IL" b="1" dirty="0"/>
          </a:p>
          <a:p>
            <a:pPr algn="r" rtl="1"/>
            <a:endParaRPr lang="he-IL" b="1" dirty="0"/>
          </a:p>
          <a:p>
            <a:pPr algn="r" rtl="1"/>
            <a:r>
              <a:rPr lang="he-IL" b="1" dirty="0"/>
              <a:t>בכל בעיה נציג שלושה חלקים:</a:t>
            </a:r>
            <a:endParaRPr lang="he-IL" dirty="0"/>
          </a:p>
          <a:p>
            <a:pPr marL="658368" lvl="1" indent="-457200" algn="r" rtl="1">
              <a:buClrTx/>
              <a:buFont typeface="+mj-lt"/>
              <a:buAutoNum type="arabicPeriod"/>
            </a:pPr>
            <a:r>
              <a:rPr lang="he-IL" sz="2000" dirty="0">
                <a:solidFill>
                  <a:srgbClr val="0070C0"/>
                </a:solidFill>
              </a:rPr>
              <a:t>תיאור האלגוריתם – תיאור מילולי או </a:t>
            </a:r>
            <a:r>
              <a:rPr lang="he-IL" sz="2000" dirty="0" err="1">
                <a:solidFill>
                  <a:srgbClr val="0070C0"/>
                </a:solidFill>
              </a:rPr>
              <a:t>פסאודו</a:t>
            </a:r>
            <a:r>
              <a:rPr lang="he-IL" sz="2000" dirty="0">
                <a:solidFill>
                  <a:srgbClr val="0070C0"/>
                </a:solidFill>
              </a:rPr>
              <a:t>-קוד.</a:t>
            </a:r>
          </a:p>
          <a:p>
            <a:pPr marL="658368" lvl="1" indent="-457200" algn="r" rtl="1">
              <a:buClrTx/>
              <a:buFont typeface="+mj-lt"/>
              <a:buAutoNum type="arabicPeriod"/>
            </a:pPr>
            <a:r>
              <a:rPr lang="he-IL" sz="2000" dirty="0"/>
              <a:t>הוכחת נכונות – הוכחה שהאלגוריתם אכן פותר את הבעיה.</a:t>
            </a:r>
          </a:p>
          <a:p>
            <a:pPr marL="658368" lvl="1" indent="-457200" algn="r" rtl="1">
              <a:buClrTx/>
              <a:buFont typeface="+mj-lt"/>
              <a:buAutoNum type="arabicPeriod"/>
            </a:pPr>
            <a:r>
              <a:rPr lang="he-IL" sz="2000" dirty="0"/>
              <a:t>ניתוח זמן ריצה – פרטי המימוש וניתוח היעילות של האלגוריתם.</a:t>
            </a:r>
            <a:endParaRPr lang="he-IL" sz="300" b="1" dirty="0"/>
          </a:p>
          <a:p>
            <a:endParaRPr lang="LID4096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338B87-CC7B-812F-C988-71FE9B5E69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3DCA7-5C10-46B5-8CF7-F6CDDA785C13}" type="datetime9">
              <a:rPr lang="he-IL" smtClean="0"/>
              <a:t>16 אוקטובר, 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509811-7B5F-7103-53D3-9CCAB0D581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תרגול 1 - מבוא ורדוקציות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ACE0B8-B981-97A6-7C62-B1E82CBC03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090171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C43EAA-F6D6-40F2-947A-CB6C204B57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he-IL" dirty="0"/>
              <a:t>תיאור הרדוקציה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97303E1-6B0E-47B2-BFF7-80905FEF280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456386" y="1845734"/>
                <a:ext cx="6699294" cy="4023360"/>
              </a:xfrm>
            </p:spPr>
            <p:txBody>
              <a:bodyPr>
                <a:noAutofit/>
              </a:bodyPr>
              <a:lstStyle/>
              <a:p>
                <a:pPr algn="r" rtl="1">
                  <a:spcAft>
                    <a:spcPts val="1200"/>
                  </a:spcAft>
                </a:pPr>
                <a:r>
                  <a:rPr lang="he-IL" dirty="0"/>
                  <a:t>יהי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he-IL" dirty="0"/>
                  <a:t> גרף לא מכוון, ו-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he-IL" dirty="0"/>
                  <a:t> קודקוד, המהווים ביחד </a:t>
                </a:r>
                <a:r>
                  <a:rPr lang="he-IL" u="sng" dirty="0"/>
                  <a:t>מופע</a:t>
                </a:r>
                <a:r>
                  <a:rPr lang="he-IL" dirty="0"/>
                  <a:t> לבעיית </a:t>
                </a:r>
                <a:r>
                  <a:rPr lang="en-US" dirty="0"/>
                  <a:t>SP</a:t>
                </a:r>
                <a:r>
                  <a:rPr lang="he-IL" dirty="0"/>
                  <a:t>.</a:t>
                </a:r>
              </a:p>
              <a:p>
                <a:pPr algn="r" rtl="1"/>
                <a:r>
                  <a:rPr lang="he-IL" b="1" dirty="0">
                    <a:solidFill>
                      <a:srgbClr val="404040"/>
                    </a:solidFill>
                  </a:rPr>
                  <a:t>ממיר קלט: </a:t>
                </a:r>
                <a:r>
                  <a:rPr lang="he-IL" dirty="0">
                    <a:solidFill>
                      <a:srgbClr val="404040"/>
                    </a:solidFill>
                  </a:rPr>
                  <a:t>נבנה גרף (דו-חלקי)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solidFill>
                              <a:srgbClr val="40404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rgbClr val="404040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p>
                        <m:r>
                          <a:rPr lang="en-US" b="0" i="1" smtClean="0">
                            <a:solidFill>
                              <a:srgbClr val="40404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b="0" i="1" smtClean="0">
                        <a:solidFill>
                          <a:srgbClr val="40404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solidFill>
                              <a:srgbClr val="40404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solidFill>
                                  <a:srgbClr val="40404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solidFill>
                                  <a:srgbClr val="404040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p>
                            <m:r>
                              <a:rPr lang="en-US" b="0" i="1" smtClean="0">
                                <a:solidFill>
                                  <a:srgbClr val="404040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b="0" i="1" smtClean="0">
                            <a:solidFill>
                              <a:srgbClr val="40404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sSup>
                          <m:sSupPr>
                            <m:ctrlPr>
                              <a:rPr lang="en-US" b="0" i="1" smtClean="0">
                                <a:solidFill>
                                  <a:srgbClr val="40404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solidFill>
                                  <a:srgbClr val="404040"/>
                                </a:solidFill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p>
                            <m:r>
                              <a:rPr lang="en-US" b="0" i="1" smtClean="0">
                                <a:solidFill>
                                  <a:srgbClr val="404040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</m:oMath>
                </a14:m>
                <a:r>
                  <a:rPr lang="he-IL" dirty="0">
                    <a:solidFill>
                      <a:srgbClr val="404040"/>
                    </a:solidFill>
                  </a:rPr>
                  <a:t>:</a:t>
                </a:r>
              </a:p>
              <a:p>
                <a:pPr marL="201168" lvl="1" indent="0" algn="ctr" rtl="1">
                  <a:buNone/>
                </a:pPr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sz="2000" i="1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p>
                          <m:r>
                            <a:rPr lang="en-US" sz="2000" i="1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sz="2000" i="1">
                          <a:solidFill>
                            <a:srgbClr val="40404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i="1">
                          <a:solidFill>
                            <a:srgbClr val="404040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sz="2000" i="1">
                          <a:solidFill>
                            <a:srgbClr val="404040"/>
                          </a:solidFill>
                          <a:latin typeface="Cambria Math" panose="02040503050406030204" pitchFamily="18" charset="0"/>
                        </a:rPr>
                        <m:t>∪</m:t>
                      </m:r>
                      <m:sSup>
                        <m:sSupPr>
                          <m:ctrlPr>
                            <a:rPr lang="en-US" sz="2000" i="1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p>
                          <m:r>
                            <a:rPr lang="en-US" sz="2000" i="1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sz="2000" i="1">
                          <a:solidFill>
                            <a:srgbClr val="40404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solidFill>
                            <a:srgbClr val="404040"/>
                          </a:solidFill>
                          <a:latin typeface="Cambria Math" panose="02040503050406030204" pitchFamily="18" charset="0"/>
                        </a:rPr>
                        <m:t>,         </m:t>
                      </m:r>
                      <m:sSup>
                        <m:sSupPr>
                          <m:ctrlPr>
                            <a:rPr lang="en-US" sz="2000" b="0" i="1" smtClean="0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1" smtClean="0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p>
                          <m:r>
                            <a:rPr lang="en-US" sz="2000" b="0" i="1" smtClean="0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sz="2000" b="0" i="1" smtClean="0">
                          <a:solidFill>
                            <a:srgbClr val="40404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000" b="0" i="1" smtClean="0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̅"/>
                              <m:ctrlPr>
                                <a:rPr lang="en-US" sz="2000" b="0" i="1" smtClean="0">
                                  <a:solidFill>
                                    <a:srgbClr val="40404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000" b="0" i="1" smtClean="0">
                                  <a:solidFill>
                                    <a:srgbClr val="404040"/>
                                  </a:solidFill>
                                  <a:latin typeface="Cambria Math" panose="02040503050406030204" pitchFamily="18" charset="0"/>
                                </a:rPr>
                                <m:t>𝑢𝑣</m:t>
                              </m:r>
                            </m:e>
                          </m:acc>
                          <m:r>
                            <a:rPr lang="en-US" sz="2000" b="0" i="1" smtClean="0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</a:rPr>
                            <m:t> :</m:t>
                          </m:r>
                          <m:d>
                            <m:dPr>
                              <m:ctrlPr>
                                <a:rPr lang="en-US" sz="2000" b="0" i="1" smtClean="0">
                                  <a:solidFill>
                                    <a:srgbClr val="40404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solidFill>
                                    <a:srgbClr val="404040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  <m:r>
                                <a:rPr lang="en-US" sz="2000" b="0" i="1" smtClean="0">
                                  <a:solidFill>
                                    <a:srgbClr val="40404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000" b="0" i="1" smtClean="0">
                                  <a:solidFill>
                                    <a:srgbClr val="404040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d>
                          <m:r>
                            <a:rPr lang="en-US" sz="2000" b="0" i="1" smtClean="0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sz="2000" b="0" i="1" smtClean="0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</m:d>
                    </m:oMath>
                  </m:oMathPara>
                </a14:m>
                <a:endParaRPr lang="en-US" sz="2000" b="0" dirty="0">
                  <a:solidFill>
                    <a:srgbClr val="404040"/>
                  </a:solidFill>
                </a:endParaRPr>
              </a:p>
              <a:p>
                <a:pPr marL="201168" lvl="1" indent="0" algn="ctr" rtl="1">
                  <a:buNone/>
                </a:pPr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sz="2000" b="0" i="1" smtClean="0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1" smtClean="0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p>
                          <m:r>
                            <a:rPr lang="en-US" sz="2000" b="0" i="1" smtClean="0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sz="2000" b="0" i="1" smtClean="0">
                          <a:solidFill>
                            <a:srgbClr val="40404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000" i="1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sz="2000" i="1">
                                  <a:solidFill>
                                    <a:srgbClr val="40404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solidFill>
                                    <a:srgbClr val="404040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  <m:r>
                                <a:rPr lang="en-US" sz="2000" i="1">
                                  <a:solidFill>
                                    <a:srgbClr val="40404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acc>
                                <m:accPr>
                                  <m:chr m:val="̅"/>
                                  <m:ctrlPr>
                                    <a:rPr lang="en-US" sz="2000" i="1">
                                      <a:solidFill>
                                        <a:srgbClr val="40404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000" i="1">
                                      <a:solidFill>
                                        <a:srgbClr val="404040"/>
                                      </a:solidFill>
                                      <a:latin typeface="Cambria Math" panose="02040503050406030204" pitchFamily="18" charset="0"/>
                                    </a:rPr>
                                    <m:t>𝑢𝑣</m:t>
                                  </m:r>
                                </m:e>
                              </m:acc>
                            </m:e>
                          </m:d>
                          <m:r>
                            <a:rPr lang="en-US" sz="2000" i="1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d>
                            <m:dPr>
                              <m:ctrlPr>
                                <a:rPr lang="en-US" sz="2000" i="1">
                                  <a:solidFill>
                                    <a:srgbClr val="40404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solidFill>
                                    <a:srgbClr val="404040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  <m:r>
                                <a:rPr lang="en-US" sz="2000" i="1">
                                  <a:solidFill>
                                    <a:srgbClr val="40404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acc>
                                <m:accPr>
                                  <m:chr m:val="̅"/>
                                  <m:ctrlPr>
                                    <a:rPr lang="en-US" sz="2000" i="1">
                                      <a:solidFill>
                                        <a:srgbClr val="40404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000" i="1">
                                      <a:solidFill>
                                        <a:srgbClr val="404040"/>
                                      </a:solidFill>
                                      <a:latin typeface="Cambria Math" panose="02040503050406030204" pitchFamily="18" charset="0"/>
                                    </a:rPr>
                                    <m:t>𝑢𝑣</m:t>
                                  </m:r>
                                </m:e>
                              </m:acc>
                            </m:e>
                          </m:d>
                          <m:r>
                            <a:rPr lang="en-US" sz="2000" i="1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</a:rPr>
                            <m:t>:</m:t>
                          </m:r>
                          <m:d>
                            <m:dPr>
                              <m:ctrlPr>
                                <a:rPr lang="en-US" sz="2000" i="1">
                                  <a:solidFill>
                                    <a:srgbClr val="40404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solidFill>
                                    <a:srgbClr val="404040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  <m:r>
                                <a:rPr lang="en-US" sz="2000" i="1">
                                  <a:solidFill>
                                    <a:srgbClr val="40404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000" i="1">
                                  <a:solidFill>
                                    <a:srgbClr val="404040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d>
                          <m:r>
                            <a:rPr lang="en-US" sz="2000" i="1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sz="2000" i="1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</m:d>
                    </m:oMath>
                  </m:oMathPara>
                </a14:m>
                <a:endParaRPr lang="en-US" sz="2000" dirty="0">
                  <a:solidFill>
                    <a:srgbClr val="404040"/>
                  </a:solidFill>
                </a:endParaRPr>
              </a:p>
              <a:p>
                <a:pPr lvl="1" algn="r" rtl="1"/>
                <a:r>
                  <a:rPr lang="he-IL" sz="2000" dirty="0">
                    <a:solidFill>
                      <a:srgbClr val="404040"/>
                    </a:solidFill>
                  </a:rPr>
                  <a:t>המופע שנעביר לקופסה השחורה הוא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i="1">
                            <a:solidFill>
                              <a:srgbClr val="40404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solidFill>
                                  <a:srgbClr val="40404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solidFill>
                                  <a:srgbClr val="404040"/>
                                </a:solidFill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p>
                            <m:r>
                              <a:rPr lang="en-US" i="1">
                                <a:solidFill>
                                  <a:srgbClr val="404040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>
                            <a:solidFill>
                              <a:srgbClr val="40404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solidFill>
                              <a:srgbClr val="40404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</m:oMath>
                </a14:m>
                <a:r>
                  <a:rPr lang="he-IL" sz="2000" dirty="0">
                    <a:solidFill>
                      <a:srgbClr val="404040"/>
                    </a:solidFill>
                  </a:rPr>
                  <a:t>.</a:t>
                </a:r>
                <a:endParaRPr lang="he-IL" sz="2000" b="1" dirty="0">
                  <a:solidFill>
                    <a:srgbClr val="404040"/>
                  </a:solidFill>
                </a:endParaRPr>
              </a:p>
              <a:p>
                <a:pPr algn="r" rtl="1">
                  <a:spcBef>
                    <a:spcPts val="2400"/>
                  </a:spcBef>
                </a:pPr>
                <a:r>
                  <a:rPr lang="he-IL" b="1" dirty="0">
                    <a:solidFill>
                      <a:srgbClr val="404040"/>
                    </a:solidFill>
                  </a:rPr>
                  <a:t>ממיר פלט: </a:t>
                </a:r>
                <a:r>
                  <a:rPr lang="he-IL" dirty="0">
                    <a:solidFill>
                      <a:srgbClr val="404040"/>
                    </a:solidFill>
                  </a:rPr>
                  <a:t>לכל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404040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b="0" i="1" smtClean="0">
                        <a:solidFill>
                          <a:srgbClr val="40404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solidFill>
                          <a:srgbClr val="404040"/>
                        </a:solidFill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he-IL" b="0" dirty="0">
                    <a:solidFill>
                      <a:srgbClr val="404040"/>
                    </a:solidFill>
                  </a:rPr>
                  <a:t>, נחזיר מחצית מהמרחק שחושב עבור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404040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he-IL" b="0" dirty="0">
                    <a:solidFill>
                      <a:srgbClr val="404040"/>
                    </a:solidFill>
                  </a:rPr>
                  <a:t> ב-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404040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b="0" i="1" smtClean="0">
                        <a:solidFill>
                          <a:srgbClr val="404040"/>
                        </a:solidFill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he-IL" b="0" dirty="0">
                    <a:solidFill>
                      <a:srgbClr val="404040"/>
                    </a:solidFill>
                  </a:rPr>
                  <a:t> על-ידי הקופסה השחורה.</a:t>
                </a:r>
              </a:p>
              <a:p>
                <a:pPr algn="r" rtl="1">
                  <a:spcBef>
                    <a:spcPts val="2400"/>
                  </a:spcBef>
                </a:pPr>
                <a:r>
                  <a:rPr lang="he-IL" b="1" dirty="0">
                    <a:solidFill>
                      <a:srgbClr val="404040"/>
                    </a:solidFill>
                  </a:rPr>
                  <a:t>תיאור האלגוריתם: </a:t>
                </a:r>
                <a:r>
                  <a:rPr lang="he-IL" dirty="0">
                    <a:solidFill>
                      <a:srgbClr val="404040"/>
                    </a:solidFill>
                  </a:rPr>
                  <a:t>בהינתן מופע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i="1">
                            <a:solidFill>
                              <a:srgbClr val="40404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404040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  <m:r>
                          <a:rPr lang="en-US" i="1">
                            <a:solidFill>
                              <a:srgbClr val="40404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i="1">
                            <a:solidFill>
                              <a:srgbClr val="40404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</m:oMath>
                </a14:m>
                <a:r>
                  <a:rPr lang="he-IL" dirty="0">
                    <a:solidFill>
                      <a:srgbClr val="404040"/>
                    </a:solidFill>
                  </a:rPr>
                  <a:t> של </a:t>
                </a:r>
                <a:r>
                  <a:rPr lang="en-US" dirty="0">
                    <a:solidFill>
                      <a:srgbClr val="404040"/>
                    </a:solidFill>
                  </a:rPr>
                  <a:t>SP</a:t>
                </a:r>
                <a:r>
                  <a:rPr lang="he-IL" dirty="0">
                    <a:solidFill>
                      <a:srgbClr val="404040"/>
                    </a:solidFill>
                  </a:rPr>
                  <a:t>, נתרגם אותו למופע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i="1">
                            <a:solidFill>
                              <a:srgbClr val="40404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solidFill>
                                  <a:srgbClr val="40404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solidFill>
                                  <a:srgbClr val="404040"/>
                                </a:solidFill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p>
                            <m:r>
                              <a:rPr lang="en-US" i="1">
                                <a:solidFill>
                                  <a:srgbClr val="404040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i="1">
                            <a:solidFill>
                              <a:srgbClr val="40404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solidFill>
                              <a:srgbClr val="40404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</m:oMath>
                </a14:m>
                <a:r>
                  <a:rPr lang="he-IL" dirty="0">
                    <a:solidFill>
                      <a:srgbClr val="404040"/>
                    </a:solidFill>
                  </a:rPr>
                  <a:t> של </a:t>
                </a:r>
                <a:r>
                  <a:rPr lang="en-US" dirty="0">
                    <a:solidFill>
                      <a:srgbClr val="404040"/>
                    </a:solidFill>
                  </a:rPr>
                  <a:t>SEP</a:t>
                </a:r>
                <a:r>
                  <a:rPr lang="he-IL" dirty="0">
                    <a:solidFill>
                      <a:srgbClr val="404040"/>
                    </a:solidFill>
                  </a:rPr>
                  <a:t> באמצעות ממיר הקלט, נפעיל אלגוריתם לפתרון </a:t>
                </a:r>
                <a:r>
                  <a:rPr lang="en-US" dirty="0">
                    <a:solidFill>
                      <a:srgbClr val="404040"/>
                    </a:solidFill>
                  </a:rPr>
                  <a:t>SEP</a:t>
                </a:r>
                <a:r>
                  <a:rPr lang="he-IL" dirty="0">
                    <a:solidFill>
                      <a:srgbClr val="404040"/>
                    </a:solidFill>
                  </a:rPr>
                  <a:t> על המופע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i="1">
                            <a:solidFill>
                              <a:srgbClr val="40404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solidFill>
                                  <a:srgbClr val="40404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solidFill>
                                  <a:srgbClr val="404040"/>
                                </a:solidFill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p>
                            <m:r>
                              <a:rPr lang="en-US" i="1">
                                <a:solidFill>
                                  <a:srgbClr val="404040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i="1">
                            <a:solidFill>
                              <a:srgbClr val="40404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solidFill>
                              <a:srgbClr val="40404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</m:oMath>
                </a14:m>
                <a:r>
                  <a:rPr lang="he-IL" dirty="0">
                    <a:solidFill>
                      <a:srgbClr val="404040"/>
                    </a:solidFill>
                  </a:rPr>
                  <a:t>, ולכל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404040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i="1">
                        <a:solidFill>
                          <a:srgbClr val="40404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>
                        <a:solidFill>
                          <a:srgbClr val="404040"/>
                        </a:solidFill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he-IL" dirty="0">
                    <a:solidFill>
                      <a:srgbClr val="404040"/>
                    </a:solidFill>
                  </a:rPr>
                  <a:t> נחזיר את המרחק מתרגום הפלט.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97303E1-6B0E-47B2-BFF7-80905FEF280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456386" y="1845734"/>
                <a:ext cx="6699294" cy="4023360"/>
              </a:xfrm>
              <a:blipFill>
                <a:blip r:embed="rId2"/>
                <a:stretch>
                  <a:fillRect l="-3276" t="-1515" r="-2457" b="-8485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7C84C9-4C5E-470E-9918-3E56507AB0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4288E-0D6C-4659-ADD5-04D29667113F}" type="datetime9">
              <a:rPr lang="he-IL" smtClean="0"/>
              <a:t>16 אוקטובר, 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81610E-6992-4890-A86F-EF5109351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C77D85-9CB8-4EA0-B4BD-631B522005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תרגול 1 - מבוא ורדוקציות</a:t>
            </a:r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098CD60C-DD13-054A-8FD5-053CFDB323FA}"/>
              </a:ext>
            </a:extLst>
          </p:cNvPr>
          <p:cNvGrpSpPr/>
          <p:nvPr/>
        </p:nvGrpSpPr>
        <p:grpSpPr>
          <a:xfrm>
            <a:off x="489787" y="1835265"/>
            <a:ext cx="3161758" cy="1612354"/>
            <a:chOff x="2455126" y="3645711"/>
            <a:chExt cx="3161758" cy="1612354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89E426B2-64DD-373E-12AF-DBEAA51FB4BF}"/>
                </a:ext>
              </a:extLst>
            </p:cNvPr>
            <p:cNvGrpSpPr/>
            <p:nvPr/>
          </p:nvGrpSpPr>
          <p:grpSpPr>
            <a:xfrm>
              <a:off x="2455126" y="3645711"/>
              <a:ext cx="3161758" cy="1612354"/>
              <a:chOff x="2793604" y="3636186"/>
              <a:chExt cx="3161758" cy="1612354"/>
            </a:xfrm>
          </p:grpSpPr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4542D463-40E1-A1BD-0B87-C0F45402C738}"/>
                  </a:ext>
                </a:extLst>
              </p:cNvPr>
              <p:cNvGrpSpPr/>
              <p:nvPr/>
            </p:nvGrpSpPr>
            <p:grpSpPr>
              <a:xfrm>
                <a:off x="2793604" y="3636186"/>
                <a:ext cx="3161758" cy="1612354"/>
                <a:chOff x="2860279" y="3421911"/>
                <a:chExt cx="3161758" cy="1612354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2" name="Oval 11">
                      <a:extLst>
                        <a:ext uri="{FF2B5EF4-FFF2-40B4-BE49-F238E27FC236}">
                          <a16:creationId xmlns:a16="http://schemas.microsoft.com/office/drawing/2014/main" id="{26DDE8FF-DF93-EE87-020A-1671C52849A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860279" y="3955311"/>
                      <a:ext cx="533400" cy="533400"/>
                    </a:xfrm>
                    <a:prstGeom prst="ellipse">
                      <a:avLst/>
                    </a:prstGeom>
                    <a:noFill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oMath>
                        </m:oMathPara>
                      </a14:m>
                      <a:endParaRPr lang="en-IL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12" name="Oval 11">
                      <a:extLst>
                        <a:ext uri="{FF2B5EF4-FFF2-40B4-BE49-F238E27FC236}">
                          <a16:creationId xmlns:a16="http://schemas.microsoft.com/office/drawing/2014/main" id="{FEF74ED4-B8FE-4D8F-A512-15434C44340A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860279" y="3955311"/>
                      <a:ext cx="533400" cy="533400"/>
                    </a:xfrm>
                    <a:prstGeom prst="ellipse">
                      <a:avLst/>
                    </a:prstGeom>
                    <a:blipFill>
                      <a:blip r:embed="rId3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IL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3" name="Oval 12">
                      <a:extLst>
                        <a:ext uri="{FF2B5EF4-FFF2-40B4-BE49-F238E27FC236}">
                          <a16:creationId xmlns:a16="http://schemas.microsoft.com/office/drawing/2014/main" id="{9A17C840-E9DF-61B5-05DC-E4A59C05623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181741" y="3421911"/>
                      <a:ext cx="537179" cy="533400"/>
                    </a:xfrm>
                    <a:prstGeom prst="ellipse">
                      <a:avLst/>
                    </a:prstGeom>
                    <a:noFill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oMath>
                        </m:oMathPara>
                      </a14:m>
                      <a:endParaRPr lang="en-IL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13" name="Oval 12">
                      <a:extLst>
                        <a:ext uri="{FF2B5EF4-FFF2-40B4-BE49-F238E27FC236}">
                          <a16:creationId xmlns:a16="http://schemas.microsoft.com/office/drawing/2014/main" id="{E65626BB-ACDD-4230-AFD5-8B79112FF6D4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181741" y="3421911"/>
                      <a:ext cx="537179" cy="533400"/>
                    </a:xfrm>
                    <a:prstGeom prst="ellipse">
                      <a:avLst/>
                    </a:prstGeom>
                    <a:blipFill>
                      <a:blip r:embed="rId4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IL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4" name="Oval 13">
                      <a:extLst>
                        <a:ext uri="{FF2B5EF4-FFF2-40B4-BE49-F238E27FC236}">
                          <a16:creationId xmlns:a16="http://schemas.microsoft.com/office/drawing/2014/main" id="{C199922A-04B9-AA57-6B4A-3BC25ABA50A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488637" y="3967465"/>
                      <a:ext cx="533400" cy="533400"/>
                    </a:xfrm>
                    <a:prstGeom prst="ellipse">
                      <a:avLst/>
                    </a:prstGeom>
                    <a:noFill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>
                            <m:r>
                              <a:rPr lang="en-US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oMath>
                        </m:oMathPara>
                      </a14:m>
                      <a:endParaRPr lang="en-IL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14" name="Oval 13">
                      <a:extLst>
                        <a:ext uri="{FF2B5EF4-FFF2-40B4-BE49-F238E27FC236}">
                          <a16:creationId xmlns:a16="http://schemas.microsoft.com/office/drawing/2014/main" id="{49A600B8-630C-4E82-A6EC-BA78E2C64F01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488637" y="3967465"/>
                      <a:ext cx="533400" cy="533400"/>
                    </a:xfrm>
                    <a:prstGeom prst="ellipse">
                      <a:avLst/>
                    </a:prstGeom>
                    <a:blipFill>
                      <a:blip r:embed="rId5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IL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5" name="Oval 14">
                      <a:extLst>
                        <a:ext uri="{FF2B5EF4-FFF2-40B4-BE49-F238E27FC236}">
                          <a16:creationId xmlns:a16="http://schemas.microsoft.com/office/drawing/2014/main" id="{85DDA749-0226-AA87-C972-446F29E84D6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672871" y="4500865"/>
                      <a:ext cx="533400" cy="533400"/>
                    </a:xfrm>
                    <a:prstGeom prst="ellipse">
                      <a:avLst/>
                    </a:prstGeom>
                    <a:noFill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oMath>
                        </m:oMathPara>
                      </a14:m>
                      <a:endParaRPr lang="en-IL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15" name="Oval 14">
                      <a:extLst>
                        <a:ext uri="{FF2B5EF4-FFF2-40B4-BE49-F238E27FC236}">
                          <a16:creationId xmlns:a16="http://schemas.microsoft.com/office/drawing/2014/main" id="{FE929BEA-1389-4FE8-A1C2-1021804738B4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672871" y="4500865"/>
                      <a:ext cx="533400" cy="533400"/>
                    </a:xfrm>
                    <a:prstGeom prst="ellipse">
                      <a:avLst/>
                    </a:prstGeom>
                    <a:blipFill>
                      <a:blip r:embed="rId6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IL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6" name="Oval 15">
                      <a:extLst>
                        <a:ext uri="{FF2B5EF4-FFF2-40B4-BE49-F238E27FC236}">
                          <a16:creationId xmlns:a16="http://schemas.microsoft.com/office/drawing/2014/main" id="{AE06A120-ABE9-4540-37BE-BD2A2E25D58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694392" y="4500865"/>
                      <a:ext cx="533400" cy="533400"/>
                    </a:xfrm>
                    <a:prstGeom prst="ellipse">
                      <a:avLst/>
                    </a:prstGeom>
                    <a:noFill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oMath>
                        </m:oMathPara>
                      </a14:m>
                      <a:endParaRPr lang="en-IL" dirty="0"/>
                    </a:p>
                  </p:txBody>
                </p:sp>
              </mc:Choice>
              <mc:Fallback xmlns="">
                <p:sp>
                  <p:nvSpPr>
                    <p:cNvPr id="16" name="Oval 15">
                      <a:extLst>
                        <a:ext uri="{FF2B5EF4-FFF2-40B4-BE49-F238E27FC236}">
                          <a16:creationId xmlns:a16="http://schemas.microsoft.com/office/drawing/2014/main" id="{EB72B54D-27A4-4983-8388-A13F93AA6DCF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694392" y="4500865"/>
                      <a:ext cx="533400" cy="533400"/>
                    </a:xfrm>
                    <a:prstGeom prst="ellipse">
                      <a:avLst/>
                    </a:prstGeom>
                    <a:blipFill>
                      <a:blip r:embed="rId7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IL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17" name="Straight Connector 16">
                  <a:extLst>
                    <a:ext uri="{FF2B5EF4-FFF2-40B4-BE49-F238E27FC236}">
                      <a16:creationId xmlns:a16="http://schemas.microsoft.com/office/drawing/2014/main" id="{1B64967D-09C5-1C24-923C-539A624E5DCA}"/>
                    </a:ext>
                  </a:extLst>
                </p:cNvPr>
                <p:cNvCxnSpPr>
                  <a:stCxn id="12" idx="5"/>
                  <a:endCxn id="15" idx="2"/>
                </p:cNvCxnSpPr>
                <p:nvPr/>
              </p:nvCxnSpPr>
              <p:spPr>
                <a:xfrm>
                  <a:off x="3315564" y="4410596"/>
                  <a:ext cx="357307" cy="356969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" name="Straight Connector 17">
                  <a:extLst>
                    <a:ext uri="{FF2B5EF4-FFF2-40B4-BE49-F238E27FC236}">
                      <a16:creationId xmlns:a16="http://schemas.microsoft.com/office/drawing/2014/main" id="{D8E270B6-0C26-9E89-B43F-F658E7C79BD6}"/>
                    </a:ext>
                  </a:extLst>
                </p:cNvPr>
                <p:cNvCxnSpPr>
                  <a:cxnSpLocks/>
                  <a:stCxn id="15" idx="6"/>
                  <a:endCxn id="16" idx="2"/>
                </p:cNvCxnSpPr>
                <p:nvPr/>
              </p:nvCxnSpPr>
              <p:spPr>
                <a:xfrm>
                  <a:off x="4206271" y="4767565"/>
                  <a:ext cx="488121" cy="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" name="Straight Connector 18">
                  <a:extLst>
                    <a:ext uri="{FF2B5EF4-FFF2-40B4-BE49-F238E27FC236}">
                      <a16:creationId xmlns:a16="http://schemas.microsoft.com/office/drawing/2014/main" id="{76C7DCCD-CF39-AA62-BD68-1B8B58C079A3}"/>
                    </a:ext>
                  </a:extLst>
                </p:cNvPr>
                <p:cNvCxnSpPr>
                  <a:cxnSpLocks/>
                  <a:stCxn id="13" idx="6"/>
                  <a:endCxn id="14" idx="2"/>
                </p:cNvCxnSpPr>
                <p:nvPr/>
              </p:nvCxnSpPr>
              <p:spPr>
                <a:xfrm>
                  <a:off x="4718920" y="3688611"/>
                  <a:ext cx="769717" cy="545554"/>
                </a:xfrm>
                <a:prstGeom prst="line">
                  <a:avLst/>
                </a:prstGeom>
                <a:ln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B3495BF0-4107-2717-A2BF-08E84B8A47C1}"/>
                  </a:ext>
                </a:extLst>
              </p:cNvPr>
              <p:cNvCxnSpPr>
                <a:stCxn id="15" idx="0"/>
                <a:endCxn id="13" idx="3"/>
              </p:cNvCxnSpPr>
              <p:nvPr/>
            </p:nvCxnSpPr>
            <p:spPr>
              <a:xfrm flipV="1">
                <a:off x="3872896" y="4091471"/>
                <a:ext cx="320838" cy="623669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56C3F0F6-2301-6C65-F048-770D069A033F}"/>
                </a:ext>
              </a:extLst>
            </p:cNvPr>
            <p:cNvCxnSpPr>
              <a:cxnSpLocks/>
              <a:stCxn id="13" idx="5"/>
              <a:endCxn id="16" idx="0"/>
            </p:cNvCxnSpPr>
            <p:nvPr/>
          </p:nvCxnSpPr>
          <p:spPr>
            <a:xfrm>
              <a:off x="4235099" y="4100996"/>
              <a:ext cx="320840" cy="623669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53CE5308-0AE1-2312-69BD-DD41969713F6}"/>
              </a:ext>
            </a:extLst>
          </p:cNvPr>
          <p:cNvSpPr/>
          <p:nvPr/>
        </p:nvSpPr>
        <p:spPr>
          <a:xfrm rot="5400000">
            <a:off x="1752603" y="3702429"/>
            <a:ext cx="654470" cy="515295"/>
          </a:xfrm>
          <a:prstGeom prst="rightArrow">
            <a:avLst>
              <a:gd name="adj1" fmla="val 33684"/>
              <a:gd name="adj2" fmla="val 64278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9E8E2DFA-1A95-D2E6-60FC-AF3658DEDAC3}"/>
              </a:ext>
            </a:extLst>
          </p:cNvPr>
          <p:cNvGrpSpPr/>
          <p:nvPr/>
        </p:nvGrpSpPr>
        <p:grpSpPr>
          <a:xfrm>
            <a:off x="225557" y="4461736"/>
            <a:ext cx="3708562" cy="1750425"/>
            <a:chOff x="6949124" y="1922829"/>
            <a:chExt cx="3708562" cy="1750425"/>
          </a:xfrm>
        </p:grpSpPr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2DE5DE15-F6F4-E7BE-593D-17C8987015F0}"/>
                </a:ext>
              </a:extLst>
            </p:cNvPr>
            <p:cNvCxnSpPr>
              <a:cxnSpLocks/>
              <a:stCxn id="24" idx="6"/>
              <a:endCxn id="43" idx="2"/>
            </p:cNvCxnSpPr>
            <p:nvPr/>
          </p:nvCxnSpPr>
          <p:spPr>
            <a:xfrm flipV="1">
              <a:off x="9011973" y="3406553"/>
              <a:ext cx="260284" cy="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80049C6C-5438-CD38-5C18-33B9F51FB9A9}"/>
                </a:ext>
              </a:extLst>
            </p:cNvPr>
            <p:cNvGrpSpPr/>
            <p:nvPr/>
          </p:nvGrpSpPr>
          <p:grpSpPr>
            <a:xfrm>
              <a:off x="6949124" y="1922829"/>
              <a:ext cx="3708562" cy="1750425"/>
              <a:chOff x="6917435" y="2189528"/>
              <a:chExt cx="3708562" cy="1750425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4" name="Oval 23">
                    <a:extLst>
                      <a:ext uri="{FF2B5EF4-FFF2-40B4-BE49-F238E27FC236}">
                        <a16:creationId xmlns:a16="http://schemas.microsoft.com/office/drawing/2014/main" id="{CFDB3573-01D9-9FCD-CF39-F045B1C72443}"/>
                      </a:ext>
                    </a:extLst>
                  </p:cNvPr>
                  <p:cNvSpPr/>
                  <p:nvPr/>
                </p:nvSpPr>
                <p:spPr>
                  <a:xfrm>
                    <a:off x="8621701" y="3493961"/>
                    <a:ext cx="358583" cy="358583"/>
                  </a:xfrm>
                  <a:prstGeom prst="ellipse">
                    <a:avLst/>
                  </a:prstGeom>
                  <a:noFill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>
                          <m:acc>
                            <m:accPr>
                              <m:chr m:val="̅"/>
                              <m:ctrl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𝑥𝑧</m:t>
                              </m:r>
                            </m:e>
                          </m:acc>
                        </m:oMath>
                      </m:oMathPara>
                    </a14:m>
                    <a:endParaRPr lang="en-IL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49" name="Oval 48">
                    <a:extLst>
                      <a:ext uri="{FF2B5EF4-FFF2-40B4-BE49-F238E27FC236}">
                        <a16:creationId xmlns:a16="http://schemas.microsoft.com/office/drawing/2014/main" id="{941CF888-205B-423F-985F-3BFEBDF16A91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621701" y="3493961"/>
                    <a:ext cx="358583" cy="358583"/>
                  </a:xfrm>
                  <a:prstGeom prst="ellipse">
                    <a:avLst/>
                  </a:prstGeom>
                  <a:blipFill>
                    <a:blip r:embed="rId8"/>
                    <a:stretch>
                      <a:fillRect l="-6557"/>
                    </a:stretch>
                  </a:blipFill>
                </p:spPr>
                <p:txBody>
                  <a:bodyPr/>
                  <a:lstStyle/>
                  <a:p>
                    <a:r>
                      <a:rPr lang="he-IL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25" name="Group 24">
                <a:extLst>
                  <a:ext uri="{FF2B5EF4-FFF2-40B4-BE49-F238E27FC236}">
                    <a16:creationId xmlns:a16="http://schemas.microsoft.com/office/drawing/2014/main" id="{50581D53-F20F-91E2-2CE2-6E3CCDC15E0F}"/>
                  </a:ext>
                </a:extLst>
              </p:cNvPr>
              <p:cNvGrpSpPr/>
              <p:nvPr/>
            </p:nvGrpSpPr>
            <p:grpSpPr>
              <a:xfrm>
                <a:off x="6917435" y="2189528"/>
                <a:ext cx="3708562" cy="1750425"/>
                <a:chOff x="6936188" y="2156548"/>
                <a:chExt cx="3708562" cy="1750425"/>
              </a:xfrm>
            </p:grpSpPr>
            <p:grpSp>
              <p:nvGrpSpPr>
                <p:cNvPr id="26" name="Group 25">
                  <a:extLst>
                    <a:ext uri="{FF2B5EF4-FFF2-40B4-BE49-F238E27FC236}">
                      <a16:creationId xmlns:a16="http://schemas.microsoft.com/office/drawing/2014/main" id="{6FB834A5-FE5B-750E-F726-FA8598DB6465}"/>
                    </a:ext>
                  </a:extLst>
                </p:cNvPr>
                <p:cNvGrpSpPr/>
                <p:nvPr/>
              </p:nvGrpSpPr>
              <p:grpSpPr>
                <a:xfrm>
                  <a:off x="6936188" y="2156548"/>
                  <a:ext cx="3708562" cy="1750425"/>
                  <a:chOff x="2180374" y="3596257"/>
                  <a:chExt cx="3708562" cy="1750425"/>
                </a:xfrm>
              </p:grpSpPr>
              <p:grpSp>
                <p:nvGrpSpPr>
                  <p:cNvPr id="35" name="Group 34">
                    <a:extLst>
                      <a:ext uri="{FF2B5EF4-FFF2-40B4-BE49-F238E27FC236}">
                        <a16:creationId xmlns:a16="http://schemas.microsoft.com/office/drawing/2014/main" id="{0528C668-4299-A2E8-66B9-9F5F6B26A81B}"/>
                      </a:ext>
                    </a:extLst>
                  </p:cNvPr>
                  <p:cNvGrpSpPr/>
                  <p:nvPr/>
                </p:nvGrpSpPr>
                <p:grpSpPr>
                  <a:xfrm>
                    <a:off x="2180374" y="3596257"/>
                    <a:ext cx="3708562" cy="1750425"/>
                    <a:chOff x="2518852" y="3586732"/>
                    <a:chExt cx="3708562" cy="1750425"/>
                  </a:xfrm>
                </p:grpSpPr>
                <p:grpSp>
                  <p:nvGrpSpPr>
                    <p:cNvPr id="37" name="Group 36">
                      <a:extLst>
                        <a:ext uri="{FF2B5EF4-FFF2-40B4-BE49-F238E27FC236}">
                          <a16:creationId xmlns:a16="http://schemas.microsoft.com/office/drawing/2014/main" id="{80AB22F0-8830-545F-ED56-1073704616EB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518852" y="3586732"/>
                      <a:ext cx="3708562" cy="1750425"/>
                      <a:chOff x="2585527" y="3372457"/>
                      <a:chExt cx="3708562" cy="1750425"/>
                    </a:xfrm>
                  </p:grpSpPr>
                  <mc:AlternateContent xmlns:mc="http://schemas.openxmlformats.org/markup-compatibility/2006" xmlns:a14="http://schemas.microsoft.com/office/drawing/2010/main">
                    <mc:Choice Requires="a14">
                      <p:sp>
                        <p:nvSpPr>
                          <p:cNvPr id="39" name="Oval 38">
                            <a:extLst>
                              <a:ext uri="{FF2B5EF4-FFF2-40B4-BE49-F238E27FC236}">
                                <a16:creationId xmlns:a16="http://schemas.microsoft.com/office/drawing/2014/main" id="{F9B9602C-5AE1-D1F3-8067-414EC4965D3B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2585527" y="3596949"/>
                            <a:ext cx="533400" cy="533400"/>
                          </a:xfrm>
                          <a:prstGeom prst="ellipse">
                            <a:avLst/>
                          </a:prstGeom>
                          <a:noFill/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14:m>
                              <m:oMathPara xmlns:m="http://schemas.openxmlformats.org/officeDocument/2006/math">
                                <m:oMath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oMath>
                              </m:oMathPara>
                            </a14:m>
                            <a:endParaRPr lang="en-IL" dirty="0">
                              <a:solidFill>
                                <a:schemeClr val="tx1"/>
                              </a:solidFill>
                            </a:endParaRPr>
                          </a:p>
                        </p:txBody>
                      </p:sp>
                    </mc:Choice>
                    <mc:Fallback xmlns="">
                      <p:sp>
                        <p:nvSpPr>
                          <p:cNvPr id="26" name="Oval 25">
                            <a:extLst>
                              <a:ext uri="{FF2B5EF4-FFF2-40B4-BE49-F238E27FC236}">
                                <a16:creationId xmlns:a16="http://schemas.microsoft.com/office/drawing/2014/main" id="{ACC42863-A838-4A93-A22C-CBC8ADC6618E}"/>
                              </a:ext>
                            </a:extLst>
                          </p:cNvPr>
                          <p:cNvSpPr>
                            <a:spLocks noRot="1" noChangeAspect="1" noMove="1" noResize="1" noEditPoints="1" noAdjustHandles="1" noChangeArrowheads="1" noChangeShapeType="1" noTextEdit="1"/>
                          </p:cNvSpPr>
                          <p:nvPr/>
                        </p:nvSpPr>
                        <p:spPr>
                          <a:xfrm>
                            <a:off x="2585527" y="3596949"/>
                            <a:ext cx="533400" cy="533400"/>
                          </a:xfrm>
                          <a:prstGeom prst="ellipse">
                            <a:avLst/>
                          </a:prstGeom>
                          <a:blipFill>
                            <a:blip r:embed="rId9"/>
                            <a:stretch>
                              <a:fillRect/>
                            </a:stretch>
                          </a:blipFill>
                        </p:spPr>
                        <p:txBody>
                          <a:bodyPr/>
                          <a:lstStyle/>
                          <a:p>
                            <a:r>
                              <a:rPr lang="he-IL">
                                <a:noFill/>
                              </a:rPr>
                              <a:t> </a:t>
                            </a:r>
                          </a:p>
                        </p:txBody>
                      </p:sp>
                    </mc:Fallback>
                  </mc:AlternateContent>
                  <mc:AlternateContent xmlns:mc="http://schemas.openxmlformats.org/markup-compatibility/2006" xmlns:a14="http://schemas.microsoft.com/office/drawing/2010/main">
                    <mc:Choice Requires="a14">
                      <p:sp>
                        <p:nvSpPr>
                          <p:cNvPr id="40" name="Oval 39">
                            <a:extLst>
                              <a:ext uri="{FF2B5EF4-FFF2-40B4-BE49-F238E27FC236}">
                                <a16:creationId xmlns:a16="http://schemas.microsoft.com/office/drawing/2014/main" id="{C054BAF0-BD3C-1A74-5234-16AD926414B4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4198553" y="3372457"/>
                            <a:ext cx="537179" cy="533400"/>
                          </a:xfrm>
                          <a:prstGeom prst="ellipse">
                            <a:avLst/>
                          </a:prstGeom>
                          <a:noFill/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14:m>
                              <m:oMathPara xmlns:m="http://schemas.openxmlformats.org/officeDocument/2006/math">
                                <m:oMath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oMath>
                              </m:oMathPara>
                            </a14:m>
                            <a:endParaRPr lang="en-IL" dirty="0">
                              <a:solidFill>
                                <a:schemeClr val="tx1"/>
                              </a:solidFill>
                            </a:endParaRPr>
                          </a:p>
                        </p:txBody>
                      </p:sp>
                    </mc:Choice>
                    <mc:Fallback xmlns="">
                      <p:sp>
                        <p:nvSpPr>
                          <p:cNvPr id="27" name="Oval 26">
                            <a:extLst>
                              <a:ext uri="{FF2B5EF4-FFF2-40B4-BE49-F238E27FC236}">
                                <a16:creationId xmlns:a16="http://schemas.microsoft.com/office/drawing/2014/main" id="{B232E8DD-5352-4D9B-8873-7144B8E63F45}"/>
                              </a:ext>
                            </a:extLst>
                          </p:cNvPr>
                          <p:cNvSpPr>
                            <a:spLocks noRot="1" noChangeAspect="1" noMove="1" noResize="1" noEditPoints="1" noAdjustHandles="1" noChangeArrowheads="1" noChangeShapeType="1" noTextEdit="1"/>
                          </p:cNvSpPr>
                          <p:nvPr/>
                        </p:nvSpPr>
                        <p:spPr>
                          <a:xfrm>
                            <a:off x="4198553" y="3372457"/>
                            <a:ext cx="537179" cy="533400"/>
                          </a:xfrm>
                          <a:prstGeom prst="ellipse">
                            <a:avLst/>
                          </a:prstGeom>
                          <a:blipFill>
                            <a:blip r:embed="rId10"/>
                            <a:stretch>
                              <a:fillRect/>
                            </a:stretch>
                          </a:blipFill>
                        </p:spPr>
                        <p:txBody>
                          <a:bodyPr/>
                          <a:lstStyle/>
                          <a:p>
                            <a:r>
                              <a:rPr lang="he-IL">
                                <a:noFill/>
                              </a:rPr>
                              <a:t> </a:t>
                            </a:r>
                          </a:p>
                        </p:txBody>
                      </p:sp>
                    </mc:Fallback>
                  </mc:AlternateContent>
                  <mc:AlternateContent xmlns:mc="http://schemas.openxmlformats.org/markup-compatibility/2006" xmlns:a14="http://schemas.microsoft.com/office/drawing/2010/main">
                    <mc:Choice Requires="a14">
                      <p:sp>
                        <p:nvSpPr>
                          <p:cNvPr id="41" name="Oval 40">
                            <a:extLst>
                              <a:ext uri="{FF2B5EF4-FFF2-40B4-BE49-F238E27FC236}">
                                <a16:creationId xmlns:a16="http://schemas.microsoft.com/office/drawing/2014/main" id="{55FDF0CC-EE8E-F945-7DB5-BC181E47E2F6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760689" y="3921525"/>
                            <a:ext cx="533400" cy="533400"/>
                          </a:xfrm>
                          <a:prstGeom prst="ellipse">
                            <a:avLst/>
                          </a:prstGeom>
                          <a:noFill/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14:m>
                              <m:oMathPara xmlns:m="http://schemas.openxmlformats.org/officeDocument/2006/math">
                                <m:oMath>
                                  <m:r>
                                    <a:rPr lang="en-US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oMath>
                              </m:oMathPara>
                            </a14:m>
                            <a:endParaRPr lang="en-IL" dirty="0">
                              <a:solidFill>
                                <a:schemeClr val="tx1"/>
                              </a:solidFill>
                            </a:endParaRPr>
                          </a:p>
                        </p:txBody>
                      </p:sp>
                    </mc:Choice>
                    <mc:Fallback xmlns="">
                      <p:sp>
                        <p:nvSpPr>
                          <p:cNvPr id="28" name="Oval 27">
                            <a:extLst>
                              <a:ext uri="{FF2B5EF4-FFF2-40B4-BE49-F238E27FC236}">
                                <a16:creationId xmlns:a16="http://schemas.microsoft.com/office/drawing/2014/main" id="{8900CB3D-7DE5-4AFF-BC26-B96BC23B80CA}"/>
                              </a:ext>
                            </a:extLst>
                          </p:cNvPr>
                          <p:cNvSpPr>
                            <a:spLocks noRot="1" noChangeAspect="1" noMove="1" noResize="1" noEditPoints="1" noAdjustHandles="1" noChangeArrowheads="1" noChangeShapeType="1" noTextEdit="1"/>
                          </p:cNvSpPr>
                          <p:nvPr/>
                        </p:nvSpPr>
                        <p:spPr>
                          <a:xfrm>
                            <a:off x="5760689" y="3921525"/>
                            <a:ext cx="533400" cy="533400"/>
                          </a:xfrm>
                          <a:prstGeom prst="ellipse">
                            <a:avLst/>
                          </a:prstGeom>
                          <a:blipFill>
                            <a:blip r:embed="rId11"/>
                            <a:stretch>
                              <a:fillRect/>
                            </a:stretch>
                          </a:blipFill>
                        </p:spPr>
                        <p:txBody>
                          <a:bodyPr/>
                          <a:lstStyle/>
                          <a:p>
                            <a:r>
                              <a:rPr lang="he-IL">
                                <a:noFill/>
                              </a:rPr>
                              <a:t> </a:t>
                            </a:r>
                          </a:p>
                        </p:txBody>
                      </p:sp>
                    </mc:Fallback>
                  </mc:AlternateContent>
                  <mc:AlternateContent xmlns:mc="http://schemas.openxmlformats.org/markup-compatibility/2006" xmlns:a14="http://schemas.microsoft.com/office/drawing/2010/main">
                    <mc:Choice Requires="a14">
                      <p:sp>
                        <p:nvSpPr>
                          <p:cNvPr id="42" name="Oval 41">
                            <a:extLst>
                              <a:ext uri="{FF2B5EF4-FFF2-40B4-BE49-F238E27FC236}">
                                <a16:creationId xmlns:a16="http://schemas.microsoft.com/office/drawing/2014/main" id="{2F861191-E8D6-CE71-1708-52D99D2EF639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3581576" y="4589482"/>
                            <a:ext cx="533400" cy="533400"/>
                          </a:xfrm>
                          <a:prstGeom prst="ellipse">
                            <a:avLst/>
                          </a:prstGeom>
                          <a:noFill/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14:m>
                              <m:oMathPara xmlns:m="http://schemas.openxmlformats.org/officeDocument/2006/math">
                                <m:oMath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oMath>
                              </m:oMathPara>
                            </a14:m>
                            <a:endParaRPr lang="en-IL" dirty="0">
                              <a:solidFill>
                                <a:schemeClr val="tx1"/>
                              </a:solidFill>
                            </a:endParaRPr>
                          </a:p>
                        </p:txBody>
                      </p:sp>
                    </mc:Choice>
                    <mc:Fallback xmlns="">
                      <p:sp>
                        <p:nvSpPr>
                          <p:cNvPr id="29" name="Oval 28">
                            <a:extLst>
                              <a:ext uri="{FF2B5EF4-FFF2-40B4-BE49-F238E27FC236}">
                                <a16:creationId xmlns:a16="http://schemas.microsoft.com/office/drawing/2014/main" id="{3F600205-073A-4381-A058-F2CC5028BCDA}"/>
                              </a:ext>
                            </a:extLst>
                          </p:cNvPr>
                          <p:cNvSpPr>
                            <a:spLocks noRot="1" noChangeAspect="1" noMove="1" noResize="1" noEditPoints="1" noAdjustHandles="1" noChangeArrowheads="1" noChangeShapeType="1" noTextEdit="1"/>
                          </p:cNvSpPr>
                          <p:nvPr/>
                        </p:nvSpPr>
                        <p:spPr>
                          <a:xfrm>
                            <a:off x="3581576" y="4589482"/>
                            <a:ext cx="533400" cy="533400"/>
                          </a:xfrm>
                          <a:prstGeom prst="ellipse">
                            <a:avLst/>
                          </a:prstGeom>
                          <a:blipFill>
                            <a:blip r:embed="rId12"/>
                            <a:stretch>
                              <a:fillRect/>
                            </a:stretch>
                          </a:blipFill>
                        </p:spPr>
                        <p:txBody>
                          <a:bodyPr/>
                          <a:lstStyle/>
                          <a:p>
                            <a:r>
                              <a:rPr lang="he-IL">
                                <a:noFill/>
                              </a:rPr>
                              <a:t> </a:t>
                            </a:r>
                          </a:p>
                        </p:txBody>
                      </p:sp>
                    </mc:Fallback>
                  </mc:AlternateContent>
                  <mc:AlternateContent xmlns:mc="http://schemas.openxmlformats.org/markup-compatibility/2006" xmlns:a14="http://schemas.microsoft.com/office/drawing/2010/main">
                    <mc:Choice Requires="a14">
                      <p:sp>
                        <p:nvSpPr>
                          <p:cNvPr id="43" name="Oval 42">
                            <a:extLst>
                              <a:ext uri="{FF2B5EF4-FFF2-40B4-BE49-F238E27FC236}">
                                <a16:creationId xmlns:a16="http://schemas.microsoft.com/office/drawing/2014/main" id="{10D6F02B-9ED9-54A1-7CE0-6A1B90FE6A9D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4908660" y="4589481"/>
                            <a:ext cx="533400" cy="533400"/>
                          </a:xfrm>
                          <a:prstGeom prst="ellipse">
                            <a:avLst/>
                          </a:prstGeom>
                          <a:noFill/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14:m>
                              <m:oMathPara xmlns:m="http://schemas.openxmlformats.org/officeDocument/2006/math">
                                <m:oMath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oMath>
                              </m:oMathPara>
                            </a14:m>
                            <a:endParaRPr lang="en-IL" dirty="0"/>
                          </a:p>
                        </p:txBody>
                      </p:sp>
                    </mc:Choice>
                    <mc:Fallback xmlns="">
                      <p:sp>
                        <p:nvSpPr>
                          <p:cNvPr id="30" name="Oval 29">
                            <a:extLst>
                              <a:ext uri="{FF2B5EF4-FFF2-40B4-BE49-F238E27FC236}">
                                <a16:creationId xmlns:a16="http://schemas.microsoft.com/office/drawing/2014/main" id="{C5E59A46-B05F-4921-895A-4514CBE08F85}"/>
                              </a:ext>
                            </a:extLst>
                          </p:cNvPr>
                          <p:cNvSpPr>
                            <a:spLocks noRot="1" noChangeAspect="1" noMove="1" noResize="1" noEditPoints="1" noAdjustHandles="1" noChangeArrowheads="1" noChangeShapeType="1" noTextEdit="1"/>
                          </p:cNvSpPr>
                          <p:nvPr/>
                        </p:nvSpPr>
                        <p:spPr>
                          <a:xfrm>
                            <a:off x="4908660" y="4589481"/>
                            <a:ext cx="533400" cy="533400"/>
                          </a:xfrm>
                          <a:prstGeom prst="ellipse">
                            <a:avLst/>
                          </a:prstGeom>
                          <a:blipFill>
                            <a:blip r:embed="rId13"/>
                            <a:stretch>
                              <a:fillRect/>
                            </a:stretch>
                          </a:blipFill>
                        </p:spPr>
                        <p:txBody>
                          <a:bodyPr/>
                          <a:lstStyle/>
                          <a:p>
                            <a:r>
                              <a:rPr lang="he-IL">
                                <a:noFill/>
                              </a:rPr>
                              <a:t> </a:t>
                            </a:r>
                          </a:p>
                        </p:txBody>
                      </p:sp>
                    </mc:Fallback>
                  </mc:AlternateContent>
                  <p:cxnSp>
                    <p:nvCxnSpPr>
                      <p:cNvPr id="44" name="Straight Connector 43">
                        <a:extLst>
                          <a:ext uri="{FF2B5EF4-FFF2-40B4-BE49-F238E27FC236}">
                            <a16:creationId xmlns:a16="http://schemas.microsoft.com/office/drawing/2014/main" id="{1FE714D2-8F38-6929-9018-5709A16C34A6}"/>
                          </a:ext>
                        </a:extLst>
                      </p:cNvPr>
                      <p:cNvCxnSpPr>
                        <a:cxnSpLocks/>
                        <a:stCxn id="39" idx="4"/>
                        <a:endCxn id="28" idx="1"/>
                      </p:cNvCxnSpPr>
                      <p:nvPr/>
                    </p:nvCxnSpPr>
                    <p:spPr>
                      <a:xfrm>
                        <a:off x="2852227" y="4130349"/>
                        <a:ext cx="113846" cy="261588"/>
                      </a:xfrm>
                      <a:prstGeom prst="line">
                        <a:avLst/>
                      </a:prstGeom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45" name="Straight Connector 44">
                        <a:extLst>
                          <a:ext uri="{FF2B5EF4-FFF2-40B4-BE49-F238E27FC236}">
                            <a16:creationId xmlns:a16="http://schemas.microsoft.com/office/drawing/2014/main" id="{0FBAA6F1-DC2E-0302-AEEA-E30D3E5A48B9}"/>
                          </a:ext>
                        </a:extLst>
                      </p:cNvPr>
                      <p:cNvCxnSpPr>
                        <a:cxnSpLocks/>
                        <a:stCxn id="42" idx="6"/>
                        <a:endCxn id="24" idx="2"/>
                      </p:cNvCxnSpPr>
                      <p:nvPr/>
                    </p:nvCxnSpPr>
                    <p:spPr>
                      <a:xfrm>
                        <a:off x="4114976" y="4856182"/>
                        <a:ext cx="174817" cy="0"/>
                      </a:xfrm>
                      <a:prstGeom prst="line">
                        <a:avLst/>
                      </a:prstGeom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46" name="Straight Connector 45">
                        <a:extLst>
                          <a:ext uri="{FF2B5EF4-FFF2-40B4-BE49-F238E27FC236}">
                            <a16:creationId xmlns:a16="http://schemas.microsoft.com/office/drawing/2014/main" id="{11D70DDD-D071-C7B2-B5A2-3F69DB158065}"/>
                          </a:ext>
                        </a:extLst>
                      </p:cNvPr>
                      <p:cNvCxnSpPr>
                        <a:cxnSpLocks/>
                        <a:stCxn id="40" idx="6"/>
                        <a:endCxn id="29" idx="2"/>
                      </p:cNvCxnSpPr>
                      <p:nvPr/>
                    </p:nvCxnSpPr>
                    <p:spPr>
                      <a:xfrm>
                        <a:off x="4735732" y="3639157"/>
                        <a:ext cx="421624" cy="39787"/>
                      </a:xfrm>
                      <a:prstGeom prst="line">
                        <a:avLst/>
                      </a:prstGeom>
                      <a:ln/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cxnSp>
                  <p:nvCxnSpPr>
                    <p:cNvPr id="38" name="Straight Connector 37">
                      <a:extLst>
                        <a:ext uri="{FF2B5EF4-FFF2-40B4-BE49-F238E27FC236}">
                          <a16:creationId xmlns:a16="http://schemas.microsoft.com/office/drawing/2014/main" id="{7A69153A-1105-86CB-7EEC-8FD765D971CD}"/>
                        </a:ext>
                      </a:extLst>
                    </p:cNvPr>
                    <p:cNvCxnSpPr>
                      <a:cxnSpLocks/>
                      <a:stCxn id="27" idx="7"/>
                      <a:endCxn id="40" idx="3"/>
                    </p:cNvCxnSpPr>
                    <p:nvPr/>
                  </p:nvCxnSpPr>
                  <p:spPr>
                    <a:xfrm flipV="1">
                      <a:off x="4047050" y="4042017"/>
                      <a:ext cx="163496" cy="188971"/>
                    </a:xfrm>
                    <a:prstGeom prst="line">
                      <a:avLst/>
                    </a:prstGeom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cxnSp>
                <p:nvCxnSpPr>
                  <p:cNvPr id="36" name="Straight Connector 35">
                    <a:extLst>
                      <a:ext uri="{FF2B5EF4-FFF2-40B4-BE49-F238E27FC236}">
                        <a16:creationId xmlns:a16="http://schemas.microsoft.com/office/drawing/2014/main" id="{22A92A88-2A5F-84AC-FBDD-AB9994D7141B}"/>
                      </a:ext>
                    </a:extLst>
                  </p:cNvPr>
                  <p:cNvCxnSpPr>
                    <a:cxnSpLocks/>
                    <a:stCxn id="40" idx="5"/>
                    <a:endCxn id="30" idx="1"/>
                  </p:cNvCxnSpPr>
                  <p:nvPr/>
                </p:nvCxnSpPr>
                <p:spPr>
                  <a:xfrm>
                    <a:off x="4251911" y="4051542"/>
                    <a:ext cx="235605" cy="175533"/>
                  </a:xfrm>
                  <a:prstGeom prst="line">
                    <a:avLst/>
                  </a:prstGeom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7" name="Oval 26">
                      <a:extLst>
                        <a:ext uri="{FF2B5EF4-FFF2-40B4-BE49-F238E27FC236}">
                          <a16:creationId xmlns:a16="http://schemas.microsoft.com/office/drawing/2014/main" id="{D5F0920E-6EBB-16C7-02F1-679496FDDC4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158316" y="2748291"/>
                      <a:ext cx="358583" cy="358583"/>
                    </a:xfrm>
                    <a:prstGeom prst="ellipse">
                      <a:avLst/>
                    </a:prstGeom>
                    <a:noFill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>
                            <m:acc>
                              <m:accPr>
                                <m:chr m:val="̅"/>
                                <m:ctrlP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𝑥𝑦</m:t>
                                </m:r>
                              </m:e>
                            </m:acc>
                          </m:oMath>
                        </m:oMathPara>
                      </a14:m>
                      <a:endParaRPr lang="en-IL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39" name="Oval 38">
                      <a:extLst>
                        <a:ext uri="{FF2B5EF4-FFF2-40B4-BE49-F238E27FC236}">
                          <a16:creationId xmlns:a16="http://schemas.microsoft.com/office/drawing/2014/main" id="{D5378FD0-378C-42C1-9D40-A89510DA39A7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8158316" y="2748291"/>
                      <a:ext cx="358583" cy="358583"/>
                    </a:xfrm>
                    <a:prstGeom prst="ellipse">
                      <a:avLst/>
                    </a:prstGeom>
                    <a:blipFill>
                      <a:blip r:embed="rId14"/>
                      <a:stretch>
                        <a:fillRect l="-12903" b="-4839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he-IL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8" name="Oval 27">
                      <a:extLst>
                        <a:ext uri="{FF2B5EF4-FFF2-40B4-BE49-F238E27FC236}">
                          <a16:creationId xmlns:a16="http://schemas.microsoft.com/office/drawing/2014/main" id="{10EC9E68-B818-330D-2543-8BDA5FD1752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264221" y="3123515"/>
                      <a:ext cx="358583" cy="358583"/>
                    </a:xfrm>
                    <a:prstGeom prst="ellipse">
                      <a:avLst/>
                    </a:prstGeom>
                    <a:noFill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>
                            <m:acc>
                              <m:accPr>
                                <m:chr m:val="̅"/>
                                <m:ctrlP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𝑠𝑥</m:t>
                                </m:r>
                              </m:e>
                            </m:acc>
                          </m:oMath>
                        </m:oMathPara>
                      </a14:m>
                      <a:endParaRPr lang="en-IL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47" name="Oval 46">
                      <a:extLst>
                        <a:ext uri="{FF2B5EF4-FFF2-40B4-BE49-F238E27FC236}">
                          <a16:creationId xmlns:a16="http://schemas.microsoft.com/office/drawing/2014/main" id="{B0D2A0DB-5C30-4752-A673-7F8B947602F7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264221" y="3123515"/>
                      <a:ext cx="358583" cy="358583"/>
                    </a:xfrm>
                    <a:prstGeom prst="ellipse">
                      <a:avLst/>
                    </a:prstGeom>
                    <a:blipFill>
                      <a:blip r:embed="rId15"/>
                      <a:stretch>
                        <a:fillRect l="-4839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he-IL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9" name="Oval 28">
                      <a:extLst>
                        <a:ext uri="{FF2B5EF4-FFF2-40B4-BE49-F238E27FC236}">
                          <a16:creationId xmlns:a16="http://schemas.microsoft.com/office/drawing/2014/main" id="{03BC9C46-722A-6E0B-4F20-7F5105D7A28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508017" y="2283743"/>
                      <a:ext cx="358583" cy="358583"/>
                    </a:xfrm>
                    <a:prstGeom prst="ellipse">
                      <a:avLst/>
                    </a:prstGeom>
                    <a:noFill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>
                            <m:acc>
                              <m:accPr>
                                <m:chr m:val="̅"/>
                                <m:ctrlP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𝑦𝑣</m:t>
                                </m:r>
                              </m:e>
                            </m:acc>
                          </m:oMath>
                        </m:oMathPara>
                      </a14:m>
                      <a:endParaRPr lang="en-IL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51" name="Oval 50">
                      <a:extLst>
                        <a:ext uri="{FF2B5EF4-FFF2-40B4-BE49-F238E27FC236}">
                          <a16:creationId xmlns:a16="http://schemas.microsoft.com/office/drawing/2014/main" id="{933C9454-9F0E-440D-AAE0-F5932BFCB026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9508017" y="2283743"/>
                      <a:ext cx="358583" cy="358583"/>
                    </a:xfrm>
                    <a:prstGeom prst="ellipse">
                      <a:avLst/>
                    </a:prstGeom>
                    <a:blipFill>
                      <a:blip r:embed="rId16"/>
                      <a:stretch>
                        <a:fillRect l="-14516" b="-6557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he-IL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0" name="Oval 29">
                      <a:extLst>
                        <a:ext uri="{FF2B5EF4-FFF2-40B4-BE49-F238E27FC236}">
                          <a16:creationId xmlns:a16="http://schemas.microsoft.com/office/drawing/2014/main" id="{EEDB6F1F-60DF-7A89-776B-DF5AD3494A6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190817" y="2734853"/>
                      <a:ext cx="358583" cy="358583"/>
                    </a:xfrm>
                    <a:prstGeom prst="ellipse">
                      <a:avLst/>
                    </a:prstGeom>
                    <a:noFill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>
                            <m:acc>
                              <m:accPr>
                                <m:chr m:val="̅"/>
                                <m:ctrlP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𝑦𝑧</m:t>
                                </m:r>
                              </m:e>
                            </m:acc>
                          </m:oMath>
                        </m:oMathPara>
                      </a14:m>
                      <a:endParaRPr lang="en-IL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53" name="Oval 52">
                      <a:extLst>
                        <a:ext uri="{FF2B5EF4-FFF2-40B4-BE49-F238E27FC236}">
                          <a16:creationId xmlns:a16="http://schemas.microsoft.com/office/drawing/2014/main" id="{9FB0BF94-3EBC-472C-B223-57C188757D1D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9190817" y="2734853"/>
                      <a:ext cx="358583" cy="358583"/>
                    </a:xfrm>
                    <a:prstGeom prst="ellipse">
                      <a:avLst/>
                    </a:prstGeom>
                    <a:blipFill>
                      <a:blip r:embed="rId17"/>
                      <a:stretch>
                        <a:fillRect l="-12903" b="-6557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he-IL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31" name="Straight Connector 30">
                  <a:extLst>
                    <a:ext uri="{FF2B5EF4-FFF2-40B4-BE49-F238E27FC236}">
                      <a16:creationId xmlns:a16="http://schemas.microsoft.com/office/drawing/2014/main" id="{F9CCF318-3B5A-A14D-D50F-025A1E6AB41F}"/>
                    </a:ext>
                  </a:extLst>
                </p:cNvPr>
                <p:cNvCxnSpPr>
                  <a:cxnSpLocks/>
                  <a:stCxn id="30" idx="5"/>
                  <a:endCxn id="43" idx="0"/>
                </p:cNvCxnSpPr>
                <p:nvPr/>
              </p:nvCxnSpPr>
              <p:spPr>
                <a:xfrm>
                  <a:off x="9496887" y="3040923"/>
                  <a:ext cx="29134" cy="332649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" name="Straight Connector 31">
                  <a:extLst>
                    <a:ext uri="{FF2B5EF4-FFF2-40B4-BE49-F238E27FC236}">
                      <a16:creationId xmlns:a16="http://schemas.microsoft.com/office/drawing/2014/main" id="{47A8330C-C872-AA73-0F2A-522E3D3BF7B3}"/>
                    </a:ext>
                  </a:extLst>
                </p:cNvPr>
                <p:cNvCxnSpPr>
                  <a:cxnSpLocks/>
                  <a:stCxn id="29" idx="5"/>
                  <a:endCxn id="41" idx="1"/>
                </p:cNvCxnSpPr>
                <p:nvPr/>
              </p:nvCxnSpPr>
              <p:spPr>
                <a:xfrm>
                  <a:off x="9814087" y="2589813"/>
                  <a:ext cx="375378" cy="193918"/>
                </a:xfrm>
                <a:prstGeom prst="line">
                  <a:avLst/>
                </a:prstGeom>
                <a:ln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" name="Straight Connector 32">
                  <a:extLst>
                    <a:ext uri="{FF2B5EF4-FFF2-40B4-BE49-F238E27FC236}">
                      <a16:creationId xmlns:a16="http://schemas.microsoft.com/office/drawing/2014/main" id="{083E6BEF-1EC9-9C0A-0DF9-1DE6A35FCD92}"/>
                    </a:ext>
                  </a:extLst>
                </p:cNvPr>
                <p:cNvCxnSpPr>
                  <a:cxnSpLocks/>
                  <a:stCxn id="27" idx="3"/>
                  <a:endCxn id="42" idx="0"/>
                </p:cNvCxnSpPr>
                <p:nvPr/>
              </p:nvCxnSpPr>
              <p:spPr>
                <a:xfrm flipH="1">
                  <a:off x="8198937" y="3054361"/>
                  <a:ext cx="11892" cy="319212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" name="Straight Connector 33">
                  <a:extLst>
                    <a:ext uri="{FF2B5EF4-FFF2-40B4-BE49-F238E27FC236}">
                      <a16:creationId xmlns:a16="http://schemas.microsoft.com/office/drawing/2014/main" id="{67CAFCCE-AC7E-8E56-CD2C-0257FE3DF859}"/>
                    </a:ext>
                  </a:extLst>
                </p:cNvPr>
                <p:cNvCxnSpPr>
                  <a:cxnSpLocks/>
                  <a:stCxn id="28" idx="5"/>
                  <a:endCxn id="42" idx="2"/>
                </p:cNvCxnSpPr>
                <p:nvPr/>
              </p:nvCxnSpPr>
              <p:spPr>
                <a:xfrm>
                  <a:off x="7570291" y="3429585"/>
                  <a:ext cx="361946" cy="210688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</p:spTree>
    <p:extLst>
      <p:ext uri="{BB962C8B-B14F-4D97-AF65-F5344CB8AC3E}">
        <p14:creationId xmlns:p14="http://schemas.microsoft.com/office/powerpoint/2010/main" val="12963680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730564-1891-1EF3-3B1F-A64F4DA051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2552B9-E407-43C4-3EA3-44914D942D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he-IL" dirty="0"/>
              <a:t>תזכורת – איך כותבים פתרון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1FCF49-ADBC-3030-DB6A-FD215AF0C8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r" rtl="1"/>
            <a:endParaRPr lang="he-IL" b="1" dirty="0"/>
          </a:p>
          <a:p>
            <a:pPr algn="r" rtl="1"/>
            <a:endParaRPr lang="he-IL" b="1" dirty="0"/>
          </a:p>
          <a:p>
            <a:pPr algn="r" rtl="1"/>
            <a:r>
              <a:rPr lang="he-IL" b="1" dirty="0"/>
              <a:t>בכל בעיה נציג שלושה חלקים:</a:t>
            </a:r>
            <a:endParaRPr lang="he-IL" dirty="0"/>
          </a:p>
          <a:p>
            <a:pPr marL="658368" lvl="1" indent="-457200" algn="r" rtl="1">
              <a:buClrTx/>
              <a:buFont typeface="+mj-lt"/>
              <a:buAutoNum type="arabicPeriod"/>
            </a:pPr>
            <a:r>
              <a:rPr lang="he-IL" sz="2000" dirty="0">
                <a:solidFill>
                  <a:srgbClr val="00B050"/>
                </a:solidFill>
              </a:rPr>
              <a:t>תיאור האלגוריתם – תיאור מילולי או </a:t>
            </a:r>
            <a:r>
              <a:rPr lang="he-IL" sz="2000" dirty="0" err="1">
                <a:solidFill>
                  <a:srgbClr val="00B050"/>
                </a:solidFill>
              </a:rPr>
              <a:t>פסאודו</a:t>
            </a:r>
            <a:r>
              <a:rPr lang="he-IL" sz="2000" dirty="0">
                <a:solidFill>
                  <a:srgbClr val="00B050"/>
                </a:solidFill>
              </a:rPr>
              <a:t>-קוד.</a:t>
            </a:r>
          </a:p>
          <a:p>
            <a:pPr marL="658368" lvl="1" indent="-457200" algn="r" rtl="1">
              <a:buClrTx/>
              <a:buFont typeface="+mj-lt"/>
              <a:buAutoNum type="arabicPeriod"/>
            </a:pPr>
            <a:r>
              <a:rPr lang="he-IL" sz="2000" dirty="0"/>
              <a:t>הוכחת נכונות – הוכחה שהאלגוריתם אכן פותר את הבעיה.</a:t>
            </a:r>
          </a:p>
          <a:p>
            <a:pPr marL="658368" lvl="1" indent="-457200" algn="r" rtl="1">
              <a:buClrTx/>
              <a:buFont typeface="+mj-lt"/>
              <a:buAutoNum type="arabicPeriod"/>
            </a:pPr>
            <a:r>
              <a:rPr lang="he-IL" sz="2000" dirty="0"/>
              <a:t>ניתוח זמן ריצה – פרטי המימוש וניתוח היעילות של האלגוריתם.</a:t>
            </a:r>
            <a:endParaRPr lang="he-IL" sz="300" b="1" dirty="0"/>
          </a:p>
          <a:p>
            <a:endParaRPr lang="LID4096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91E3C8-A96B-2C26-AE01-C032CA44CE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CC58C-811C-4523-B5AA-C7D18045F4BB}" type="datetime9">
              <a:rPr lang="he-IL" smtClean="0"/>
              <a:t>16 אוקטובר, 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D50581-633F-87AA-0727-69D0188CE1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תרגול 1 - מבוא ורדוקציות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D66B75-F065-1A49-0D92-942AB115E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110583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7BB672-FA45-9955-8BF8-00A39FF325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700A73-5E28-661E-ACB6-F5672FADC5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he-IL" dirty="0"/>
              <a:t>תזכורת – איך כותבים פתרון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9ECCA8-95CA-FC9F-D4A4-5846981F39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r" rtl="1"/>
            <a:endParaRPr lang="he-IL" b="1" dirty="0"/>
          </a:p>
          <a:p>
            <a:pPr algn="r" rtl="1"/>
            <a:endParaRPr lang="he-IL" b="1" dirty="0"/>
          </a:p>
          <a:p>
            <a:pPr algn="r" rtl="1"/>
            <a:r>
              <a:rPr lang="he-IL" b="1" dirty="0"/>
              <a:t>בכל בעיה נציג שלושה חלקים:</a:t>
            </a:r>
            <a:endParaRPr lang="he-IL" dirty="0"/>
          </a:p>
          <a:p>
            <a:pPr marL="658368" lvl="1" indent="-457200" algn="r" rtl="1">
              <a:buClrTx/>
              <a:buFont typeface="+mj-lt"/>
              <a:buAutoNum type="arabicPeriod"/>
            </a:pPr>
            <a:r>
              <a:rPr lang="he-IL" sz="2000" dirty="0">
                <a:solidFill>
                  <a:srgbClr val="00B050"/>
                </a:solidFill>
              </a:rPr>
              <a:t>תיאור האלגוריתם – תיאור מילולי או פסאודו-קוד.</a:t>
            </a:r>
          </a:p>
          <a:p>
            <a:pPr marL="658368" lvl="1" indent="-457200" algn="r" rtl="1">
              <a:buClrTx/>
              <a:buFont typeface="+mj-lt"/>
              <a:buAutoNum type="arabicPeriod"/>
            </a:pPr>
            <a:r>
              <a:rPr lang="he-IL" sz="2000" dirty="0">
                <a:solidFill>
                  <a:srgbClr val="0070C0"/>
                </a:solidFill>
              </a:rPr>
              <a:t>הוכחת נכונות – הוכחה שהאלגוריתם אכן פותר את הבעיה.</a:t>
            </a:r>
          </a:p>
          <a:p>
            <a:pPr marL="658368" lvl="1" indent="-457200" algn="r" rtl="1">
              <a:buClrTx/>
              <a:buFont typeface="+mj-lt"/>
              <a:buAutoNum type="arabicPeriod"/>
            </a:pPr>
            <a:r>
              <a:rPr lang="he-IL" sz="2000" dirty="0"/>
              <a:t>ניתוח זמן ריצה – פרטי המימוש וניתוח היעילות של האלגוריתם.</a:t>
            </a:r>
            <a:endParaRPr lang="he-IL" sz="300" b="1" dirty="0"/>
          </a:p>
          <a:p>
            <a:endParaRPr lang="LID4096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773BFE-EA1B-7678-12F0-637BAC9688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AD47FA-EFD9-4E09-AA9A-970ED8B3F330}" type="datetime9">
              <a:rPr lang="he-IL" smtClean="0"/>
              <a:t>16 אוקטובר, 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618495-C1D2-99D0-2B6C-F3C2435C87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תרגול 1 - מבוא ורדוקציות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B81E42-F6FE-0C9D-3CA0-B7B17C3E83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50972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DBEC9D-65B9-0DAA-2808-73F76F1A12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37C6945A-9D6D-DD3C-411F-D4FB76526D9F}"/>
              </a:ext>
            </a:extLst>
          </p:cNvPr>
          <p:cNvSpPr/>
          <p:nvPr/>
        </p:nvSpPr>
        <p:spPr>
          <a:xfrm>
            <a:off x="4718449" y="3664596"/>
            <a:ext cx="6437231" cy="649000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D2EBE6-545B-503E-A31C-0319298111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he-IL" dirty="0"/>
              <a:t>הוכחת נכונות – הגדרת טענות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C4B7F28-E367-D56A-EFC4-0A39550D281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algn="r" rtl="1"/>
                <a:r>
                  <a:rPr lang="he-IL" b="1" dirty="0"/>
                  <a:t>תזכורת: איך נראה שהאלגוריתם נכון?</a:t>
                </a:r>
              </a:p>
              <a:p>
                <a:pPr algn="r" rtl="1">
                  <a:spcAft>
                    <a:spcPts val="600"/>
                  </a:spcAft>
                </a:pPr>
                <a:r>
                  <a:rPr lang="he-IL" dirty="0"/>
                  <a:t>נראה שפלט האלגוריתם הוא למעשה הפלט הנכון לבעיית </a:t>
                </a:r>
                <a:r>
                  <a:rPr lang="en-US" dirty="0"/>
                  <a:t>SP</a:t>
                </a:r>
                <a:r>
                  <a:rPr lang="he-IL" dirty="0"/>
                  <a:t>.</a:t>
                </a:r>
                <a:endParaRPr lang="he-IL" sz="100" b="1" dirty="0"/>
              </a:p>
              <a:p>
                <a:pPr algn="r" rtl="1">
                  <a:spcBef>
                    <a:spcPts val="600"/>
                  </a:spcBef>
                  <a:spcAft>
                    <a:spcPts val="1800"/>
                  </a:spcAft>
                </a:pPr>
                <a:r>
                  <a:rPr lang="he-IL" b="1" dirty="0"/>
                  <a:t>פורמלית:</a:t>
                </a:r>
                <a:r>
                  <a:rPr lang="he-IL" dirty="0"/>
                  <a:t> נראה שעבור מופע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he-IL" dirty="0"/>
                  <a:t> לבעיה </a:t>
                </a:r>
                <a:r>
                  <a:rPr lang="en-US" dirty="0"/>
                  <a:t>SP</a:t>
                </a:r>
                <a:r>
                  <a:rPr lang="he-IL" dirty="0"/>
                  <a:t>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</m:d>
                  </m:oMath>
                </a14:m>
                <a:r>
                  <a:rPr lang="he-IL" dirty="0"/>
                  <a:t> הוא פתרון </a:t>
                </a:r>
                <a:br>
                  <a:rPr lang="en-US" dirty="0"/>
                </a:br>
                <a:r>
                  <a:rPr lang="he-IL" dirty="0"/>
                  <a:t>	     נכון למופע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he-IL" dirty="0"/>
                  <a:t>.</a:t>
                </a:r>
              </a:p>
              <a:p>
                <a:pPr algn="r" rtl="1"/>
                <a:r>
                  <a:rPr lang="he-IL" b="1" dirty="0"/>
                  <a:t>טענה ראשית: </a:t>
                </a:r>
                <a:r>
                  <a:rPr lang="he-IL" dirty="0"/>
                  <a:t>לכל קודקוד </a:t>
                </a:r>
                <a14:m>
                  <m:oMath xmlns:m="http://schemas.openxmlformats.org/officeDocument/2006/math">
                    <m:r>
                      <a:rPr lang="he-IL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he-IL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he-IL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he-IL" dirty="0"/>
                  <a:t>, אורך מסלול קצר ביותר מ-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he-IL" dirty="0"/>
                  <a:t> </a:t>
                </a:r>
                <a:br>
                  <a:rPr lang="en-US" dirty="0"/>
                </a:br>
                <a:r>
                  <a:rPr lang="he-IL" dirty="0"/>
                  <a:t>ל-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he-IL" dirty="0"/>
                  <a:t> ב-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he-IL" dirty="0"/>
                  <a:t> שווה למחצית אורך מסלול זוגי קצר ביותר מ-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he-IL" dirty="0"/>
                  <a:t> ל-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he-IL" dirty="0"/>
                  <a:t> ב-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he-IL" dirty="0"/>
                  <a:t>.</a:t>
                </a:r>
              </a:p>
              <a:p>
                <a:pPr algn="r" rtl="1"/>
                <a:endParaRPr lang="he-IL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C4B7F28-E367-D56A-EFC4-0A39550D281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1515" r="-1576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CBD81D-8F6E-3E15-8086-A739B5774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30BF2-4B1E-45F9-AB00-2C1C9B56A832}" type="datetime9">
              <a:rPr lang="he-IL" smtClean="0"/>
              <a:t>16 אוקטובר, 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F553186-FCEC-3BEE-EB5C-A538C39D78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48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A1B8B2-840B-F166-98BD-3BEE73C93D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תרגול 1 - מבוא ורדוקציות</a:t>
            </a:r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1E57E9A-D5A1-1CCE-39EF-96CBC3B11F78}"/>
              </a:ext>
            </a:extLst>
          </p:cNvPr>
          <p:cNvGrpSpPr/>
          <p:nvPr/>
        </p:nvGrpSpPr>
        <p:grpSpPr>
          <a:xfrm>
            <a:off x="489787" y="1835265"/>
            <a:ext cx="3161758" cy="1612354"/>
            <a:chOff x="2455126" y="3645711"/>
            <a:chExt cx="3161758" cy="1612354"/>
          </a:xfrm>
        </p:grpSpPr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32DFD6F5-55CF-BF1C-33FA-708F03D980A4}"/>
                </a:ext>
              </a:extLst>
            </p:cNvPr>
            <p:cNvGrpSpPr/>
            <p:nvPr/>
          </p:nvGrpSpPr>
          <p:grpSpPr>
            <a:xfrm>
              <a:off x="2455126" y="3645711"/>
              <a:ext cx="3161758" cy="1612354"/>
              <a:chOff x="2793604" y="3636186"/>
              <a:chExt cx="3161758" cy="1612354"/>
            </a:xfrm>
          </p:grpSpPr>
          <p:grpSp>
            <p:nvGrpSpPr>
              <p:cNvPr id="68" name="Group 67">
                <a:extLst>
                  <a:ext uri="{FF2B5EF4-FFF2-40B4-BE49-F238E27FC236}">
                    <a16:creationId xmlns:a16="http://schemas.microsoft.com/office/drawing/2014/main" id="{1D7C9BE6-7ED7-A610-DC2B-F7C74C9D7E2A}"/>
                  </a:ext>
                </a:extLst>
              </p:cNvPr>
              <p:cNvGrpSpPr/>
              <p:nvPr/>
            </p:nvGrpSpPr>
            <p:grpSpPr>
              <a:xfrm>
                <a:off x="2793604" y="3636186"/>
                <a:ext cx="3161758" cy="1612354"/>
                <a:chOff x="2860279" y="3421911"/>
                <a:chExt cx="3161758" cy="1612354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70" name="Oval 69">
                      <a:extLst>
                        <a:ext uri="{FF2B5EF4-FFF2-40B4-BE49-F238E27FC236}">
                          <a16:creationId xmlns:a16="http://schemas.microsoft.com/office/drawing/2014/main" id="{AEF03A5C-4840-FEBF-0FD6-F75F3DAE6BC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860279" y="3955311"/>
                      <a:ext cx="533400" cy="533400"/>
                    </a:xfrm>
                    <a:prstGeom prst="ellipse">
                      <a:avLst/>
                    </a:prstGeom>
                    <a:noFill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oMath>
                        </m:oMathPara>
                      </a14:m>
                      <a:endParaRPr lang="en-IL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12" name="Oval 11">
                      <a:extLst>
                        <a:ext uri="{FF2B5EF4-FFF2-40B4-BE49-F238E27FC236}">
                          <a16:creationId xmlns:a16="http://schemas.microsoft.com/office/drawing/2014/main" id="{FEF74ED4-B8FE-4D8F-A512-15434C44340A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860279" y="3955311"/>
                      <a:ext cx="533400" cy="533400"/>
                    </a:xfrm>
                    <a:prstGeom prst="ellipse">
                      <a:avLst/>
                    </a:prstGeom>
                    <a:blipFill>
                      <a:blip r:embed="rId3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IL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71" name="Oval 70">
                      <a:extLst>
                        <a:ext uri="{FF2B5EF4-FFF2-40B4-BE49-F238E27FC236}">
                          <a16:creationId xmlns:a16="http://schemas.microsoft.com/office/drawing/2014/main" id="{57CBA684-F252-4D4C-035F-64858046030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181741" y="3421911"/>
                      <a:ext cx="537179" cy="533400"/>
                    </a:xfrm>
                    <a:prstGeom prst="ellipse">
                      <a:avLst/>
                    </a:prstGeom>
                    <a:noFill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oMath>
                        </m:oMathPara>
                      </a14:m>
                      <a:endParaRPr lang="en-IL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13" name="Oval 12">
                      <a:extLst>
                        <a:ext uri="{FF2B5EF4-FFF2-40B4-BE49-F238E27FC236}">
                          <a16:creationId xmlns:a16="http://schemas.microsoft.com/office/drawing/2014/main" id="{E65626BB-ACDD-4230-AFD5-8B79112FF6D4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181741" y="3421911"/>
                      <a:ext cx="537179" cy="533400"/>
                    </a:xfrm>
                    <a:prstGeom prst="ellipse">
                      <a:avLst/>
                    </a:prstGeom>
                    <a:blipFill>
                      <a:blip r:embed="rId4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IL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72" name="Oval 71">
                      <a:extLst>
                        <a:ext uri="{FF2B5EF4-FFF2-40B4-BE49-F238E27FC236}">
                          <a16:creationId xmlns:a16="http://schemas.microsoft.com/office/drawing/2014/main" id="{94209511-E469-F544-DCD4-D824143F4D6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488637" y="3967465"/>
                      <a:ext cx="533400" cy="533400"/>
                    </a:xfrm>
                    <a:prstGeom prst="ellipse">
                      <a:avLst/>
                    </a:prstGeom>
                    <a:noFill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>
                            <m:r>
                              <a:rPr lang="en-US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oMath>
                        </m:oMathPara>
                      </a14:m>
                      <a:endParaRPr lang="en-IL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14" name="Oval 13">
                      <a:extLst>
                        <a:ext uri="{FF2B5EF4-FFF2-40B4-BE49-F238E27FC236}">
                          <a16:creationId xmlns:a16="http://schemas.microsoft.com/office/drawing/2014/main" id="{49A600B8-630C-4E82-A6EC-BA78E2C64F01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488637" y="3967465"/>
                      <a:ext cx="533400" cy="533400"/>
                    </a:xfrm>
                    <a:prstGeom prst="ellipse">
                      <a:avLst/>
                    </a:prstGeom>
                    <a:blipFill>
                      <a:blip r:embed="rId5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IL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73" name="Oval 72">
                      <a:extLst>
                        <a:ext uri="{FF2B5EF4-FFF2-40B4-BE49-F238E27FC236}">
                          <a16:creationId xmlns:a16="http://schemas.microsoft.com/office/drawing/2014/main" id="{E172A1AA-5873-0531-B706-392F3C33CA6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672871" y="4500865"/>
                      <a:ext cx="533400" cy="533400"/>
                    </a:xfrm>
                    <a:prstGeom prst="ellipse">
                      <a:avLst/>
                    </a:prstGeom>
                    <a:noFill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oMath>
                        </m:oMathPara>
                      </a14:m>
                      <a:endParaRPr lang="en-IL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15" name="Oval 14">
                      <a:extLst>
                        <a:ext uri="{FF2B5EF4-FFF2-40B4-BE49-F238E27FC236}">
                          <a16:creationId xmlns:a16="http://schemas.microsoft.com/office/drawing/2014/main" id="{FE929BEA-1389-4FE8-A1C2-1021804738B4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672871" y="4500865"/>
                      <a:ext cx="533400" cy="533400"/>
                    </a:xfrm>
                    <a:prstGeom prst="ellipse">
                      <a:avLst/>
                    </a:prstGeom>
                    <a:blipFill>
                      <a:blip r:embed="rId6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IL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74" name="Oval 73">
                      <a:extLst>
                        <a:ext uri="{FF2B5EF4-FFF2-40B4-BE49-F238E27FC236}">
                          <a16:creationId xmlns:a16="http://schemas.microsoft.com/office/drawing/2014/main" id="{B1E38888-EEDE-045B-F6B4-9CC68A4DFEF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694392" y="4500865"/>
                      <a:ext cx="533400" cy="533400"/>
                    </a:xfrm>
                    <a:prstGeom prst="ellipse">
                      <a:avLst/>
                    </a:prstGeom>
                    <a:noFill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oMath>
                        </m:oMathPara>
                      </a14:m>
                      <a:endParaRPr lang="en-IL" dirty="0"/>
                    </a:p>
                  </p:txBody>
                </p:sp>
              </mc:Choice>
              <mc:Fallback xmlns="">
                <p:sp>
                  <p:nvSpPr>
                    <p:cNvPr id="16" name="Oval 15">
                      <a:extLst>
                        <a:ext uri="{FF2B5EF4-FFF2-40B4-BE49-F238E27FC236}">
                          <a16:creationId xmlns:a16="http://schemas.microsoft.com/office/drawing/2014/main" id="{EB72B54D-27A4-4983-8388-A13F93AA6DCF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694392" y="4500865"/>
                      <a:ext cx="533400" cy="533400"/>
                    </a:xfrm>
                    <a:prstGeom prst="ellipse">
                      <a:avLst/>
                    </a:prstGeom>
                    <a:blipFill>
                      <a:blip r:embed="rId7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IL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75" name="Straight Connector 74">
                  <a:extLst>
                    <a:ext uri="{FF2B5EF4-FFF2-40B4-BE49-F238E27FC236}">
                      <a16:creationId xmlns:a16="http://schemas.microsoft.com/office/drawing/2014/main" id="{182B366E-0FD2-E1B8-ECB9-7F8197DC225C}"/>
                    </a:ext>
                  </a:extLst>
                </p:cNvPr>
                <p:cNvCxnSpPr>
                  <a:stCxn id="70" idx="5"/>
                  <a:endCxn id="73" idx="2"/>
                </p:cNvCxnSpPr>
                <p:nvPr/>
              </p:nvCxnSpPr>
              <p:spPr>
                <a:xfrm>
                  <a:off x="3315564" y="4410596"/>
                  <a:ext cx="357307" cy="356969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6" name="Straight Connector 75">
                  <a:extLst>
                    <a:ext uri="{FF2B5EF4-FFF2-40B4-BE49-F238E27FC236}">
                      <a16:creationId xmlns:a16="http://schemas.microsoft.com/office/drawing/2014/main" id="{0B79077D-4C36-CB9C-3E66-E1D79182059B}"/>
                    </a:ext>
                  </a:extLst>
                </p:cNvPr>
                <p:cNvCxnSpPr>
                  <a:cxnSpLocks/>
                  <a:stCxn id="73" idx="6"/>
                  <a:endCxn id="74" idx="2"/>
                </p:cNvCxnSpPr>
                <p:nvPr/>
              </p:nvCxnSpPr>
              <p:spPr>
                <a:xfrm>
                  <a:off x="4206271" y="4767565"/>
                  <a:ext cx="488121" cy="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7" name="Straight Connector 76">
                  <a:extLst>
                    <a:ext uri="{FF2B5EF4-FFF2-40B4-BE49-F238E27FC236}">
                      <a16:creationId xmlns:a16="http://schemas.microsoft.com/office/drawing/2014/main" id="{CC952C66-1A22-7073-5A3B-6BFF7A1F063A}"/>
                    </a:ext>
                  </a:extLst>
                </p:cNvPr>
                <p:cNvCxnSpPr>
                  <a:cxnSpLocks/>
                  <a:stCxn id="71" idx="6"/>
                  <a:endCxn id="72" idx="2"/>
                </p:cNvCxnSpPr>
                <p:nvPr/>
              </p:nvCxnSpPr>
              <p:spPr>
                <a:xfrm>
                  <a:off x="4718920" y="3688611"/>
                  <a:ext cx="769717" cy="545554"/>
                </a:xfrm>
                <a:prstGeom prst="line">
                  <a:avLst/>
                </a:prstGeom>
                <a:ln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69" name="Straight Connector 68">
                <a:extLst>
                  <a:ext uri="{FF2B5EF4-FFF2-40B4-BE49-F238E27FC236}">
                    <a16:creationId xmlns:a16="http://schemas.microsoft.com/office/drawing/2014/main" id="{1A295791-F5EE-79E7-7205-1B6457CD2EA7}"/>
                  </a:ext>
                </a:extLst>
              </p:cNvPr>
              <p:cNvCxnSpPr>
                <a:stCxn id="73" idx="0"/>
                <a:endCxn id="71" idx="3"/>
              </p:cNvCxnSpPr>
              <p:nvPr/>
            </p:nvCxnSpPr>
            <p:spPr>
              <a:xfrm flipV="1">
                <a:off x="3872896" y="4091471"/>
                <a:ext cx="320838" cy="623669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85517A85-EE16-1474-A1B7-A5C8C4266695}"/>
                </a:ext>
              </a:extLst>
            </p:cNvPr>
            <p:cNvCxnSpPr>
              <a:cxnSpLocks/>
              <a:stCxn id="71" idx="5"/>
              <a:endCxn id="74" idx="0"/>
            </p:cNvCxnSpPr>
            <p:nvPr/>
          </p:nvCxnSpPr>
          <p:spPr>
            <a:xfrm>
              <a:off x="4235099" y="4100996"/>
              <a:ext cx="320840" cy="623669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8" name="Arrow: Right 77">
            <a:extLst>
              <a:ext uri="{FF2B5EF4-FFF2-40B4-BE49-F238E27FC236}">
                <a16:creationId xmlns:a16="http://schemas.microsoft.com/office/drawing/2014/main" id="{FA435561-7A07-751C-0C2A-6A8004F5A8B5}"/>
              </a:ext>
            </a:extLst>
          </p:cNvPr>
          <p:cNvSpPr/>
          <p:nvPr/>
        </p:nvSpPr>
        <p:spPr>
          <a:xfrm rot="5400000">
            <a:off x="1752603" y="3702429"/>
            <a:ext cx="654470" cy="515295"/>
          </a:xfrm>
          <a:prstGeom prst="rightArrow">
            <a:avLst>
              <a:gd name="adj1" fmla="val 33684"/>
              <a:gd name="adj2" fmla="val 64278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grpSp>
        <p:nvGrpSpPr>
          <p:cNvPr id="79" name="Group 78">
            <a:extLst>
              <a:ext uri="{FF2B5EF4-FFF2-40B4-BE49-F238E27FC236}">
                <a16:creationId xmlns:a16="http://schemas.microsoft.com/office/drawing/2014/main" id="{26CF31F8-DEB0-FAA5-A57C-9E155BF8F0C1}"/>
              </a:ext>
            </a:extLst>
          </p:cNvPr>
          <p:cNvGrpSpPr/>
          <p:nvPr/>
        </p:nvGrpSpPr>
        <p:grpSpPr>
          <a:xfrm>
            <a:off x="225557" y="4461736"/>
            <a:ext cx="3708562" cy="1750425"/>
            <a:chOff x="6949124" y="1922829"/>
            <a:chExt cx="3708562" cy="1750425"/>
          </a:xfrm>
        </p:grpSpPr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DC77758B-BF56-F842-11B6-1122931BF232}"/>
                </a:ext>
              </a:extLst>
            </p:cNvPr>
            <p:cNvCxnSpPr>
              <a:cxnSpLocks/>
              <a:stCxn id="82" idx="6"/>
              <a:endCxn id="101" idx="2"/>
            </p:cNvCxnSpPr>
            <p:nvPr/>
          </p:nvCxnSpPr>
          <p:spPr>
            <a:xfrm flipV="1">
              <a:off x="9011973" y="3406553"/>
              <a:ext cx="260284" cy="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1" name="Group 80">
              <a:extLst>
                <a:ext uri="{FF2B5EF4-FFF2-40B4-BE49-F238E27FC236}">
                  <a16:creationId xmlns:a16="http://schemas.microsoft.com/office/drawing/2014/main" id="{581153C1-CF54-2477-DFCC-D4A977DB212A}"/>
                </a:ext>
              </a:extLst>
            </p:cNvPr>
            <p:cNvGrpSpPr/>
            <p:nvPr/>
          </p:nvGrpSpPr>
          <p:grpSpPr>
            <a:xfrm>
              <a:off x="6949124" y="1922829"/>
              <a:ext cx="3708562" cy="1750425"/>
              <a:chOff x="6917435" y="2189528"/>
              <a:chExt cx="3708562" cy="1750425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2" name="Oval 81">
                    <a:extLst>
                      <a:ext uri="{FF2B5EF4-FFF2-40B4-BE49-F238E27FC236}">
                        <a16:creationId xmlns:a16="http://schemas.microsoft.com/office/drawing/2014/main" id="{9A48FED7-CC16-9CAB-651F-576F48DB07EF}"/>
                      </a:ext>
                    </a:extLst>
                  </p:cNvPr>
                  <p:cNvSpPr/>
                  <p:nvPr/>
                </p:nvSpPr>
                <p:spPr>
                  <a:xfrm>
                    <a:off x="8621701" y="3493961"/>
                    <a:ext cx="358583" cy="358583"/>
                  </a:xfrm>
                  <a:prstGeom prst="ellipse">
                    <a:avLst/>
                  </a:prstGeom>
                  <a:noFill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>
                          <m:acc>
                            <m:accPr>
                              <m:chr m:val="̅"/>
                              <m:ctrl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𝑥𝑧</m:t>
                              </m:r>
                            </m:e>
                          </m:acc>
                        </m:oMath>
                      </m:oMathPara>
                    </a14:m>
                    <a:endParaRPr lang="en-IL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49" name="Oval 48">
                    <a:extLst>
                      <a:ext uri="{FF2B5EF4-FFF2-40B4-BE49-F238E27FC236}">
                        <a16:creationId xmlns:a16="http://schemas.microsoft.com/office/drawing/2014/main" id="{941CF888-205B-423F-985F-3BFEBDF16A91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621701" y="3493961"/>
                    <a:ext cx="358583" cy="358583"/>
                  </a:xfrm>
                  <a:prstGeom prst="ellipse">
                    <a:avLst/>
                  </a:prstGeom>
                  <a:blipFill>
                    <a:blip r:embed="rId8"/>
                    <a:stretch>
                      <a:fillRect l="-6557"/>
                    </a:stretch>
                  </a:blipFill>
                </p:spPr>
                <p:txBody>
                  <a:bodyPr/>
                  <a:lstStyle/>
                  <a:p>
                    <a:r>
                      <a:rPr lang="he-IL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83" name="Group 82">
                <a:extLst>
                  <a:ext uri="{FF2B5EF4-FFF2-40B4-BE49-F238E27FC236}">
                    <a16:creationId xmlns:a16="http://schemas.microsoft.com/office/drawing/2014/main" id="{A98284A2-C77C-0C1D-6347-F1D89F60C6DF}"/>
                  </a:ext>
                </a:extLst>
              </p:cNvPr>
              <p:cNvGrpSpPr/>
              <p:nvPr/>
            </p:nvGrpSpPr>
            <p:grpSpPr>
              <a:xfrm>
                <a:off x="6917435" y="2189528"/>
                <a:ext cx="3708562" cy="1750425"/>
                <a:chOff x="6936188" y="2156548"/>
                <a:chExt cx="3708562" cy="1750425"/>
              </a:xfrm>
            </p:grpSpPr>
            <p:grpSp>
              <p:nvGrpSpPr>
                <p:cNvPr id="84" name="Group 83">
                  <a:extLst>
                    <a:ext uri="{FF2B5EF4-FFF2-40B4-BE49-F238E27FC236}">
                      <a16:creationId xmlns:a16="http://schemas.microsoft.com/office/drawing/2014/main" id="{BF3B7016-866A-8248-B611-9F2D9A170309}"/>
                    </a:ext>
                  </a:extLst>
                </p:cNvPr>
                <p:cNvGrpSpPr/>
                <p:nvPr/>
              </p:nvGrpSpPr>
              <p:grpSpPr>
                <a:xfrm>
                  <a:off x="6936188" y="2156548"/>
                  <a:ext cx="3708562" cy="1750425"/>
                  <a:chOff x="2180374" y="3596257"/>
                  <a:chExt cx="3708562" cy="1750425"/>
                </a:xfrm>
              </p:grpSpPr>
              <p:grpSp>
                <p:nvGrpSpPr>
                  <p:cNvPr id="93" name="Group 92">
                    <a:extLst>
                      <a:ext uri="{FF2B5EF4-FFF2-40B4-BE49-F238E27FC236}">
                        <a16:creationId xmlns:a16="http://schemas.microsoft.com/office/drawing/2014/main" id="{5788FEF5-E218-CC04-88EE-974C7FA46EC7}"/>
                      </a:ext>
                    </a:extLst>
                  </p:cNvPr>
                  <p:cNvGrpSpPr/>
                  <p:nvPr/>
                </p:nvGrpSpPr>
                <p:grpSpPr>
                  <a:xfrm>
                    <a:off x="2180374" y="3596257"/>
                    <a:ext cx="3708562" cy="1750425"/>
                    <a:chOff x="2518852" y="3586732"/>
                    <a:chExt cx="3708562" cy="1750425"/>
                  </a:xfrm>
                </p:grpSpPr>
                <p:grpSp>
                  <p:nvGrpSpPr>
                    <p:cNvPr id="95" name="Group 94">
                      <a:extLst>
                        <a:ext uri="{FF2B5EF4-FFF2-40B4-BE49-F238E27FC236}">
                          <a16:creationId xmlns:a16="http://schemas.microsoft.com/office/drawing/2014/main" id="{176DFDA0-C481-E3E3-3299-046B996C62CC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518852" y="3586732"/>
                      <a:ext cx="3708562" cy="1750425"/>
                      <a:chOff x="2585527" y="3372457"/>
                      <a:chExt cx="3708562" cy="1750425"/>
                    </a:xfrm>
                  </p:grpSpPr>
                  <mc:AlternateContent xmlns:mc="http://schemas.openxmlformats.org/markup-compatibility/2006" xmlns:a14="http://schemas.microsoft.com/office/drawing/2010/main">
                    <mc:Choice Requires="a14">
                      <p:sp>
                        <p:nvSpPr>
                          <p:cNvPr id="97" name="Oval 96">
                            <a:extLst>
                              <a:ext uri="{FF2B5EF4-FFF2-40B4-BE49-F238E27FC236}">
                                <a16:creationId xmlns:a16="http://schemas.microsoft.com/office/drawing/2014/main" id="{453D26FA-4684-3B48-28A7-B541C5ABA3EF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2585527" y="3596949"/>
                            <a:ext cx="533400" cy="533400"/>
                          </a:xfrm>
                          <a:prstGeom prst="ellipse">
                            <a:avLst/>
                          </a:prstGeom>
                          <a:noFill/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14:m>
                              <m:oMathPara xmlns:m="http://schemas.openxmlformats.org/officeDocument/2006/math">
                                <m:oMath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oMath>
                              </m:oMathPara>
                            </a14:m>
                            <a:endParaRPr lang="en-IL" dirty="0">
                              <a:solidFill>
                                <a:schemeClr val="tx1"/>
                              </a:solidFill>
                            </a:endParaRPr>
                          </a:p>
                        </p:txBody>
                      </p:sp>
                    </mc:Choice>
                    <mc:Fallback xmlns="">
                      <p:sp>
                        <p:nvSpPr>
                          <p:cNvPr id="26" name="Oval 25">
                            <a:extLst>
                              <a:ext uri="{FF2B5EF4-FFF2-40B4-BE49-F238E27FC236}">
                                <a16:creationId xmlns:a16="http://schemas.microsoft.com/office/drawing/2014/main" id="{ACC42863-A838-4A93-A22C-CBC8ADC6618E}"/>
                              </a:ext>
                            </a:extLst>
                          </p:cNvPr>
                          <p:cNvSpPr>
                            <a:spLocks noRot="1" noChangeAspect="1" noMove="1" noResize="1" noEditPoints="1" noAdjustHandles="1" noChangeArrowheads="1" noChangeShapeType="1" noTextEdit="1"/>
                          </p:cNvSpPr>
                          <p:nvPr/>
                        </p:nvSpPr>
                        <p:spPr>
                          <a:xfrm>
                            <a:off x="2585527" y="3596949"/>
                            <a:ext cx="533400" cy="533400"/>
                          </a:xfrm>
                          <a:prstGeom prst="ellipse">
                            <a:avLst/>
                          </a:prstGeom>
                          <a:blipFill>
                            <a:blip r:embed="rId9"/>
                            <a:stretch>
                              <a:fillRect/>
                            </a:stretch>
                          </a:blipFill>
                        </p:spPr>
                        <p:txBody>
                          <a:bodyPr/>
                          <a:lstStyle/>
                          <a:p>
                            <a:r>
                              <a:rPr lang="he-IL">
                                <a:noFill/>
                              </a:rPr>
                              <a:t> </a:t>
                            </a:r>
                          </a:p>
                        </p:txBody>
                      </p:sp>
                    </mc:Fallback>
                  </mc:AlternateContent>
                  <mc:AlternateContent xmlns:mc="http://schemas.openxmlformats.org/markup-compatibility/2006" xmlns:a14="http://schemas.microsoft.com/office/drawing/2010/main">
                    <mc:Choice Requires="a14">
                      <p:sp>
                        <p:nvSpPr>
                          <p:cNvPr id="98" name="Oval 97">
                            <a:extLst>
                              <a:ext uri="{FF2B5EF4-FFF2-40B4-BE49-F238E27FC236}">
                                <a16:creationId xmlns:a16="http://schemas.microsoft.com/office/drawing/2014/main" id="{06B2BA85-3483-EDA3-E80D-13ECA66C845E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4198553" y="3372457"/>
                            <a:ext cx="537179" cy="533400"/>
                          </a:xfrm>
                          <a:prstGeom prst="ellipse">
                            <a:avLst/>
                          </a:prstGeom>
                          <a:noFill/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14:m>
                              <m:oMathPara xmlns:m="http://schemas.openxmlformats.org/officeDocument/2006/math">
                                <m:oMath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oMath>
                              </m:oMathPara>
                            </a14:m>
                            <a:endParaRPr lang="en-IL" dirty="0">
                              <a:solidFill>
                                <a:schemeClr val="tx1"/>
                              </a:solidFill>
                            </a:endParaRPr>
                          </a:p>
                        </p:txBody>
                      </p:sp>
                    </mc:Choice>
                    <mc:Fallback xmlns="">
                      <p:sp>
                        <p:nvSpPr>
                          <p:cNvPr id="27" name="Oval 26">
                            <a:extLst>
                              <a:ext uri="{FF2B5EF4-FFF2-40B4-BE49-F238E27FC236}">
                                <a16:creationId xmlns:a16="http://schemas.microsoft.com/office/drawing/2014/main" id="{B232E8DD-5352-4D9B-8873-7144B8E63F45}"/>
                              </a:ext>
                            </a:extLst>
                          </p:cNvPr>
                          <p:cNvSpPr>
                            <a:spLocks noRot="1" noChangeAspect="1" noMove="1" noResize="1" noEditPoints="1" noAdjustHandles="1" noChangeArrowheads="1" noChangeShapeType="1" noTextEdit="1"/>
                          </p:cNvSpPr>
                          <p:nvPr/>
                        </p:nvSpPr>
                        <p:spPr>
                          <a:xfrm>
                            <a:off x="4198553" y="3372457"/>
                            <a:ext cx="537179" cy="533400"/>
                          </a:xfrm>
                          <a:prstGeom prst="ellipse">
                            <a:avLst/>
                          </a:prstGeom>
                          <a:blipFill>
                            <a:blip r:embed="rId10"/>
                            <a:stretch>
                              <a:fillRect/>
                            </a:stretch>
                          </a:blipFill>
                        </p:spPr>
                        <p:txBody>
                          <a:bodyPr/>
                          <a:lstStyle/>
                          <a:p>
                            <a:r>
                              <a:rPr lang="he-IL">
                                <a:noFill/>
                              </a:rPr>
                              <a:t> </a:t>
                            </a:r>
                          </a:p>
                        </p:txBody>
                      </p:sp>
                    </mc:Fallback>
                  </mc:AlternateContent>
                  <mc:AlternateContent xmlns:mc="http://schemas.openxmlformats.org/markup-compatibility/2006" xmlns:a14="http://schemas.microsoft.com/office/drawing/2010/main">
                    <mc:Choice Requires="a14">
                      <p:sp>
                        <p:nvSpPr>
                          <p:cNvPr id="99" name="Oval 98">
                            <a:extLst>
                              <a:ext uri="{FF2B5EF4-FFF2-40B4-BE49-F238E27FC236}">
                                <a16:creationId xmlns:a16="http://schemas.microsoft.com/office/drawing/2014/main" id="{16EF0F66-27E0-BD55-BB8F-92C0EB28139C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760689" y="3921525"/>
                            <a:ext cx="533400" cy="533400"/>
                          </a:xfrm>
                          <a:prstGeom prst="ellipse">
                            <a:avLst/>
                          </a:prstGeom>
                          <a:noFill/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14:m>
                              <m:oMathPara xmlns:m="http://schemas.openxmlformats.org/officeDocument/2006/math">
                                <m:oMath>
                                  <m:r>
                                    <a:rPr lang="en-US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oMath>
                              </m:oMathPara>
                            </a14:m>
                            <a:endParaRPr lang="en-IL" dirty="0">
                              <a:solidFill>
                                <a:schemeClr val="tx1"/>
                              </a:solidFill>
                            </a:endParaRPr>
                          </a:p>
                        </p:txBody>
                      </p:sp>
                    </mc:Choice>
                    <mc:Fallback xmlns="">
                      <p:sp>
                        <p:nvSpPr>
                          <p:cNvPr id="28" name="Oval 27">
                            <a:extLst>
                              <a:ext uri="{FF2B5EF4-FFF2-40B4-BE49-F238E27FC236}">
                                <a16:creationId xmlns:a16="http://schemas.microsoft.com/office/drawing/2014/main" id="{8900CB3D-7DE5-4AFF-BC26-B96BC23B80CA}"/>
                              </a:ext>
                            </a:extLst>
                          </p:cNvPr>
                          <p:cNvSpPr>
                            <a:spLocks noRot="1" noChangeAspect="1" noMove="1" noResize="1" noEditPoints="1" noAdjustHandles="1" noChangeArrowheads="1" noChangeShapeType="1" noTextEdit="1"/>
                          </p:cNvSpPr>
                          <p:nvPr/>
                        </p:nvSpPr>
                        <p:spPr>
                          <a:xfrm>
                            <a:off x="5760689" y="3921525"/>
                            <a:ext cx="533400" cy="533400"/>
                          </a:xfrm>
                          <a:prstGeom prst="ellipse">
                            <a:avLst/>
                          </a:prstGeom>
                          <a:blipFill>
                            <a:blip r:embed="rId11"/>
                            <a:stretch>
                              <a:fillRect/>
                            </a:stretch>
                          </a:blipFill>
                        </p:spPr>
                        <p:txBody>
                          <a:bodyPr/>
                          <a:lstStyle/>
                          <a:p>
                            <a:r>
                              <a:rPr lang="he-IL">
                                <a:noFill/>
                              </a:rPr>
                              <a:t> </a:t>
                            </a:r>
                          </a:p>
                        </p:txBody>
                      </p:sp>
                    </mc:Fallback>
                  </mc:AlternateContent>
                  <mc:AlternateContent xmlns:mc="http://schemas.openxmlformats.org/markup-compatibility/2006" xmlns:a14="http://schemas.microsoft.com/office/drawing/2010/main">
                    <mc:Choice Requires="a14">
                      <p:sp>
                        <p:nvSpPr>
                          <p:cNvPr id="100" name="Oval 99">
                            <a:extLst>
                              <a:ext uri="{FF2B5EF4-FFF2-40B4-BE49-F238E27FC236}">
                                <a16:creationId xmlns:a16="http://schemas.microsoft.com/office/drawing/2014/main" id="{7C646CD6-2756-E070-64CB-6BB193E2E33C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3581576" y="4589482"/>
                            <a:ext cx="533400" cy="533400"/>
                          </a:xfrm>
                          <a:prstGeom prst="ellipse">
                            <a:avLst/>
                          </a:prstGeom>
                          <a:noFill/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14:m>
                              <m:oMathPara xmlns:m="http://schemas.openxmlformats.org/officeDocument/2006/math">
                                <m:oMath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oMath>
                              </m:oMathPara>
                            </a14:m>
                            <a:endParaRPr lang="en-IL" dirty="0">
                              <a:solidFill>
                                <a:schemeClr val="tx1"/>
                              </a:solidFill>
                            </a:endParaRPr>
                          </a:p>
                        </p:txBody>
                      </p:sp>
                    </mc:Choice>
                    <mc:Fallback xmlns="">
                      <p:sp>
                        <p:nvSpPr>
                          <p:cNvPr id="29" name="Oval 28">
                            <a:extLst>
                              <a:ext uri="{FF2B5EF4-FFF2-40B4-BE49-F238E27FC236}">
                                <a16:creationId xmlns:a16="http://schemas.microsoft.com/office/drawing/2014/main" id="{3F600205-073A-4381-A058-F2CC5028BCDA}"/>
                              </a:ext>
                            </a:extLst>
                          </p:cNvPr>
                          <p:cNvSpPr>
                            <a:spLocks noRot="1" noChangeAspect="1" noMove="1" noResize="1" noEditPoints="1" noAdjustHandles="1" noChangeArrowheads="1" noChangeShapeType="1" noTextEdit="1"/>
                          </p:cNvSpPr>
                          <p:nvPr/>
                        </p:nvSpPr>
                        <p:spPr>
                          <a:xfrm>
                            <a:off x="3581576" y="4589482"/>
                            <a:ext cx="533400" cy="533400"/>
                          </a:xfrm>
                          <a:prstGeom prst="ellipse">
                            <a:avLst/>
                          </a:prstGeom>
                          <a:blipFill>
                            <a:blip r:embed="rId12"/>
                            <a:stretch>
                              <a:fillRect/>
                            </a:stretch>
                          </a:blipFill>
                        </p:spPr>
                        <p:txBody>
                          <a:bodyPr/>
                          <a:lstStyle/>
                          <a:p>
                            <a:r>
                              <a:rPr lang="he-IL">
                                <a:noFill/>
                              </a:rPr>
                              <a:t> </a:t>
                            </a:r>
                          </a:p>
                        </p:txBody>
                      </p:sp>
                    </mc:Fallback>
                  </mc:AlternateContent>
                  <mc:AlternateContent xmlns:mc="http://schemas.openxmlformats.org/markup-compatibility/2006" xmlns:a14="http://schemas.microsoft.com/office/drawing/2010/main">
                    <mc:Choice Requires="a14">
                      <p:sp>
                        <p:nvSpPr>
                          <p:cNvPr id="101" name="Oval 100">
                            <a:extLst>
                              <a:ext uri="{FF2B5EF4-FFF2-40B4-BE49-F238E27FC236}">
                                <a16:creationId xmlns:a16="http://schemas.microsoft.com/office/drawing/2014/main" id="{00F1A010-CF95-E514-667E-B0C2B8BFC730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4908660" y="4589481"/>
                            <a:ext cx="533400" cy="533400"/>
                          </a:xfrm>
                          <a:prstGeom prst="ellipse">
                            <a:avLst/>
                          </a:prstGeom>
                          <a:noFill/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14:m>
                              <m:oMathPara xmlns:m="http://schemas.openxmlformats.org/officeDocument/2006/math">
                                <m:oMath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oMath>
                              </m:oMathPara>
                            </a14:m>
                            <a:endParaRPr lang="en-IL" dirty="0"/>
                          </a:p>
                        </p:txBody>
                      </p:sp>
                    </mc:Choice>
                    <mc:Fallback xmlns="">
                      <p:sp>
                        <p:nvSpPr>
                          <p:cNvPr id="30" name="Oval 29">
                            <a:extLst>
                              <a:ext uri="{FF2B5EF4-FFF2-40B4-BE49-F238E27FC236}">
                                <a16:creationId xmlns:a16="http://schemas.microsoft.com/office/drawing/2014/main" id="{C5E59A46-B05F-4921-895A-4514CBE08F85}"/>
                              </a:ext>
                            </a:extLst>
                          </p:cNvPr>
                          <p:cNvSpPr>
                            <a:spLocks noRot="1" noChangeAspect="1" noMove="1" noResize="1" noEditPoints="1" noAdjustHandles="1" noChangeArrowheads="1" noChangeShapeType="1" noTextEdit="1"/>
                          </p:cNvSpPr>
                          <p:nvPr/>
                        </p:nvSpPr>
                        <p:spPr>
                          <a:xfrm>
                            <a:off x="4908660" y="4589481"/>
                            <a:ext cx="533400" cy="533400"/>
                          </a:xfrm>
                          <a:prstGeom prst="ellipse">
                            <a:avLst/>
                          </a:prstGeom>
                          <a:blipFill>
                            <a:blip r:embed="rId13"/>
                            <a:stretch>
                              <a:fillRect/>
                            </a:stretch>
                          </a:blipFill>
                        </p:spPr>
                        <p:txBody>
                          <a:bodyPr/>
                          <a:lstStyle/>
                          <a:p>
                            <a:r>
                              <a:rPr lang="he-IL">
                                <a:noFill/>
                              </a:rPr>
                              <a:t> </a:t>
                            </a:r>
                          </a:p>
                        </p:txBody>
                      </p:sp>
                    </mc:Fallback>
                  </mc:AlternateContent>
                  <p:cxnSp>
                    <p:nvCxnSpPr>
                      <p:cNvPr id="102" name="Straight Connector 101">
                        <a:extLst>
                          <a:ext uri="{FF2B5EF4-FFF2-40B4-BE49-F238E27FC236}">
                            <a16:creationId xmlns:a16="http://schemas.microsoft.com/office/drawing/2014/main" id="{97B11722-6DE3-8875-5CC8-EC6766E0B511}"/>
                          </a:ext>
                        </a:extLst>
                      </p:cNvPr>
                      <p:cNvCxnSpPr>
                        <a:cxnSpLocks/>
                        <a:stCxn id="97" idx="4"/>
                        <a:endCxn id="86" idx="1"/>
                      </p:cNvCxnSpPr>
                      <p:nvPr/>
                    </p:nvCxnSpPr>
                    <p:spPr>
                      <a:xfrm>
                        <a:off x="2852227" y="4130349"/>
                        <a:ext cx="113846" cy="261588"/>
                      </a:xfrm>
                      <a:prstGeom prst="line">
                        <a:avLst/>
                      </a:prstGeom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03" name="Straight Connector 102">
                        <a:extLst>
                          <a:ext uri="{FF2B5EF4-FFF2-40B4-BE49-F238E27FC236}">
                            <a16:creationId xmlns:a16="http://schemas.microsoft.com/office/drawing/2014/main" id="{FDE4281A-3DA1-4F51-80D1-A381816EFC89}"/>
                          </a:ext>
                        </a:extLst>
                      </p:cNvPr>
                      <p:cNvCxnSpPr>
                        <a:cxnSpLocks/>
                        <a:stCxn id="100" idx="6"/>
                        <a:endCxn id="82" idx="2"/>
                      </p:cNvCxnSpPr>
                      <p:nvPr/>
                    </p:nvCxnSpPr>
                    <p:spPr>
                      <a:xfrm>
                        <a:off x="4114976" y="4856182"/>
                        <a:ext cx="174817" cy="0"/>
                      </a:xfrm>
                      <a:prstGeom prst="line">
                        <a:avLst/>
                      </a:prstGeom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04" name="Straight Connector 103">
                        <a:extLst>
                          <a:ext uri="{FF2B5EF4-FFF2-40B4-BE49-F238E27FC236}">
                            <a16:creationId xmlns:a16="http://schemas.microsoft.com/office/drawing/2014/main" id="{F51BE002-A15F-0F57-4C84-FD2A5D1D6256}"/>
                          </a:ext>
                        </a:extLst>
                      </p:cNvPr>
                      <p:cNvCxnSpPr>
                        <a:cxnSpLocks/>
                        <a:stCxn id="98" idx="6"/>
                        <a:endCxn id="87" idx="2"/>
                      </p:cNvCxnSpPr>
                      <p:nvPr/>
                    </p:nvCxnSpPr>
                    <p:spPr>
                      <a:xfrm>
                        <a:off x="4735732" y="3639157"/>
                        <a:ext cx="421624" cy="39787"/>
                      </a:xfrm>
                      <a:prstGeom prst="line">
                        <a:avLst/>
                      </a:prstGeom>
                      <a:ln/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cxnSp>
                  <p:nvCxnSpPr>
                    <p:cNvPr id="96" name="Straight Connector 95">
                      <a:extLst>
                        <a:ext uri="{FF2B5EF4-FFF2-40B4-BE49-F238E27FC236}">
                          <a16:creationId xmlns:a16="http://schemas.microsoft.com/office/drawing/2014/main" id="{EC262DE9-5088-2122-AF3B-70CAC9E6E3DC}"/>
                        </a:ext>
                      </a:extLst>
                    </p:cNvPr>
                    <p:cNvCxnSpPr>
                      <a:cxnSpLocks/>
                      <a:stCxn id="85" idx="7"/>
                      <a:endCxn id="98" idx="3"/>
                    </p:cNvCxnSpPr>
                    <p:nvPr/>
                  </p:nvCxnSpPr>
                  <p:spPr>
                    <a:xfrm flipV="1">
                      <a:off x="4047050" y="4042017"/>
                      <a:ext cx="163496" cy="188971"/>
                    </a:xfrm>
                    <a:prstGeom prst="line">
                      <a:avLst/>
                    </a:prstGeom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cxnSp>
                <p:nvCxnSpPr>
                  <p:cNvPr id="94" name="Straight Connector 93">
                    <a:extLst>
                      <a:ext uri="{FF2B5EF4-FFF2-40B4-BE49-F238E27FC236}">
                        <a16:creationId xmlns:a16="http://schemas.microsoft.com/office/drawing/2014/main" id="{D4AAA523-AA4C-B2B5-F8FD-02781BDD01E6}"/>
                      </a:ext>
                    </a:extLst>
                  </p:cNvPr>
                  <p:cNvCxnSpPr>
                    <a:cxnSpLocks/>
                    <a:stCxn id="98" idx="5"/>
                    <a:endCxn id="88" idx="1"/>
                  </p:cNvCxnSpPr>
                  <p:nvPr/>
                </p:nvCxnSpPr>
                <p:spPr>
                  <a:xfrm>
                    <a:off x="4251911" y="4051542"/>
                    <a:ext cx="235605" cy="175533"/>
                  </a:xfrm>
                  <a:prstGeom prst="line">
                    <a:avLst/>
                  </a:prstGeom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85" name="Oval 84">
                      <a:extLst>
                        <a:ext uri="{FF2B5EF4-FFF2-40B4-BE49-F238E27FC236}">
                          <a16:creationId xmlns:a16="http://schemas.microsoft.com/office/drawing/2014/main" id="{3357BDCA-A7C0-7B11-31B6-57F50B5CEAB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158316" y="2748291"/>
                      <a:ext cx="358583" cy="358583"/>
                    </a:xfrm>
                    <a:prstGeom prst="ellipse">
                      <a:avLst/>
                    </a:prstGeom>
                    <a:noFill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>
                            <m:acc>
                              <m:accPr>
                                <m:chr m:val="̅"/>
                                <m:ctrlP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𝑥𝑦</m:t>
                                </m:r>
                              </m:e>
                            </m:acc>
                          </m:oMath>
                        </m:oMathPara>
                      </a14:m>
                      <a:endParaRPr lang="en-IL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39" name="Oval 38">
                      <a:extLst>
                        <a:ext uri="{FF2B5EF4-FFF2-40B4-BE49-F238E27FC236}">
                          <a16:creationId xmlns:a16="http://schemas.microsoft.com/office/drawing/2014/main" id="{D5378FD0-378C-42C1-9D40-A89510DA39A7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8158316" y="2748291"/>
                      <a:ext cx="358583" cy="358583"/>
                    </a:xfrm>
                    <a:prstGeom prst="ellipse">
                      <a:avLst/>
                    </a:prstGeom>
                    <a:blipFill>
                      <a:blip r:embed="rId14"/>
                      <a:stretch>
                        <a:fillRect l="-12903" b="-4839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he-IL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86" name="Oval 85">
                      <a:extLst>
                        <a:ext uri="{FF2B5EF4-FFF2-40B4-BE49-F238E27FC236}">
                          <a16:creationId xmlns:a16="http://schemas.microsoft.com/office/drawing/2014/main" id="{93C6C6D3-BF6E-AFE8-2B46-CF63F49B128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264221" y="3123515"/>
                      <a:ext cx="358583" cy="358583"/>
                    </a:xfrm>
                    <a:prstGeom prst="ellipse">
                      <a:avLst/>
                    </a:prstGeom>
                    <a:noFill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>
                            <m:acc>
                              <m:accPr>
                                <m:chr m:val="̅"/>
                                <m:ctrlP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𝑠𝑥</m:t>
                                </m:r>
                              </m:e>
                            </m:acc>
                          </m:oMath>
                        </m:oMathPara>
                      </a14:m>
                      <a:endParaRPr lang="en-IL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47" name="Oval 46">
                      <a:extLst>
                        <a:ext uri="{FF2B5EF4-FFF2-40B4-BE49-F238E27FC236}">
                          <a16:creationId xmlns:a16="http://schemas.microsoft.com/office/drawing/2014/main" id="{B0D2A0DB-5C30-4752-A673-7F8B947602F7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264221" y="3123515"/>
                      <a:ext cx="358583" cy="358583"/>
                    </a:xfrm>
                    <a:prstGeom prst="ellipse">
                      <a:avLst/>
                    </a:prstGeom>
                    <a:blipFill>
                      <a:blip r:embed="rId15"/>
                      <a:stretch>
                        <a:fillRect l="-4839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he-IL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87" name="Oval 86">
                      <a:extLst>
                        <a:ext uri="{FF2B5EF4-FFF2-40B4-BE49-F238E27FC236}">
                          <a16:creationId xmlns:a16="http://schemas.microsoft.com/office/drawing/2014/main" id="{C2B18A8D-AC83-54EE-8005-7E2DAA4A109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508017" y="2283743"/>
                      <a:ext cx="358583" cy="358583"/>
                    </a:xfrm>
                    <a:prstGeom prst="ellipse">
                      <a:avLst/>
                    </a:prstGeom>
                    <a:noFill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>
                            <m:acc>
                              <m:accPr>
                                <m:chr m:val="̅"/>
                                <m:ctrlP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𝑦𝑣</m:t>
                                </m:r>
                              </m:e>
                            </m:acc>
                          </m:oMath>
                        </m:oMathPara>
                      </a14:m>
                      <a:endParaRPr lang="en-IL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51" name="Oval 50">
                      <a:extLst>
                        <a:ext uri="{FF2B5EF4-FFF2-40B4-BE49-F238E27FC236}">
                          <a16:creationId xmlns:a16="http://schemas.microsoft.com/office/drawing/2014/main" id="{933C9454-9F0E-440D-AAE0-F5932BFCB026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9508017" y="2283743"/>
                      <a:ext cx="358583" cy="358583"/>
                    </a:xfrm>
                    <a:prstGeom prst="ellipse">
                      <a:avLst/>
                    </a:prstGeom>
                    <a:blipFill>
                      <a:blip r:embed="rId16"/>
                      <a:stretch>
                        <a:fillRect l="-14516" b="-6557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he-IL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88" name="Oval 87">
                      <a:extLst>
                        <a:ext uri="{FF2B5EF4-FFF2-40B4-BE49-F238E27FC236}">
                          <a16:creationId xmlns:a16="http://schemas.microsoft.com/office/drawing/2014/main" id="{D46002C3-AF30-34E9-05D4-39AB6B100EB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190817" y="2734853"/>
                      <a:ext cx="358583" cy="358583"/>
                    </a:xfrm>
                    <a:prstGeom prst="ellipse">
                      <a:avLst/>
                    </a:prstGeom>
                    <a:noFill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>
                            <m:acc>
                              <m:accPr>
                                <m:chr m:val="̅"/>
                                <m:ctrlP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𝑦𝑧</m:t>
                                </m:r>
                              </m:e>
                            </m:acc>
                          </m:oMath>
                        </m:oMathPara>
                      </a14:m>
                      <a:endParaRPr lang="en-IL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53" name="Oval 52">
                      <a:extLst>
                        <a:ext uri="{FF2B5EF4-FFF2-40B4-BE49-F238E27FC236}">
                          <a16:creationId xmlns:a16="http://schemas.microsoft.com/office/drawing/2014/main" id="{9FB0BF94-3EBC-472C-B223-57C188757D1D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9190817" y="2734853"/>
                      <a:ext cx="358583" cy="358583"/>
                    </a:xfrm>
                    <a:prstGeom prst="ellipse">
                      <a:avLst/>
                    </a:prstGeom>
                    <a:blipFill>
                      <a:blip r:embed="rId17"/>
                      <a:stretch>
                        <a:fillRect l="-12903" b="-6557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he-IL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89" name="Straight Connector 88">
                  <a:extLst>
                    <a:ext uri="{FF2B5EF4-FFF2-40B4-BE49-F238E27FC236}">
                      <a16:creationId xmlns:a16="http://schemas.microsoft.com/office/drawing/2014/main" id="{C38E0176-D63C-7574-AF55-19DB9DC3ED27}"/>
                    </a:ext>
                  </a:extLst>
                </p:cNvPr>
                <p:cNvCxnSpPr>
                  <a:cxnSpLocks/>
                  <a:stCxn id="88" idx="5"/>
                  <a:endCxn id="101" idx="0"/>
                </p:cNvCxnSpPr>
                <p:nvPr/>
              </p:nvCxnSpPr>
              <p:spPr>
                <a:xfrm>
                  <a:off x="9496887" y="3040923"/>
                  <a:ext cx="29134" cy="332649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0" name="Straight Connector 89">
                  <a:extLst>
                    <a:ext uri="{FF2B5EF4-FFF2-40B4-BE49-F238E27FC236}">
                      <a16:creationId xmlns:a16="http://schemas.microsoft.com/office/drawing/2014/main" id="{50DD6858-0FB3-A9CF-8FDC-489C170A6132}"/>
                    </a:ext>
                  </a:extLst>
                </p:cNvPr>
                <p:cNvCxnSpPr>
                  <a:cxnSpLocks/>
                  <a:stCxn id="87" idx="5"/>
                  <a:endCxn id="99" idx="1"/>
                </p:cNvCxnSpPr>
                <p:nvPr/>
              </p:nvCxnSpPr>
              <p:spPr>
                <a:xfrm>
                  <a:off x="9814087" y="2589813"/>
                  <a:ext cx="375378" cy="193918"/>
                </a:xfrm>
                <a:prstGeom prst="line">
                  <a:avLst/>
                </a:prstGeom>
                <a:ln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1" name="Straight Connector 90">
                  <a:extLst>
                    <a:ext uri="{FF2B5EF4-FFF2-40B4-BE49-F238E27FC236}">
                      <a16:creationId xmlns:a16="http://schemas.microsoft.com/office/drawing/2014/main" id="{05C64D3D-8F84-323B-FC26-C909B9C14DCF}"/>
                    </a:ext>
                  </a:extLst>
                </p:cNvPr>
                <p:cNvCxnSpPr>
                  <a:cxnSpLocks/>
                  <a:stCxn id="85" idx="3"/>
                  <a:endCxn id="100" idx="0"/>
                </p:cNvCxnSpPr>
                <p:nvPr/>
              </p:nvCxnSpPr>
              <p:spPr>
                <a:xfrm flipH="1">
                  <a:off x="8198937" y="3054361"/>
                  <a:ext cx="11892" cy="319212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2" name="Straight Connector 91">
                  <a:extLst>
                    <a:ext uri="{FF2B5EF4-FFF2-40B4-BE49-F238E27FC236}">
                      <a16:creationId xmlns:a16="http://schemas.microsoft.com/office/drawing/2014/main" id="{9341A717-3893-099D-893E-C5EC20B67481}"/>
                    </a:ext>
                  </a:extLst>
                </p:cNvPr>
                <p:cNvCxnSpPr>
                  <a:cxnSpLocks/>
                  <a:stCxn id="86" idx="5"/>
                  <a:endCxn id="100" idx="2"/>
                </p:cNvCxnSpPr>
                <p:nvPr/>
              </p:nvCxnSpPr>
              <p:spPr>
                <a:xfrm>
                  <a:off x="7570291" y="3429585"/>
                  <a:ext cx="361946" cy="210688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18110B67-BF94-230E-F923-563C799BF3E3}"/>
              </a:ext>
            </a:extLst>
          </p:cNvPr>
          <p:cNvGrpSpPr/>
          <p:nvPr/>
        </p:nvGrpSpPr>
        <p:grpSpPr>
          <a:xfrm>
            <a:off x="4256733" y="4906279"/>
            <a:ext cx="7583479" cy="1286641"/>
            <a:chOff x="4183159" y="4748627"/>
            <a:chExt cx="7583479" cy="1286641"/>
          </a:xfrm>
        </p:grpSpPr>
        <p:sp>
          <p:nvSpPr>
            <p:cNvPr id="106" name="Rectangle: Rounded Corners 105">
              <a:extLst>
                <a:ext uri="{FF2B5EF4-FFF2-40B4-BE49-F238E27FC236}">
                  <a16:creationId xmlns:a16="http://schemas.microsoft.com/office/drawing/2014/main" id="{E1EDC4A5-5CF8-651B-5E99-28B392B8C3D6}"/>
                </a:ext>
              </a:extLst>
            </p:cNvPr>
            <p:cNvSpPr/>
            <p:nvPr/>
          </p:nvSpPr>
          <p:spPr>
            <a:xfrm>
              <a:off x="4657489" y="4748627"/>
              <a:ext cx="6437231" cy="1286641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107" name="Straight Arrow Connector 106">
              <a:extLst>
                <a:ext uri="{FF2B5EF4-FFF2-40B4-BE49-F238E27FC236}">
                  <a16:creationId xmlns:a16="http://schemas.microsoft.com/office/drawing/2014/main" id="{95B7E9BB-9D68-F886-A1B0-9A9C9E3B64FC}"/>
                </a:ext>
              </a:extLst>
            </p:cNvPr>
            <p:cNvCxnSpPr>
              <a:cxnSpLocks/>
              <a:endCxn id="108" idx="1"/>
            </p:cNvCxnSpPr>
            <p:nvPr/>
          </p:nvCxnSpPr>
          <p:spPr>
            <a:xfrm flipV="1">
              <a:off x="4183159" y="5590235"/>
              <a:ext cx="756562" cy="17207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8" name="Rectangle: Rounded Corners 107">
                  <a:extLst>
                    <a:ext uri="{FF2B5EF4-FFF2-40B4-BE49-F238E27FC236}">
                      <a16:creationId xmlns:a16="http://schemas.microsoft.com/office/drawing/2014/main" id="{A247420D-EDDA-2D41-FFB7-7D5C523E3900}"/>
                    </a:ext>
                  </a:extLst>
                </p:cNvPr>
                <p:cNvSpPr/>
                <p:nvPr/>
              </p:nvSpPr>
              <p:spPr>
                <a:xfrm>
                  <a:off x="4939721" y="5229024"/>
                  <a:ext cx="987728" cy="722422"/>
                </a:xfrm>
                <a:prstGeom prst="roundRect">
                  <a:avLst/>
                </a:prstGeom>
                <a:solidFill>
                  <a:schemeClr val="accent3">
                    <a:lumMod val="20000"/>
                    <a:lumOff val="8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rtl="1"/>
                  <a:r>
                    <a:rPr lang="he-IL" dirty="0">
                      <a:solidFill>
                        <a:schemeClr val="tx1"/>
                      </a:solidFill>
                    </a:rPr>
                    <a:t>ממיר הקלט </a:t>
                  </a:r>
                  <a14:m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</m:oMath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108" name="Rectangle: Rounded Corners 107">
                  <a:extLst>
                    <a:ext uri="{FF2B5EF4-FFF2-40B4-BE49-F238E27FC236}">
                      <a16:creationId xmlns:a16="http://schemas.microsoft.com/office/drawing/2014/main" id="{A247420D-EDDA-2D41-FFB7-7D5C523E390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39721" y="5229024"/>
                  <a:ext cx="987728" cy="722422"/>
                </a:xfrm>
                <a:prstGeom prst="roundRect">
                  <a:avLst/>
                </a:prstGeom>
                <a:blipFill>
                  <a:blip r:embed="rId18"/>
                  <a:stretch>
                    <a:fillRect b="-4959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LID4096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9" name="Rectangle: Rounded Corners 108">
              <a:extLst>
                <a:ext uri="{FF2B5EF4-FFF2-40B4-BE49-F238E27FC236}">
                  <a16:creationId xmlns:a16="http://schemas.microsoft.com/office/drawing/2014/main" id="{F8E7D933-0C49-3EB9-CE54-67AEFACE87B7}"/>
                </a:ext>
              </a:extLst>
            </p:cNvPr>
            <p:cNvSpPr/>
            <p:nvPr/>
          </p:nvSpPr>
          <p:spPr>
            <a:xfrm>
              <a:off x="6715945" y="5229024"/>
              <a:ext cx="1979091" cy="722422"/>
            </a:xfrm>
            <a:prstGeom prst="round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1"/>
              <a:r>
                <a:rPr lang="he-IL" dirty="0">
                  <a:solidFill>
                    <a:schemeClr val="tx1"/>
                  </a:solidFill>
                </a:rPr>
                <a:t>אלגוריתם ל-</a:t>
              </a:r>
              <a:r>
                <a:rPr lang="en-US" dirty="0">
                  <a:solidFill>
                    <a:schemeClr val="tx1"/>
                  </a:solidFill>
                </a:rPr>
                <a:t>SEP</a:t>
              </a:r>
              <a:br>
                <a:rPr lang="en-US" b="0" dirty="0">
                  <a:solidFill>
                    <a:schemeClr val="tx1"/>
                  </a:solidFill>
                </a:rPr>
              </a:br>
              <a:r>
                <a:rPr lang="he-IL" sz="1200" dirty="0">
                  <a:solidFill>
                    <a:schemeClr val="tx1"/>
                  </a:solidFill>
                </a:rPr>
                <a:t>(קופסה שחורה)</a:t>
              </a:r>
              <a:endParaRPr lang="en-US" sz="1200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0" name="Rectangle: Rounded Corners 109">
                  <a:extLst>
                    <a:ext uri="{FF2B5EF4-FFF2-40B4-BE49-F238E27FC236}">
                      <a16:creationId xmlns:a16="http://schemas.microsoft.com/office/drawing/2014/main" id="{F1B9F2C6-E564-43F1-2C00-7118F0CF4828}"/>
                    </a:ext>
                  </a:extLst>
                </p:cNvPr>
                <p:cNvSpPr/>
                <p:nvPr/>
              </p:nvSpPr>
              <p:spPr>
                <a:xfrm>
                  <a:off x="9589898" y="5231180"/>
                  <a:ext cx="1036960" cy="722422"/>
                </a:xfrm>
                <a:prstGeom prst="roundRect">
                  <a:avLst/>
                </a:prstGeom>
                <a:solidFill>
                  <a:schemeClr val="accent3">
                    <a:lumMod val="20000"/>
                    <a:lumOff val="8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rtl="1"/>
                  <a:r>
                    <a:rPr lang="he-IL" dirty="0">
                      <a:solidFill>
                        <a:schemeClr val="tx1"/>
                      </a:solidFill>
                    </a:rPr>
                    <a:t>ממיר הפלט </a:t>
                  </a:r>
                  <a14:m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</m:oMath>
                  </a14:m>
                  <a:endParaRPr 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110" name="Rectangle: Rounded Corners 109">
                  <a:extLst>
                    <a:ext uri="{FF2B5EF4-FFF2-40B4-BE49-F238E27FC236}">
                      <a16:creationId xmlns:a16="http://schemas.microsoft.com/office/drawing/2014/main" id="{F1B9F2C6-E564-43F1-2C00-7118F0CF482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89898" y="5231180"/>
                  <a:ext cx="1036960" cy="722422"/>
                </a:xfrm>
                <a:prstGeom prst="roundRect">
                  <a:avLst/>
                </a:prstGeom>
                <a:blipFill>
                  <a:blip r:embed="rId19"/>
                  <a:stretch>
                    <a:fillRect b="-4918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LID4096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11" name="Straight Arrow Connector 110">
              <a:extLst>
                <a:ext uri="{FF2B5EF4-FFF2-40B4-BE49-F238E27FC236}">
                  <a16:creationId xmlns:a16="http://schemas.microsoft.com/office/drawing/2014/main" id="{E00A68FC-24F1-CE68-04D6-A68813CEE5D3}"/>
                </a:ext>
              </a:extLst>
            </p:cNvPr>
            <p:cNvCxnSpPr>
              <a:cxnSpLocks/>
              <a:stCxn id="110" idx="3"/>
            </p:cNvCxnSpPr>
            <p:nvPr/>
          </p:nvCxnSpPr>
          <p:spPr>
            <a:xfrm flipV="1">
              <a:off x="10626858" y="5589054"/>
              <a:ext cx="1139780" cy="3337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12" name="Straight Arrow Connector 111">
              <a:extLst>
                <a:ext uri="{FF2B5EF4-FFF2-40B4-BE49-F238E27FC236}">
                  <a16:creationId xmlns:a16="http://schemas.microsoft.com/office/drawing/2014/main" id="{6DCA2348-EB52-54CB-483C-2AB82BB96C72}"/>
                </a:ext>
              </a:extLst>
            </p:cNvPr>
            <p:cNvCxnSpPr>
              <a:cxnSpLocks/>
              <a:stCxn id="108" idx="3"/>
              <a:endCxn id="109" idx="1"/>
            </p:cNvCxnSpPr>
            <p:nvPr/>
          </p:nvCxnSpPr>
          <p:spPr>
            <a:xfrm>
              <a:off x="5927449" y="5590235"/>
              <a:ext cx="78849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13" name="Straight Arrow Connector 112">
              <a:extLst>
                <a:ext uri="{FF2B5EF4-FFF2-40B4-BE49-F238E27FC236}">
                  <a16:creationId xmlns:a16="http://schemas.microsoft.com/office/drawing/2014/main" id="{D9242BFD-733B-37CF-28A9-967E69433AC7}"/>
                </a:ext>
              </a:extLst>
            </p:cNvPr>
            <p:cNvCxnSpPr>
              <a:cxnSpLocks/>
              <a:stCxn id="109" idx="3"/>
              <a:endCxn id="110" idx="1"/>
            </p:cNvCxnSpPr>
            <p:nvPr/>
          </p:nvCxnSpPr>
          <p:spPr>
            <a:xfrm>
              <a:off x="8695036" y="5590235"/>
              <a:ext cx="894862" cy="2156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4" name="TextBox 113">
                  <a:extLst>
                    <a:ext uri="{FF2B5EF4-FFF2-40B4-BE49-F238E27FC236}">
                      <a16:creationId xmlns:a16="http://schemas.microsoft.com/office/drawing/2014/main" id="{6C7B6BD7-BA13-04BA-16DF-BBC5A7EA5E48}"/>
                    </a:ext>
                  </a:extLst>
                </p:cNvPr>
                <p:cNvSpPr txBox="1"/>
                <p:nvPr/>
              </p:nvSpPr>
              <p:spPr>
                <a:xfrm>
                  <a:off x="4183159" y="5238110"/>
                  <a:ext cx="36798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114" name="TextBox 113">
                  <a:extLst>
                    <a:ext uri="{FF2B5EF4-FFF2-40B4-BE49-F238E27FC236}">
                      <a16:creationId xmlns:a16="http://schemas.microsoft.com/office/drawing/2014/main" id="{6C7B6BD7-BA13-04BA-16DF-BBC5A7EA5E4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83159" y="5238110"/>
                  <a:ext cx="367986" cy="369332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LID4096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5" name="TextBox 114">
                  <a:extLst>
                    <a:ext uri="{FF2B5EF4-FFF2-40B4-BE49-F238E27FC236}">
                      <a16:creationId xmlns:a16="http://schemas.microsoft.com/office/drawing/2014/main" id="{AC7EAB83-BE41-82E0-CA64-29A141F9CFA7}"/>
                    </a:ext>
                  </a:extLst>
                </p:cNvPr>
                <p:cNvSpPr txBox="1"/>
                <p:nvPr/>
              </p:nvSpPr>
              <p:spPr>
                <a:xfrm>
                  <a:off x="5984888" y="5238110"/>
                  <a:ext cx="69717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i="1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115" name="TextBox 114">
                  <a:extLst>
                    <a:ext uri="{FF2B5EF4-FFF2-40B4-BE49-F238E27FC236}">
                      <a16:creationId xmlns:a16="http://schemas.microsoft.com/office/drawing/2014/main" id="{AC7EAB83-BE41-82E0-CA64-29A141F9CFA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84888" y="5238110"/>
                  <a:ext cx="697179" cy="369332"/>
                </a:xfrm>
                <a:prstGeom prst="rect">
                  <a:avLst/>
                </a:prstGeom>
                <a:blipFill>
                  <a:blip r:embed="rId21"/>
                  <a:stretch>
                    <a:fillRect b="-13115"/>
                  </a:stretch>
                </a:blipFill>
              </p:spPr>
              <p:txBody>
                <a:bodyPr/>
                <a:lstStyle/>
                <a:p>
                  <a:r>
                    <a:rPr lang="LID4096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6" name="TextBox 115">
                  <a:extLst>
                    <a:ext uri="{FF2B5EF4-FFF2-40B4-BE49-F238E27FC236}">
                      <a16:creationId xmlns:a16="http://schemas.microsoft.com/office/drawing/2014/main" id="{654D3D16-D02B-D7B9-B11B-FE036215DAC0}"/>
                    </a:ext>
                  </a:extLst>
                </p:cNvPr>
                <p:cNvSpPr txBox="1"/>
                <p:nvPr/>
              </p:nvSpPr>
              <p:spPr>
                <a:xfrm>
                  <a:off x="8939339" y="5238110"/>
                  <a:ext cx="37875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116" name="TextBox 115">
                  <a:extLst>
                    <a:ext uri="{FF2B5EF4-FFF2-40B4-BE49-F238E27FC236}">
                      <a16:creationId xmlns:a16="http://schemas.microsoft.com/office/drawing/2014/main" id="{654D3D16-D02B-D7B9-B11B-FE036215DAC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39339" y="5238110"/>
                  <a:ext cx="378758" cy="369332"/>
                </a:xfrm>
                <a:prstGeom prst="rect">
                  <a:avLst/>
                </a:prstGeom>
                <a:blipFill>
                  <a:blip r:embed="rId2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LID4096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7" name="TextBox 116">
                  <a:extLst>
                    <a:ext uri="{FF2B5EF4-FFF2-40B4-BE49-F238E27FC236}">
                      <a16:creationId xmlns:a16="http://schemas.microsoft.com/office/drawing/2014/main" id="{EBD3298C-75E2-233A-BDE4-0696050238AF}"/>
                    </a:ext>
                  </a:extLst>
                </p:cNvPr>
                <p:cNvSpPr txBox="1"/>
                <p:nvPr/>
              </p:nvSpPr>
              <p:spPr>
                <a:xfrm>
                  <a:off x="11051250" y="5219722"/>
                  <a:ext cx="71538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</m:d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117" name="TextBox 116">
                  <a:extLst>
                    <a:ext uri="{FF2B5EF4-FFF2-40B4-BE49-F238E27FC236}">
                      <a16:creationId xmlns:a16="http://schemas.microsoft.com/office/drawing/2014/main" id="{EBD3298C-75E2-233A-BDE4-0696050238A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051250" y="5219722"/>
                  <a:ext cx="715388" cy="369332"/>
                </a:xfrm>
                <a:prstGeom prst="rect">
                  <a:avLst/>
                </a:prstGeom>
                <a:blipFill>
                  <a:blip r:embed="rId23"/>
                  <a:stretch>
                    <a:fillRect b="-6557"/>
                  </a:stretch>
                </a:blipFill>
              </p:spPr>
              <p:txBody>
                <a:bodyPr/>
                <a:lstStyle/>
                <a:p>
                  <a:r>
                    <a:rPr lang="LID4096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8" name="Rectangle 117">
              <a:extLst>
                <a:ext uri="{FF2B5EF4-FFF2-40B4-BE49-F238E27FC236}">
                  <a16:creationId xmlns:a16="http://schemas.microsoft.com/office/drawing/2014/main" id="{AADC797B-47CB-EC2B-73FE-D4BD1D08FA0B}"/>
                </a:ext>
              </a:extLst>
            </p:cNvPr>
            <p:cNvSpPr/>
            <p:nvPr/>
          </p:nvSpPr>
          <p:spPr>
            <a:xfrm>
              <a:off x="4657490" y="4748627"/>
              <a:ext cx="6096000" cy="369332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marL="91440" indent="-91440" algn="ctr" rtl="1">
                <a:buClr>
                  <a:schemeClr val="accent1"/>
                </a:buClr>
                <a:buSzPct val="100000"/>
                <a:buFont typeface="Calibri" panose="020F0502020204030204" pitchFamily="34" charset="0"/>
                <a:buChar char=" "/>
              </a:pPr>
              <a:r>
                <a:rPr lang="he-IL" dirty="0"/>
                <a:t>אלגוריתם מבוסס רדוקציה ל-</a:t>
              </a:r>
              <a:r>
                <a:rPr lang="en-US" dirty="0"/>
                <a:t>SP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496259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 animBg="1"/>
      <p:bldP spid="4" grpId="0"/>
      <p:bldP spid="78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815211-8405-AE80-7662-BFC1A5B09A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Rectangle: Rounded Corners 81">
            <a:extLst>
              <a:ext uri="{FF2B5EF4-FFF2-40B4-BE49-F238E27FC236}">
                <a16:creationId xmlns:a16="http://schemas.microsoft.com/office/drawing/2014/main" id="{23937ACA-C7BF-E37A-CE53-983F408B062A}"/>
              </a:ext>
            </a:extLst>
          </p:cNvPr>
          <p:cNvSpPr/>
          <p:nvPr/>
        </p:nvSpPr>
        <p:spPr>
          <a:xfrm>
            <a:off x="5955809" y="5510985"/>
            <a:ext cx="5180207" cy="649000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A7E4665-6118-8FB0-A41D-AE803877CE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he-IL" dirty="0"/>
              <a:t>הוכחת נכונות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AC75BBE-99A4-147C-6879-BB470E5C580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12800" y="1845733"/>
                <a:ext cx="10342880" cy="4463061"/>
              </a:xfrm>
            </p:spPr>
            <p:txBody>
              <a:bodyPr>
                <a:normAutofit fontScale="92500" lnSpcReduction="10000"/>
              </a:bodyPr>
              <a:lstStyle/>
              <a:p>
                <a:pPr algn="r" rtl="1">
                  <a:spcAft>
                    <a:spcPts val="0"/>
                  </a:spcAft>
                </a:pPr>
                <a:r>
                  <a:rPr lang="he-IL" b="1" dirty="0"/>
                  <a:t>רעיון ההוכחה:</a:t>
                </a:r>
                <a:endParaRPr lang="he-IL" dirty="0"/>
              </a:p>
              <a:p>
                <a:pPr algn="r" rtl="1">
                  <a:spcBef>
                    <a:spcPts val="0"/>
                  </a:spcBef>
                  <a:spcAft>
                    <a:spcPts val="1800"/>
                  </a:spcAft>
                </a:pPr>
                <a:r>
                  <a:rPr lang="" dirty="0"/>
                  <a:t>נראה כי כל מסלול באורך </a:t>
                </a:r>
                <a14:m>
                  <m:oMath xmlns:m="http://schemas.openxmlformats.org/officeDocument/2006/math">
                    <m:r>
                      <a:rPr lang="LID4096" i="1"/>
                      <m:t>𝑚</m:t>
                    </m:r>
                  </m:oMath>
                </a14:m>
                <a:r>
                  <a:rPr lang="he-IL" dirty="0"/>
                  <a:t> </a:t>
                </a:r>
                <a:r>
                  <a:rPr lang="" dirty="0"/>
                  <a:t>בין </a:t>
                </a:r>
                <a14:m>
                  <m:oMath xmlns:m="http://schemas.openxmlformats.org/officeDocument/2006/math">
                    <m:r>
                      <a:rPr lang="LID4096" i="1"/>
                      <m:t>𝑠</m:t>
                    </m:r>
                  </m:oMath>
                </a14:m>
                <a:r>
                  <a:rPr lang="he-IL" dirty="0"/>
                  <a:t> </a:t>
                </a:r>
                <a:r>
                  <a:rPr lang="" dirty="0"/>
                  <a:t>ל</a:t>
                </a:r>
                <a:r>
                  <a:rPr lang="he-IL" dirty="0"/>
                  <a:t>-</a:t>
                </a:r>
                <a14:m>
                  <m:oMath xmlns:m="http://schemas.openxmlformats.org/officeDocument/2006/math">
                    <m:r>
                      <a:rPr lang="LID4096" i="1"/>
                      <m:t>𝑣</m:t>
                    </m:r>
                  </m:oMath>
                </a14:m>
                <a:r>
                  <a:rPr lang="" dirty="0"/>
                  <a:t> ב</a:t>
                </a:r>
                <a:r>
                  <a:rPr lang="he-IL" dirty="0"/>
                  <a:t>-</a:t>
                </a:r>
                <a14:m>
                  <m:oMath xmlns:m="http://schemas.openxmlformats.org/officeDocument/2006/math">
                    <m:r>
                      <a:rPr lang="LID4096" i="1"/>
                      <m:t>𝐺</m:t>
                    </m:r>
                  </m:oMath>
                </a14:m>
                <a:r>
                  <a:rPr lang="" dirty="0"/>
                  <a:t> מתאים למסלול </a:t>
                </a:r>
                <a:br>
                  <a:rPr lang="" dirty="0"/>
                </a:br>
                <a:r>
                  <a:rPr lang="" dirty="0"/>
                  <a:t>באורך </a:t>
                </a:r>
                <a14:m>
                  <m:oMath xmlns:m="http://schemas.openxmlformats.org/officeDocument/2006/math">
                    <m:r>
                      <a:rPr lang="LID4096"/>
                      <m:t>2</m:t>
                    </m:r>
                    <m:r>
                      <a:rPr lang="LID4096" i="1"/>
                      <m:t>𝑚</m:t>
                    </m:r>
                  </m:oMath>
                </a14:m>
                <a:r>
                  <a:rPr lang="he-IL" dirty="0"/>
                  <a:t> </a:t>
                </a:r>
                <a:r>
                  <a:rPr lang="" dirty="0"/>
                  <a:t>בין </a:t>
                </a:r>
                <a14:m>
                  <m:oMath xmlns:m="http://schemas.openxmlformats.org/officeDocument/2006/math">
                    <m:r>
                      <a:rPr lang="LID4096" i="1"/>
                      <m:t>𝑠</m:t>
                    </m:r>
                  </m:oMath>
                </a14:m>
                <a:r>
                  <a:rPr lang="he-IL" dirty="0"/>
                  <a:t> </a:t>
                </a:r>
                <a:r>
                  <a:rPr lang="" dirty="0"/>
                  <a:t>ל</a:t>
                </a:r>
                <a:r>
                  <a:rPr lang="he-IL" dirty="0"/>
                  <a:t>-</a:t>
                </a:r>
                <a14:m>
                  <m:oMath xmlns:m="http://schemas.openxmlformats.org/officeDocument/2006/math">
                    <m:r>
                      <a:rPr lang="LID4096" i="1"/>
                      <m:t>𝑣</m:t>
                    </m:r>
                  </m:oMath>
                </a14:m>
                <a:r>
                  <a:rPr lang="" dirty="0"/>
                  <a:t> ב</a:t>
                </a:r>
                <a:r>
                  <a:rPr lang="he-IL" dirty="0"/>
                  <a:t>-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" i="1" dirty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p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he-IL" dirty="0"/>
                  <a:t>. </a:t>
                </a:r>
              </a:p>
              <a:p>
                <a:pPr algn="r" rtl="1">
                  <a:spcAft>
                    <a:spcPts val="1800"/>
                  </a:spcAft>
                </a:pPr>
                <a:r>
                  <a:rPr lang="he-IL" b="1" dirty="0"/>
                  <a:t>האם זה מספיק להוכחה?</a:t>
                </a:r>
                <a:endParaRPr lang="he-IL" b="1" dirty="0">
                  <a:solidFill>
                    <a:srgbClr val="FF0000"/>
                  </a:solidFill>
                </a:endParaRPr>
              </a:p>
              <a:p>
                <a:pPr algn="r" rtl="1">
                  <a:spcAft>
                    <a:spcPts val="0"/>
                  </a:spcAft>
                </a:pPr>
                <a:r>
                  <a:rPr lang="he-IL" b="1" dirty="0"/>
                  <a:t>לא! נרצה גם להראות את הכיוון ההפוך:</a:t>
                </a:r>
              </a:p>
              <a:p>
                <a:pPr algn="r" rtl="1">
                  <a:spcBef>
                    <a:spcPts val="0"/>
                  </a:spcBef>
                </a:pPr>
                <a:r>
                  <a:rPr lang="" dirty="0"/>
                  <a:t>כל מסלול באורך </a:t>
                </a:r>
                <a14:m>
                  <m:oMath xmlns:m="http://schemas.openxmlformats.org/officeDocument/2006/math">
                    <m:r>
                      <a:rPr lang="LID4096"/>
                      <m:t>2</m:t>
                    </m:r>
                    <m:r>
                      <a:rPr lang="LID4096" i="1"/>
                      <m:t>𝑚</m:t>
                    </m:r>
                  </m:oMath>
                </a14:m>
                <a:r>
                  <a:rPr lang="he-IL" dirty="0"/>
                  <a:t> </a:t>
                </a:r>
                <a:r>
                  <a:rPr lang="" dirty="0"/>
                  <a:t>בין </a:t>
                </a:r>
                <a14:m>
                  <m:oMath xmlns:m="http://schemas.openxmlformats.org/officeDocument/2006/math">
                    <m:r>
                      <a:rPr lang="LID4096" i="1"/>
                      <m:t>𝑠</m:t>
                    </m:r>
                  </m:oMath>
                </a14:m>
                <a:r>
                  <a:rPr lang="he-IL" dirty="0"/>
                  <a:t> </a:t>
                </a:r>
                <a:r>
                  <a:rPr lang="" dirty="0"/>
                  <a:t>ל</a:t>
                </a:r>
                <a:r>
                  <a:rPr lang="he-IL" dirty="0"/>
                  <a:t>-</a:t>
                </a:r>
                <a14:m>
                  <m:oMath xmlns:m="http://schemas.openxmlformats.org/officeDocument/2006/math">
                    <m:r>
                      <a:rPr lang="LID4096" i="1"/>
                      <m:t>𝑣</m:t>
                    </m:r>
                  </m:oMath>
                </a14:m>
                <a:r>
                  <a:rPr lang="" dirty="0"/>
                  <a:t> ב</a:t>
                </a:r>
                <a:r>
                  <a:rPr lang="he-IL" dirty="0"/>
                  <a:t>-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LID4096" i="1"/>
                        </m:ctrlPr>
                      </m:sSupPr>
                      <m:e>
                        <m:r>
                          <a:rPr lang="LID4096" i="1"/>
                          <m:t>𝐺</m:t>
                        </m:r>
                      </m:e>
                      <m:sup>
                        <m:r>
                          <a:rPr lang="LID4096"/>
                          <m:t>′</m:t>
                        </m:r>
                      </m:sup>
                    </m:sSup>
                  </m:oMath>
                </a14:m>
                <a:r>
                  <a:rPr lang="" dirty="0"/>
                  <a:t> מתאים למסלול באורך </a:t>
                </a:r>
                <a14:m>
                  <m:oMath xmlns:m="http://schemas.openxmlformats.org/officeDocument/2006/math">
                    <m:r>
                      <a:rPr lang="LID4096" i="1"/>
                      <m:t>𝑚</m:t>
                    </m:r>
                  </m:oMath>
                </a14:m>
                <a:r>
                  <a:rPr lang="he-IL" dirty="0"/>
                  <a:t> </a:t>
                </a:r>
                <a:r>
                  <a:rPr lang="" dirty="0"/>
                  <a:t>בין </a:t>
                </a:r>
                <a14:m>
                  <m:oMath xmlns:m="http://schemas.openxmlformats.org/officeDocument/2006/math">
                    <m:r>
                      <a:rPr lang="LID4096" i="1"/>
                      <m:t>𝑠</m:t>
                    </m:r>
                  </m:oMath>
                </a14:m>
                <a:r>
                  <a:rPr lang="he-IL" dirty="0"/>
                  <a:t> </a:t>
                </a:r>
                <a:r>
                  <a:rPr lang="" dirty="0"/>
                  <a:t>ל</a:t>
                </a:r>
                <a:r>
                  <a:rPr lang="he-IL" dirty="0"/>
                  <a:t>-</a:t>
                </a:r>
                <a14:m>
                  <m:oMath xmlns:m="http://schemas.openxmlformats.org/officeDocument/2006/math">
                    <m:r>
                      <a:rPr lang="LID4096" i="1"/>
                      <m:t>𝑣</m:t>
                    </m:r>
                  </m:oMath>
                </a14:m>
                <a:r>
                  <a:rPr lang="" dirty="0"/>
                  <a:t> ב</a:t>
                </a:r>
                <a:r>
                  <a:rPr lang="he-IL" dirty="0"/>
                  <a:t>-</a:t>
                </a:r>
                <a14:m>
                  <m:oMath xmlns:m="http://schemas.openxmlformats.org/officeDocument/2006/math">
                    <m:r>
                      <a:rPr lang="LID4096" i="1"/>
                      <m:t>𝐺</m:t>
                    </m:r>
                  </m:oMath>
                </a14:m>
                <a:r>
                  <a:rPr lang="he-IL" dirty="0"/>
                  <a:t>.</a:t>
                </a:r>
                <a:endParaRPr lang="he-IL" b="1" dirty="0"/>
              </a:p>
              <a:p>
                <a:pPr algn="r" rtl="1">
                  <a:spcBef>
                    <a:spcPts val="2400"/>
                  </a:spcBef>
                </a:pPr>
                <a:r>
                  <a:rPr lang="he-IL" b="1" dirty="0"/>
                  <a:t>הכיוון ההפוך בכלל נכון?</a:t>
                </a:r>
              </a:p>
              <a:p>
                <a:pPr algn="r" rtl="1">
                  <a:spcBef>
                    <a:spcPts val="1800"/>
                  </a:spcBef>
                  <a:spcAft>
                    <a:spcPts val="1200"/>
                  </a:spcAft>
                </a:pPr>
                <a:r>
                  <a:rPr lang="he-IL" b="1" dirty="0"/>
                  <a:t>לא! </a:t>
                </a:r>
                <a:r>
                  <a:rPr lang="he-IL" dirty="0"/>
                  <a:t>יש מסלול באורך 2 מ-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he-IL" dirty="0"/>
                  <a:t> לעצמו בגרף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he-IL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he-IL" i="1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p>
                        <m:r>
                          <a:rPr lang="he-IL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he-IL" dirty="0"/>
                  <a:t>, בעוד שאין מסלול באורך 1</a:t>
                </a:r>
                <a:br>
                  <a:rPr lang="en-US" dirty="0"/>
                </a:br>
                <a:r>
                  <a:rPr lang="he-IL" dirty="0"/>
                  <a:t>מ-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he-IL" dirty="0"/>
                  <a:t> לעצמו בגרף </a:t>
                </a:r>
                <a14:m>
                  <m:oMath xmlns:m="http://schemas.openxmlformats.org/officeDocument/2006/math">
                    <m:r>
                      <a:rPr lang="he-IL" i="1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he-IL" dirty="0"/>
                  <a:t>.</a:t>
                </a:r>
                <a:endParaRPr lang="he-IL" b="1" dirty="0"/>
              </a:p>
              <a:p>
                <a:pPr algn="r" rtl="1"/>
                <a:r>
                  <a:rPr lang="he-IL" b="1" dirty="0"/>
                  <a:t>טענת עזר:</a:t>
                </a:r>
                <a:r>
                  <a:rPr lang="he-IL" dirty="0"/>
                  <a:t> קיים </a:t>
                </a:r>
                <a:r>
                  <a:rPr lang="he-IL" u="sng" dirty="0"/>
                  <a:t>מסלול </a:t>
                </a:r>
                <a:r>
                  <a:rPr lang="he-IL" b="1" u="sng" dirty="0"/>
                  <a:t>פשוט</a:t>
                </a:r>
                <a:r>
                  <a:rPr lang="he-IL" dirty="0"/>
                  <a:t> באורך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he-IL" dirty="0"/>
                  <a:t> בין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he-IL" dirty="0"/>
                  <a:t> ל-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he-IL" dirty="0"/>
                  <a:t> ב-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he-IL" dirty="0"/>
                  <a:t> </a:t>
                </a:r>
                <a:br>
                  <a:rPr lang="en-US" dirty="0"/>
                </a:br>
                <a:r>
                  <a:rPr lang="he-IL" dirty="0" err="1"/>
                  <a:t>אמ"מ</a:t>
                </a:r>
                <a:r>
                  <a:rPr lang="he-IL" dirty="0"/>
                  <a:t> קיים </a:t>
                </a:r>
                <a:r>
                  <a:rPr lang="he-IL" u="sng" dirty="0"/>
                  <a:t>מסלול </a:t>
                </a:r>
                <a:r>
                  <a:rPr lang="he-IL" b="1" u="sng" dirty="0"/>
                  <a:t>פשוט</a:t>
                </a:r>
                <a:r>
                  <a:rPr lang="he-IL" dirty="0"/>
                  <a:t> באורך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he-IL" dirty="0"/>
                  <a:t> בין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he-IL" dirty="0"/>
                  <a:t> ל-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he-IL" dirty="0"/>
                  <a:t> ב-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he-IL" dirty="0"/>
                  <a:t>.</a:t>
                </a:r>
              </a:p>
              <a:p>
                <a:pPr algn="r" rtl="1"/>
                <a:endParaRPr lang="he-IL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AC75BBE-99A4-147C-6879-BB470E5C580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12800" y="1845733"/>
                <a:ext cx="10342880" cy="4463061"/>
              </a:xfrm>
              <a:blipFill>
                <a:blip r:embed="rId3"/>
                <a:stretch>
                  <a:fillRect t="-2049" r="-1532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2098D0-199E-51E1-226C-A0B42A2DA8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A7B95-C56B-4489-93DD-B7D6C15C3602}" type="datetime9">
              <a:rPr lang="he-IL" smtClean="0"/>
              <a:t>16 אוקטובר, 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25C2BF-7FC7-E465-4EC4-E6F3C1BC7E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49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50F011-6391-BA58-EB08-8F6209BAD1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תרגול 1 - מבוא ורדוקציות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1" name="Rectangle: Rounded Corners 80">
                <a:extLst>
                  <a:ext uri="{FF2B5EF4-FFF2-40B4-BE49-F238E27FC236}">
                    <a16:creationId xmlns:a16="http://schemas.microsoft.com/office/drawing/2014/main" id="{DE1F4AA0-7D8D-5721-B1CD-E2D21C5177AF}"/>
                  </a:ext>
                </a:extLst>
              </p:cNvPr>
              <p:cNvSpPr/>
              <p:nvPr/>
            </p:nvSpPr>
            <p:spPr>
              <a:xfrm>
                <a:off x="606103" y="549205"/>
                <a:ext cx="4822568" cy="578882"/>
              </a:xfrm>
              <a:prstGeom prst="roundRect">
                <a:avLst/>
              </a:prstGeom>
              <a:solidFill>
                <a:srgbClr val="D3F5F6"/>
              </a:solidFill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 marL="91440" indent="-91440" algn="r" rtl="1">
                  <a:buClr>
                    <a:schemeClr val="accent1"/>
                  </a:buClr>
                  <a:buSzPct val="100000"/>
                  <a:buFont typeface="Calibri" panose="020F0502020204030204" pitchFamily="34" charset="0"/>
                  <a:buChar char=" "/>
                </a:pPr>
                <a:r>
                  <a:rPr lang="he-IL" sz="1400" b="1" dirty="0"/>
                  <a:t>טענה ראשית: </a:t>
                </a:r>
                <a:r>
                  <a:rPr lang="he-IL" sz="1400" dirty="0"/>
                  <a:t>לכל קודקוד </a:t>
                </a:r>
                <a14:m>
                  <m:oMath xmlns:m="http://schemas.openxmlformats.org/officeDocument/2006/math">
                    <m:r>
                      <a:rPr lang="he-IL" sz="1400" i="1">
                        <a:latin typeface="Cambria Math" panose="02040503050406030204" pitchFamily="18" charset="0"/>
                      </a:rPr>
                      <m:t>𝑣</m:t>
                    </m:r>
                    <m:r>
                      <a:rPr lang="he-IL" sz="1400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he-IL" sz="1400" i="1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he-IL" sz="1400" dirty="0"/>
                  <a:t>, אורך מסלול קצר ביותר מ-</a:t>
                </a:r>
                <a14:m>
                  <m:oMath xmlns:m="http://schemas.openxmlformats.org/officeDocument/2006/math">
                    <m:r>
                      <a:rPr lang="en-US" sz="1400" i="1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he-IL" sz="1400" dirty="0"/>
                  <a:t> </a:t>
                </a:r>
                <a:br>
                  <a:rPr lang="en-US" sz="1400" dirty="0"/>
                </a:br>
                <a:r>
                  <a:rPr lang="he-IL" sz="1400" dirty="0"/>
                  <a:t>ל-</a:t>
                </a:r>
                <a14:m>
                  <m:oMath xmlns:m="http://schemas.openxmlformats.org/officeDocument/2006/math">
                    <m:r>
                      <a:rPr lang="en-US" sz="1400" i="1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he-IL" sz="1400" dirty="0"/>
                  <a:t> ב-</a:t>
                </a:r>
                <a14:m>
                  <m:oMath xmlns:m="http://schemas.openxmlformats.org/officeDocument/2006/math">
                    <m:r>
                      <a:rPr lang="en-US" sz="1400" i="1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he-IL" sz="1400" dirty="0"/>
                  <a:t> שווה למחצית אורך מסלול זוגי קצר ביותר מ-</a:t>
                </a:r>
                <a14:m>
                  <m:oMath xmlns:m="http://schemas.openxmlformats.org/officeDocument/2006/math">
                    <m:r>
                      <a:rPr lang="en-US" sz="1400" i="1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he-IL" sz="1400" dirty="0"/>
                  <a:t> ל-</a:t>
                </a:r>
                <a14:m>
                  <m:oMath xmlns:m="http://schemas.openxmlformats.org/officeDocument/2006/math">
                    <m:r>
                      <a:rPr lang="en-US" sz="1400" i="1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he-IL" sz="1400" dirty="0"/>
                  <a:t> ב-</a:t>
                </a:r>
                <a14:m>
                  <m:oMath xmlns:m="http://schemas.openxmlformats.org/officeDocument/2006/math">
                    <m:r>
                      <a:rPr lang="en-US" sz="1400" i="1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sz="1400" i="1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he-IL" sz="1400" dirty="0"/>
                  <a:t>.</a:t>
                </a:r>
              </a:p>
            </p:txBody>
          </p:sp>
        </mc:Choice>
        <mc:Fallback>
          <p:sp>
            <p:nvSpPr>
              <p:cNvPr id="81" name="Rectangle: Rounded Corners 80">
                <a:extLst>
                  <a:ext uri="{FF2B5EF4-FFF2-40B4-BE49-F238E27FC236}">
                    <a16:creationId xmlns:a16="http://schemas.microsoft.com/office/drawing/2014/main" id="{DE1F4AA0-7D8D-5721-B1CD-E2D21C5177A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6103" y="549205"/>
                <a:ext cx="4822568" cy="578882"/>
              </a:xfrm>
              <a:prstGeom prst="roundRect">
                <a:avLst/>
              </a:prstGeom>
              <a:blipFill>
                <a:blip r:embed="rId4"/>
                <a:stretch>
                  <a:fillRect b="-3061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" name="Group 6">
            <a:extLst>
              <a:ext uri="{FF2B5EF4-FFF2-40B4-BE49-F238E27FC236}">
                <a16:creationId xmlns:a16="http://schemas.microsoft.com/office/drawing/2014/main" id="{80B048EC-DFF5-F2A0-A979-08079A701907}"/>
              </a:ext>
            </a:extLst>
          </p:cNvPr>
          <p:cNvGrpSpPr/>
          <p:nvPr/>
        </p:nvGrpSpPr>
        <p:grpSpPr>
          <a:xfrm>
            <a:off x="489787" y="1835265"/>
            <a:ext cx="3161758" cy="1612354"/>
            <a:chOff x="2455126" y="3645711"/>
            <a:chExt cx="3161758" cy="1612354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7EF659CC-769D-0A34-F9DC-CFAD32408149}"/>
                </a:ext>
              </a:extLst>
            </p:cNvPr>
            <p:cNvGrpSpPr/>
            <p:nvPr/>
          </p:nvGrpSpPr>
          <p:grpSpPr>
            <a:xfrm>
              <a:off x="2455126" y="3645711"/>
              <a:ext cx="3161758" cy="1612354"/>
              <a:chOff x="2793604" y="3636186"/>
              <a:chExt cx="3161758" cy="1612354"/>
            </a:xfrm>
          </p:grpSpPr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C95AC10E-2A96-8F74-23C5-D1D7768F5A82}"/>
                  </a:ext>
                </a:extLst>
              </p:cNvPr>
              <p:cNvGrpSpPr/>
              <p:nvPr/>
            </p:nvGrpSpPr>
            <p:grpSpPr>
              <a:xfrm>
                <a:off x="2793604" y="3636186"/>
                <a:ext cx="3161758" cy="1612354"/>
                <a:chOff x="2860279" y="3421911"/>
                <a:chExt cx="3161758" cy="1612354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2" name="Oval 11">
                      <a:extLst>
                        <a:ext uri="{FF2B5EF4-FFF2-40B4-BE49-F238E27FC236}">
                          <a16:creationId xmlns:a16="http://schemas.microsoft.com/office/drawing/2014/main" id="{33B6A438-1535-9842-4102-1FE14BD8CDD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860279" y="3955311"/>
                      <a:ext cx="533400" cy="533400"/>
                    </a:xfrm>
                    <a:prstGeom prst="ellipse">
                      <a:avLst/>
                    </a:prstGeom>
                    <a:noFill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oMath>
                        </m:oMathPara>
                      </a14:m>
                      <a:endParaRPr lang="en-IL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12" name="Oval 11">
                      <a:extLst>
                        <a:ext uri="{FF2B5EF4-FFF2-40B4-BE49-F238E27FC236}">
                          <a16:creationId xmlns:a16="http://schemas.microsoft.com/office/drawing/2014/main" id="{FEF74ED4-B8FE-4D8F-A512-15434C44340A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860279" y="3955311"/>
                      <a:ext cx="533400" cy="533400"/>
                    </a:xfrm>
                    <a:prstGeom prst="ellipse">
                      <a:avLst/>
                    </a:prstGeom>
                    <a:blipFill>
                      <a:blip r:embed="rId5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IL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3" name="Oval 12">
                      <a:extLst>
                        <a:ext uri="{FF2B5EF4-FFF2-40B4-BE49-F238E27FC236}">
                          <a16:creationId xmlns:a16="http://schemas.microsoft.com/office/drawing/2014/main" id="{78E38C7B-E1A0-A084-5E5C-9BD25294CB0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181741" y="3421911"/>
                      <a:ext cx="537179" cy="533400"/>
                    </a:xfrm>
                    <a:prstGeom prst="ellipse">
                      <a:avLst/>
                    </a:prstGeom>
                    <a:noFill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oMath>
                        </m:oMathPara>
                      </a14:m>
                      <a:endParaRPr lang="en-IL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13" name="Oval 12">
                      <a:extLst>
                        <a:ext uri="{FF2B5EF4-FFF2-40B4-BE49-F238E27FC236}">
                          <a16:creationId xmlns:a16="http://schemas.microsoft.com/office/drawing/2014/main" id="{E65626BB-ACDD-4230-AFD5-8B79112FF6D4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181741" y="3421911"/>
                      <a:ext cx="537179" cy="533400"/>
                    </a:xfrm>
                    <a:prstGeom prst="ellipse">
                      <a:avLst/>
                    </a:prstGeom>
                    <a:blipFill>
                      <a:blip r:embed="rId6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IL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4" name="Oval 13">
                      <a:extLst>
                        <a:ext uri="{FF2B5EF4-FFF2-40B4-BE49-F238E27FC236}">
                          <a16:creationId xmlns:a16="http://schemas.microsoft.com/office/drawing/2014/main" id="{4F70C963-A881-7F42-8781-53EA1E34FF8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488637" y="3967465"/>
                      <a:ext cx="533400" cy="533400"/>
                    </a:xfrm>
                    <a:prstGeom prst="ellipse">
                      <a:avLst/>
                    </a:prstGeom>
                    <a:noFill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>
                            <m:r>
                              <a:rPr lang="en-US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oMath>
                        </m:oMathPara>
                      </a14:m>
                      <a:endParaRPr lang="en-IL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14" name="Oval 13">
                      <a:extLst>
                        <a:ext uri="{FF2B5EF4-FFF2-40B4-BE49-F238E27FC236}">
                          <a16:creationId xmlns:a16="http://schemas.microsoft.com/office/drawing/2014/main" id="{49A600B8-630C-4E82-A6EC-BA78E2C64F01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488637" y="3967465"/>
                      <a:ext cx="533400" cy="533400"/>
                    </a:xfrm>
                    <a:prstGeom prst="ellipse">
                      <a:avLst/>
                    </a:prstGeom>
                    <a:blipFill>
                      <a:blip r:embed="rId7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IL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5" name="Oval 14">
                      <a:extLst>
                        <a:ext uri="{FF2B5EF4-FFF2-40B4-BE49-F238E27FC236}">
                          <a16:creationId xmlns:a16="http://schemas.microsoft.com/office/drawing/2014/main" id="{374DD308-DCB0-074E-1C17-523C56B0E14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672871" y="4500865"/>
                      <a:ext cx="533400" cy="533400"/>
                    </a:xfrm>
                    <a:prstGeom prst="ellipse">
                      <a:avLst/>
                    </a:prstGeom>
                    <a:noFill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oMath>
                        </m:oMathPara>
                      </a14:m>
                      <a:endParaRPr lang="en-IL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15" name="Oval 14">
                      <a:extLst>
                        <a:ext uri="{FF2B5EF4-FFF2-40B4-BE49-F238E27FC236}">
                          <a16:creationId xmlns:a16="http://schemas.microsoft.com/office/drawing/2014/main" id="{FE929BEA-1389-4FE8-A1C2-1021804738B4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672871" y="4500865"/>
                      <a:ext cx="533400" cy="533400"/>
                    </a:xfrm>
                    <a:prstGeom prst="ellipse">
                      <a:avLst/>
                    </a:prstGeom>
                    <a:blipFill>
                      <a:blip r:embed="rId8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IL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6" name="Oval 15">
                      <a:extLst>
                        <a:ext uri="{FF2B5EF4-FFF2-40B4-BE49-F238E27FC236}">
                          <a16:creationId xmlns:a16="http://schemas.microsoft.com/office/drawing/2014/main" id="{175628C4-B2C7-3C8D-9FF0-E20CB44501D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694392" y="4500865"/>
                      <a:ext cx="533400" cy="533400"/>
                    </a:xfrm>
                    <a:prstGeom prst="ellipse">
                      <a:avLst/>
                    </a:prstGeom>
                    <a:noFill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oMath>
                        </m:oMathPara>
                      </a14:m>
                      <a:endParaRPr lang="en-IL" dirty="0"/>
                    </a:p>
                  </p:txBody>
                </p:sp>
              </mc:Choice>
              <mc:Fallback xmlns="">
                <p:sp>
                  <p:nvSpPr>
                    <p:cNvPr id="16" name="Oval 15">
                      <a:extLst>
                        <a:ext uri="{FF2B5EF4-FFF2-40B4-BE49-F238E27FC236}">
                          <a16:creationId xmlns:a16="http://schemas.microsoft.com/office/drawing/2014/main" id="{EB72B54D-27A4-4983-8388-A13F93AA6DCF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694392" y="4500865"/>
                      <a:ext cx="533400" cy="533400"/>
                    </a:xfrm>
                    <a:prstGeom prst="ellipse">
                      <a:avLst/>
                    </a:prstGeom>
                    <a:blipFill>
                      <a:blip r:embed="rId9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IL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17" name="Straight Connector 16">
                  <a:extLst>
                    <a:ext uri="{FF2B5EF4-FFF2-40B4-BE49-F238E27FC236}">
                      <a16:creationId xmlns:a16="http://schemas.microsoft.com/office/drawing/2014/main" id="{DF63C1B5-CD88-9A2F-F040-CA792D5CD5F2}"/>
                    </a:ext>
                  </a:extLst>
                </p:cNvPr>
                <p:cNvCxnSpPr>
                  <a:stCxn id="12" idx="5"/>
                  <a:endCxn id="15" idx="2"/>
                </p:cNvCxnSpPr>
                <p:nvPr/>
              </p:nvCxnSpPr>
              <p:spPr>
                <a:xfrm>
                  <a:off x="3315564" y="4410596"/>
                  <a:ext cx="357307" cy="356969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" name="Straight Connector 17">
                  <a:extLst>
                    <a:ext uri="{FF2B5EF4-FFF2-40B4-BE49-F238E27FC236}">
                      <a16:creationId xmlns:a16="http://schemas.microsoft.com/office/drawing/2014/main" id="{A85278B2-D076-9DD1-066E-72E3E17F0D9C}"/>
                    </a:ext>
                  </a:extLst>
                </p:cNvPr>
                <p:cNvCxnSpPr>
                  <a:cxnSpLocks/>
                  <a:stCxn id="15" idx="6"/>
                  <a:endCxn id="16" idx="2"/>
                </p:cNvCxnSpPr>
                <p:nvPr/>
              </p:nvCxnSpPr>
              <p:spPr>
                <a:xfrm>
                  <a:off x="4206271" y="4767565"/>
                  <a:ext cx="488121" cy="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" name="Straight Connector 18">
                  <a:extLst>
                    <a:ext uri="{FF2B5EF4-FFF2-40B4-BE49-F238E27FC236}">
                      <a16:creationId xmlns:a16="http://schemas.microsoft.com/office/drawing/2014/main" id="{888B794F-3952-FB4C-F845-C9C06F482DA4}"/>
                    </a:ext>
                  </a:extLst>
                </p:cNvPr>
                <p:cNvCxnSpPr>
                  <a:cxnSpLocks/>
                  <a:stCxn id="13" idx="6"/>
                  <a:endCxn id="14" idx="2"/>
                </p:cNvCxnSpPr>
                <p:nvPr/>
              </p:nvCxnSpPr>
              <p:spPr>
                <a:xfrm>
                  <a:off x="4718920" y="3688611"/>
                  <a:ext cx="769717" cy="545554"/>
                </a:xfrm>
                <a:prstGeom prst="line">
                  <a:avLst/>
                </a:prstGeom>
                <a:ln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86A4FF39-CC55-2005-0110-2AC39A232841}"/>
                  </a:ext>
                </a:extLst>
              </p:cNvPr>
              <p:cNvCxnSpPr>
                <a:stCxn id="15" idx="0"/>
                <a:endCxn id="13" idx="3"/>
              </p:cNvCxnSpPr>
              <p:nvPr/>
            </p:nvCxnSpPr>
            <p:spPr>
              <a:xfrm flipV="1">
                <a:off x="3872896" y="4091471"/>
                <a:ext cx="320838" cy="623669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265B8340-74D8-2173-DAC1-C1C8853A043B}"/>
                </a:ext>
              </a:extLst>
            </p:cNvPr>
            <p:cNvCxnSpPr>
              <a:cxnSpLocks/>
              <a:stCxn id="13" idx="5"/>
              <a:endCxn id="16" idx="0"/>
            </p:cNvCxnSpPr>
            <p:nvPr/>
          </p:nvCxnSpPr>
          <p:spPr>
            <a:xfrm>
              <a:off x="4235099" y="4100996"/>
              <a:ext cx="320840" cy="623669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202C828A-FE5A-CD56-A056-4456C87E6F53}"/>
              </a:ext>
            </a:extLst>
          </p:cNvPr>
          <p:cNvSpPr/>
          <p:nvPr/>
        </p:nvSpPr>
        <p:spPr>
          <a:xfrm rot="5400000">
            <a:off x="1752603" y="3702429"/>
            <a:ext cx="654470" cy="515295"/>
          </a:xfrm>
          <a:prstGeom prst="rightArrow">
            <a:avLst>
              <a:gd name="adj1" fmla="val 33684"/>
              <a:gd name="adj2" fmla="val 64278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5FAB6D11-ED06-435B-BE45-1897487929EC}"/>
              </a:ext>
            </a:extLst>
          </p:cNvPr>
          <p:cNvGrpSpPr/>
          <p:nvPr/>
        </p:nvGrpSpPr>
        <p:grpSpPr>
          <a:xfrm>
            <a:off x="225557" y="4461736"/>
            <a:ext cx="3708562" cy="1750425"/>
            <a:chOff x="6949124" y="1922829"/>
            <a:chExt cx="3708562" cy="1750425"/>
          </a:xfrm>
        </p:grpSpPr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F49B08DF-78AD-A58C-F4AB-619F7BFDD956}"/>
                </a:ext>
              </a:extLst>
            </p:cNvPr>
            <p:cNvCxnSpPr>
              <a:cxnSpLocks/>
              <a:stCxn id="24" idx="6"/>
              <a:endCxn id="88" idx="2"/>
            </p:cNvCxnSpPr>
            <p:nvPr/>
          </p:nvCxnSpPr>
          <p:spPr>
            <a:xfrm flipV="1">
              <a:off x="9011973" y="3406553"/>
              <a:ext cx="260284" cy="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A2FEF9B6-69E6-AA7B-1870-9FC63D8D2B34}"/>
                </a:ext>
              </a:extLst>
            </p:cNvPr>
            <p:cNvGrpSpPr/>
            <p:nvPr/>
          </p:nvGrpSpPr>
          <p:grpSpPr>
            <a:xfrm>
              <a:off x="6949124" y="1922829"/>
              <a:ext cx="3708562" cy="1750425"/>
              <a:chOff x="6917435" y="2189528"/>
              <a:chExt cx="3708562" cy="1750425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4" name="Oval 23">
                    <a:extLst>
                      <a:ext uri="{FF2B5EF4-FFF2-40B4-BE49-F238E27FC236}">
                        <a16:creationId xmlns:a16="http://schemas.microsoft.com/office/drawing/2014/main" id="{EFB29E1C-B983-4E61-8381-19586CF1C280}"/>
                      </a:ext>
                    </a:extLst>
                  </p:cNvPr>
                  <p:cNvSpPr/>
                  <p:nvPr/>
                </p:nvSpPr>
                <p:spPr>
                  <a:xfrm>
                    <a:off x="8621701" y="3493961"/>
                    <a:ext cx="358583" cy="358583"/>
                  </a:xfrm>
                  <a:prstGeom prst="ellipse">
                    <a:avLst/>
                  </a:prstGeom>
                  <a:noFill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>
                          <m:acc>
                            <m:accPr>
                              <m:chr m:val="̅"/>
                              <m:ctrl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𝑥𝑧</m:t>
                              </m:r>
                            </m:e>
                          </m:acc>
                        </m:oMath>
                      </m:oMathPara>
                    </a14:m>
                    <a:endParaRPr lang="en-IL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49" name="Oval 48">
                    <a:extLst>
                      <a:ext uri="{FF2B5EF4-FFF2-40B4-BE49-F238E27FC236}">
                        <a16:creationId xmlns:a16="http://schemas.microsoft.com/office/drawing/2014/main" id="{941CF888-205B-423F-985F-3BFEBDF16A91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621701" y="3493961"/>
                    <a:ext cx="358583" cy="358583"/>
                  </a:xfrm>
                  <a:prstGeom prst="ellipse">
                    <a:avLst/>
                  </a:prstGeom>
                  <a:blipFill>
                    <a:blip r:embed="rId10"/>
                    <a:stretch>
                      <a:fillRect l="-6557"/>
                    </a:stretch>
                  </a:blipFill>
                </p:spPr>
                <p:txBody>
                  <a:bodyPr/>
                  <a:lstStyle/>
                  <a:p>
                    <a:r>
                      <a:rPr lang="he-IL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25" name="Group 24">
                <a:extLst>
                  <a:ext uri="{FF2B5EF4-FFF2-40B4-BE49-F238E27FC236}">
                    <a16:creationId xmlns:a16="http://schemas.microsoft.com/office/drawing/2014/main" id="{9F0C31F9-6643-A435-EBBA-AD0E6643D027}"/>
                  </a:ext>
                </a:extLst>
              </p:cNvPr>
              <p:cNvGrpSpPr/>
              <p:nvPr/>
            </p:nvGrpSpPr>
            <p:grpSpPr>
              <a:xfrm>
                <a:off x="6917435" y="2189528"/>
                <a:ext cx="3708562" cy="1750425"/>
                <a:chOff x="6936188" y="2156548"/>
                <a:chExt cx="3708562" cy="1750425"/>
              </a:xfrm>
            </p:grpSpPr>
            <p:grpSp>
              <p:nvGrpSpPr>
                <p:cNvPr id="26" name="Group 25">
                  <a:extLst>
                    <a:ext uri="{FF2B5EF4-FFF2-40B4-BE49-F238E27FC236}">
                      <a16:creationId xmlns:a16="http://schemas.microsoft.com/office/drawing/2014/main" id="{57A05E14-2299-DBA3-0DB1-A75C4528C550}"/>
                    </a:ext>
                  </a:extLst>
                </p:cNvPr>
                <p:cNvGrpSpPr/>
                <p:nvPr/>
              </p:nvGrpSpPr>
              <p:grpSpPr>
                <a:xfrm>
                  <a:off x="6936188" y="2156548"/>
                  <a:ext cx="3708562" cy="1750425"/>
                  <a:chOff x="2180374" y="3596257"/>
                  <a:chExt cx="3708562" cy="1750425"/>
                </a:xfrm>
              </p:grpSpPr>
              <p:grpSp>
                <p:nvGrpSpPr>
                  <p:cNvPr id="35" name="Group 34">
                    <a:extLst>
                      <a:ext uri="{FF2B5EF4-FFF2-40B4-BE49-F238E27FC236}">
                        <a16:creationId xmlns:a16="http://schemas.microsoft.com/office/drawing/2014/main" id="{4E61996B-453C-93BD-8C7C-88F1B0909062}"/>
                      </a:ext>
                    </a:extLst>
                  </p:cNvPr>
                  <p:cNvGrpSpPr/>
                  <p:nvPr/>
                </p:nvGrpSpPr>
                <p:grpSpPr>
                  <a:xfrm>
                    <a:off x="2180374" y="3596257"/>
                    <a:ext cx="3708562" cy="1750425"/>
                    <a:chOff x="2518852" y="3586732"/>
                    <a:chExt cx="3708562" cy="1750425"/>
                  </a:xfrm>
                </p:grpSpPr>
                <p:grpSp>
                  <p:nvGrpSpPr>
                    <p:cNvPr id="80" name="Group 79">
                      <a:extLst>
                        <a:ext uri="{FF2B5EF4-FFF2-40B4-BE49-F238E27FC236}">
                          <a16:creationId xmlns:a16="http://schemas.microsoft.com/office/drawing/2014/main" id="{89E740F9-38F3-B1ED-7A31-35D74BE638D0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518852" y="3586732"/>
                      <a:ext cx="3708562" cy="1750425"/>
                      <a:chOff x="2585527" y="3372457"/>
                      <a:chExt cx="3708562" cy="1750425"/>
                    </a:xfrm>
                  </p:grpSpPr>
                  <mc:AlternateContent xmlns:mc="http://schemas.openxmlformats.org/markup-compatibility/2006" xmlns:a14="http://schemas.microsoft.com/office/drawing/2010/main">
                    <mc:Choice Requires="a14">
                      <p:sp>
                        <p:nvSpPr>
                          <p:cNvPr id="84" name="Oval 83">
                            <a:extLst>
                              <a:ext uri="{FF2B5EF4-FFF2-40B4-BE49-F238E27FC236}">
                                <a16:creationId xmlns:a16="http://schemas.microsoft.com/office/drawing/2014/main" id="{F9848F25-D0B3-43CE-4FD6-0C32D53B767D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2585527" y="3596949"/>
                            <a:ext cx="533400" cy="533400"/>
                          </a:xfrm>
                          <a:prstGeom prst="ellipse">
                            <a:avLst/>
                          </a:prstGeom>
                          <a:noFill/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14:m>
                              <m:oMathPara xmlns:m="http://schemas.openxmlformats.org/officeDocument/2006/math">
                                <m:oMath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oMath>
                              </m:oMathPara>
                            </a14:m>
                            <a:endParaRPr lang="en-IL" dirty="0">
                              <a:solidFill>
                                <a:schemeClr val="tx1"/>
                              </a:solidFill>
                            </a:endParaRPr>
                          </a:p>
                        </p:txBody>
                      </p:sp>
                    </mc:Choice>
                    <mc:Fallback xmlns="">
                      <p:sp>
                        <p:nvSpPr>
                          <p:cNvPr id="26" name="Oval 25">
                            <a:extLst>
                              <a:ext uri="{FF2B5EF4-FFF2-40B4-BE49-F238E27FC236}">
                                <a16:creationId xmlns:a16="http://schemas.microsoft.com/office/drawing/2014/main" id="{ACC42863-A838-4A93-A22C-CBC8ADC6618E}"/>
                              </a:ext>
                            </a:extLst>
                          </p:cNvPr>
                          <p:cNvSpPr>
                            <a:spLocks noRot="1" noChangeAspect="1" noMove="1" noResize="1" noEditPoints="1" noAdjustHandles="1" noChangeArrowheads="1" noChangeShapeType="1" noTextEdit="1"/>
                          </p:cNvSpPr>
                          <p:nvPr/>
                        </p:nvSpPr>
                        <p:spPr>
                          <a:xfrm>
                            <a:off x="2585527" y="3596949"/>
                            <a:ext cx="533400" cy="533400"/>
                          </a:xfrm>
                          <a:prstGeom prst="ellipse">
                            <a:avLst/>
                          </a:prstGeom>
                          <a:blipFill>
                            <a:blip r:embed="rId11"/>
                            <a:stretch>
                              <a:fillRect/>
                            </a:stretch>
                          </a:blipFill>
                        </p:spPr>
                        <p:txBody>
                          <a:bodyPr/>
                          <a:lstStyle/>
                          <a:p>
                            <a:r>
                              <a:rPr lang="he-IL">
                                <a:noFill/>
                              </a:rPr>
                              <a:t> </a:t>
                            </a:r>
                          </a:p>
                        </p:txBody>
                      </p:sp>
                    </mc:Fallback>
                  </mc:AlternateContent>
                  <mc:AlternateContent xmlns:mc="http://schemas.openxmlformats.org/markup-compatibility/2006" xmlns:a14="http://schemas.microsoft.com/office/drawing/2010/main">
                    <mc:Choice Requires="a14">
                      <p:sp>
                        <p:nvSpPr>
                          <p:cNvPr id="85" name="Oval 84">
                            <a:extLst>
                              <a:ext uri="{FF2B5EF4-FFF2-40B4-BE49-F238E27FC236}">
                                <a16:creationId xmlns:a16="http://schemas.microsoft.com/office/drawing/2014/main" id="{5B669A8F-BA01-3A8D-089E-3AF4BFCE9C15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4198553" y="3372457"/>
                            <a:ext cx="537179" cy="533400"/>
                          </a:xfrm>
                          <a:prstGeom prst="ellipse">
                            <a:avLst/>
                          </a:prstGeom>
                          <a:noFill/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14:m>
                              <m:oMathPara xmlns:m="http://schemas.openxmlformats.org/officeDocument/2006/math">
                                <m:oMath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oMath>
                              </m:oMathPara>
                            </a14:m>
                            <a:endParaRPr lang="en-IL" dirty="0">
                              <a:solidFill>
                                <a:schemeClr val="tx1"/>
                              </a:solidFill>
                            </a:endParaRPr>
                          </a:p>
                        </p:txBody>
                      </p:sp>
                    </mc:Choice>
                    <mc:Fallback xmlns="">
                      <p:sp>
                        <p:nvSpPr>
                          <p:cNvPr id="27" name="Oval 26">
                            <a:extLst>
                              <a:ext uri="{FF2B5EF4-FFF2-40B4-BE49-F238E27FC236}">
                                <a16:creationId xmlns:a16="http://schemas.microsoft.com/office/drawing/2014/main" id="{B232E8DD-5352-4D9B-8873-7144B8E63F45}"/>
                              </a:ext>
                            </a:extLst>
                          </p:cNvPr>
                          <p:cNvSpPr>
                            <a:spLocks noRot="1" noChangeAspect="1" noMove="1" noResize="1" noEditPoints="1" noAdjustHandles="1" noChangeArrowheads="1" noChangeShapeType="1" noTextEdit="1"/>
                          </p:cNvSpPr>
                          <p:nvPr/>
                        </p:nvSpPr>
                        <p:spPr>
                          <a:xfrm>
                            <a:off x="4198553" y="3372457"/>
                            <a:ext cx="537179" cy="533400"/>
                          </a:xfrm>
                          <a:prstGeom prst="ellipse">
                            <a:avLst/>
                          </a:prstGeom>
                          <a:blipFill>
                            <a:blip r:embed="rId12"/>
                            <a:stretch>
                              <a:fillRect/>
                            </a:stretch>
                          </a:blipFill>
                        </p:spPr>
                        <p:txBody>
                          <a:bodyPr/>
                          <a:lstStyle/>
                          <a:p>
                            <a:r>
                              <a:rPr lang="he-IL">
                                <a:noFill/>
                              </a:rPr>
                              <a:t> </a:t>
                            </a:r>
                          </a:p>
                        </p:txBody>
                      </p:sp>
                    </mc:Fallback>
                  </mc:AlternateContent>
                  <mc:AlternateContent xmlns:mc="http://schemas.openxmlformats.org/markup-compatibility/2006" xmlns:a14="http://schemas.microsoft.com/office/drawing/2010/main">
                    <mc:Choice Requires="a14">
                      <p:sp>
                        <p:nvSpPr>
                          <p:cNvPr id="86" name="Oval 85">
                            <a:extLst>
                              <a:ext uri="{FF2B5EF4-FFF2-40B4-BE49-F238E27FC236}">
                                <a16:creationId xmlns:a16="http://schemas.microsoft.com/office/drawing/2014/main" id="{51E28FDE-CDF5-E3EB-90FC-9F6899CF8C7C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760689" y="3921525"/>
                            <a:ext cx="533400" cy="533400"/>
                          </a:xfrm>
                          <a:prstGeom prst="ellipse">
                            <a:avLst/>
                          </a:prstGeom>
                          <a:noFill/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14:m>
                              <m:oMathPara xmlns:m="http://schemas.openxmlformats.org/officeDocument/2006/math">
                                <m:oMath>
                                  <m:r>
                                    <a:rPr lang="en-US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oMath>
                              </m:oMathPara>
                            </a14:m>
                            <a:endParaRPr lang="en-IL" dirty="0">
                              <a:solidFill>
                                <a:schemeClr val="tx1"/>
                              </a:solidFill>
                            </a:endParaRPr>
                          </a:p>
                        </p:txBody>
                      </p:sp>
                    </mc:Choice>
                    <mc:Fallback xmlns="">
                      <p:sp>
                        <p:nvSpPr>
                          <p:cNvPr id="28" name="Oval 27">
                            <a:extLst>
                              <a:ext uri="{FF2B5EF4-FFF2-40B4-BE49-F238E27FC236}">
                                <a16:creationId xmlns:a16="http://schemas.microsoft.com/office/drawing/2014/main" id="{8900CB3D-7DE5-4AFF-BC26-B96BC23B80CA}"/>
                              </a:ext>
                            </a:extLst>
                          </p:cNvPr>
                          <p:cNvSpPr>
                            <a:spLocks noRot="1" noChangeAspect="1" noMove="1" noResize="1" noEditPoints="1" noAdjustHandles="1" noChangeArrowheads="1" noChangeShapeType="1" noTextEdit="1"/>
                          </p:cNvSpPr>
                          <p:nvPr/>
                        </p:nvSpPr>
                        <p:spPr>
                          <a:xfrm>
                            <a:off x="5760689" y="3921525"/>
                            <a:ext cx="533400" cy="533400"/>
                          </a:xfrm>
                          <a:prstGeom prst="ellipse">
                            <a:avLst/>
                          </a:prstGeom>
                          <a:blipFill>
                            <a:blip r:embed="rId13"/>
                            <a:stretch>
                              <a:fillRect/>
                            </a:stretch>
                          </a:blipFill>
                        </p:spPr>
                        <p:txBody>
                          <a:bodyPr/>
                          <a:lstStyle/>
                          <a:p>
                            <a:r>
                              <a:rPr lang="he-IL">
                                <a:noFill/>
                              </a:rPr>
                              <a:t> </a:t>
                            </a:r>
                          </a:p>
                        </p:txBody>
                      </p:sp>
                    </mc:Fallback>
                  </mc:AlternateContent>
                  <mc:AlternateContent xmlns:mc="http://schemas.openxmlformats.org/markup-compatibility/2006" xmlns:a14="http://schemas.microsoft.com/office/drawing/2010/main">
                    <mc:Choice Requires="a14">
                      <p:sp>
                        <p:nvSpPr>
                          <p:cNvPr id="87" name="Oval 86">
                            <a:extLst>
                              <a:ext uri="{FF2B5EF4-FFF2-40B4-BE49-F238E27FC236}">
                                <a16:creationId xmlns:a16="http://schemas.microsoft.com/office/drawing/2014/main" id="{C6567DFC-845F-095E-835F-90BF22F5E07C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3581576" y="4589482"/>
                            <a:ext cx="533400" cy="533400"/>
                          </a:xfrm>
                          <a:prstGeom prst="ellipse">
                            <a:avLst/>
                          </a:prstGeom>
                          <a:noFill/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14:m>
                              <m:oMathPara xmlns:m="http://schemas.openxmlformats.org/officeDocument/2006/math">
                                <m:oMath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oMath>
                              </m:oMathPara>
                            </a14:m>
                            <a:endParaRPr lang="en-IL" dirty="0">
                              <a:solidFill>
                                <a:schemeClr val="tx1"/>
                              </a:solidFill>
                            </a:endParaRPr>
                          </a:p>
                        </p:txBody>
                      </p:sp>
                    </mc:Choice>
                    <mc:Fallback xmlns="">
                      <p:sp>
                        <p:nvSpPr>
                          <p:cNvPr id="29" name="Oval 28">
                            <a:extLst>
                              <a:ext uri="{FF2B5EF4-FFF2-40B4-BE49-F238E27FC236}">
                                <a16:creationId xmlns:a16="http://schemas.microsoft.com/office/drawing/2014/main" id="{3F600205-073A-4381-A058-F2CC5028BCDA}"/>
                              </a:ext>
                            </a:extLst>
                          </p:cNvPr>
                          <p:cNvSpPr>
                            <a:spLocks noRot="1" noChangeAspect="1" noMove="1" noResize="1" noEditPoints="1" noAdjustHandles="1" noChangeArrowheads="1" noChangeShapeType="1" noTextEdit="1"/>
                          </p:cNvSpPr>
                          <p:nvPr/>
                        </p:nvSpPr>
                        <p:spPr>
                          <a:xfrm>
                            <a:off x="3581576" y="4589482"/>
                            <a:ext cx="533400" cy="533400"/>
                          </a:xfrm>
                          <a:prstGeom prst="ellipse">
                            <a:avLst/>
                          </a:prstGeom>
                          <a:blipFill>
                            <a:blip r:embed="rId14"/>
                            <a:stretch>
                              <a:fillRect/>
                            </a:stretch>
                          </a:blipFill>
                        </p:spPr>
                        <p:txBody>
                          <a:bodyPr/>
                          <a:lstStyle/>
                          <a:p>
                            <a:r>
                              <a:rPr lang="he-IL">
                                <a:noFill/>
                              </a:rPr>
                              <a:t> </a:t>
                            </a:r>
                          </a:p>
                        </p:txBody>
                      </p:sp>
                    </mc:Fallback>
                  </mc:AlternateContent>
                  <mc:AlternateContent xmlns:mc="http://schemas.openxmlformats.org/markup-compatibility/2006" xmlns:a14="http://schemas.microsoft.com/office/drawing/2010/main">
                    <mc:Choice Requires="a14">
                      <p:sp>
                        <p:nvSpPr>
                          <p:cNvPr id="88" name="Oval 87">
                            <a:extLst>
                              <a:ext uri="{FF2B5EF4-FFF2-40B4-BE49-F238E27FC236}">
                                <a16:creationId xmlns:a16="http://schemas.microsoft.com/office/drawing/2014/main" id="{A2CFAFAA-5EE9-662C-E2F0-7205645151D6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4908660" y="4589481"/>
                            <a:ext cx="533400" cy="533400"/>
                          </a:xfrm>
                          <a:prstGeom prst="ellipse">
                            <a:avLst/>
                          </a:prstGeom>
                          <a:noFill/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14:m>
                              <m:oMathPara xmlns:m="http://schemas.openxmlformats.org/officeDocument/2006/math">
                                <m:oMath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oMath>
                              </m:oMathPara>
                            </a14:m>
                            <a:endParaRPr lang="en-IL" dirty="0"/>
                          </a:p>
                        </p:txBody>
                      </p:sp>
                    </mc:Choice>
                    <mc:Fallback xmlns="">
                      <p:sp>
                        <p:nvSpPr>
                          <p:cNvPr id="30" name="Oval 29">
                            <a:extLst>
                              <a:ext uri="{FF2B5EF4-FFF2-40B4-BE49-F238E27FC236}">
                                <a16:creationId xmlns:a16="http://schemas.microsoft.com/office/drawing/2014/main" id="{C5E59A46-B05F-4921-895A-4514CBE08F85}"/>
                              </a:ext>
                            </a:extLst>
                          </p:cNvPr>
                          <p:cNvSpPr>
                            <a:spLocks noRot="1" noChangeAspect="1" noMove="1" noResize="1" noEditPoints="1" noAdjustHandles="1" noChangeArrowheads="1" noChangeShapeType="1" noTextEdit="1"/>
                          </p:cNvSpPr>
                          <p:nvPr/>
                        </p:nvSpPr>
                        <p:spPr>
                          <a:xfrm>
                            <a:off x="4908660" y="4589481"/>
                            <a:ext cx="533400" cy="533400"/>
                          </a:xfrm>
                          <a:prstGeom prst="ellipse">
                            <a:avLst/>
                          </a:prstGeom>
                          <a:blipFill>
                            <a:blip r:embed="rId15"/>
                            <a:stretch>
                              <a:fillRect/>
                            </a:stretch>
                          </a:blipFill>
                        </p:spPr>
                        <p:txBody>
                          <a:bodyPr/>
                          <a:lstStyle/>
                          <a:p>
                            <a:r>
                              <a:rPr lang="he-IL">
                                <a:noFill/>
                              </a:rPr>
                              <a:t> </a:t>
                            </a:r>
                          </a:p>
                        </p:txBody>
                      </p:sp>
                    </mc:Fallback>
                  </mc:AlternateContent>
                  <p:cxnSp>
                    <p:nvCxnSpPr>
                      <p:cNvPr id="89" name="Straight Connector 88">
                        <a:extLst>
                          <a:ext uri="{FF2B5EF4-FFF2-40B4-BE49-F238E27FC236}">
                            <a16:creationId xmlns:a16="http://schemas.microsoft.com/office/drawing/2014/main" id="{7A911620-387F-9F9B-F5F0-F533F985BD5E}"/>
                          </a:ext>
                        </a:extLst>
                      </p:cNvPr>
                      <p:cNvCxnSpPr>
                        <a:cxnSpLocks/>
                        <a:stCxn id="84" idx="4"/>
                        <a:endCxn id="28" idx="1"/>
                      </p:cNvCxnSpPr>
                      <p:nvPr/>
                    </p:nvCxnSpPr>
                    <p:spPr>
                      <a:xfrm>
                        <a:off x="2852227" y="4130349"/>
                        <a:ext cx="113846" cy="261588"/>
                      </a:xfrm>
                      <a:prstGeom prst="line">
                        <a:avLst/>
                      </a:prstGeom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90" name="Straight Connector 89">
                        <a:extLst>
                          <a:ext uri="{FF2B5EF4-FFF2-40B4-BE49-F238E27FC236}">
                            <a16:creationId xmlns:a16="http://schemas.microsoft.com/office/drawing/2014/main" id="{D127F275-16AA-CFE8-86A5-4AFF3B2EA6A0}"/>
                          </a:ext>
                        </a:extLst>
                      </p:cNvPr>
                      <p:cNvCxnSpPr>
                        <a:cxnSpLocks/>
                        <a:stCxn id="87" idx="6"/>
                        <a:endCxn id="24" idx="2"/>
                      </p:cNvCxnSpPr>
                      <p:nvPr/>
                    </p:nvCxnSpPr>
                    <p:spPr>
                      <a:xfrm>
                        <a:off x="4114976" y="4856182"/>
                        <a:ext cx="174817" cy="0"/>
                      </a:xfrm>
                      <a:prstGeom prst="line">
                        <a:avLst/>
                      </a:prstGeom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91" name="Straight Connector 90">
                        <a:extLst>
                          <a:ext uri="{FF2B5EF4-FFF2-40B4-BE49-F238E27FC236}">
                            <a16:creationId xmlns:a16="http://schemas.microsoft.com/office/drawing/2014/main" id="{067332A9-C395-5F4C-4C03-E96E7EFD169A}"/>
                          </a:ext>
                        </a:extLst>
                      </p:cNvPr>
                      <p:cNvCxnSpPr>
                        <a:cxnSpLocks/>
                        <a:stCxn id="85" idx="6"/>
                        <a:endCxn id="29" idx="2"/>
                      </p:cNvCxnSpPr>
                      <p:nvPr/>
                    </p:nvCxnSpPr>
                    <p:spPr>
                      <a:xfrm>
                        <a:off x="4735732" y="3639157"/>
                        <a:ext cx="421624" cy="39787"/>
                      </a:xfrm>
                      <a:prstGeom prst="line">
                        <a:avLst/>
                      </a:prstGeom>
                      <a:ln/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cxnSp>
                  <p:nvCxnSpPr>
                    <p:cNvPr id="83" name="Straight Connector 82">
                      <a:extLst>
                        <a:ext uri="{FF2B5EF4-FFF2-40B4-BE49-F238E27FC236}">
                          <a16:creationId xmlns:a16="http://schemas.microsoft.com/office/drawing/2014/main" id="{6D8DD41F-789C-B014-A65B-F683F61BA938}"/>
                        </a:ext>
                      </a:extLst>
                    </p:cNvPr>
                    <p:cNvCxnSpPr>
                      <a:cxnSpLocks/>
                      <a:stCxn id="27" idx="7"/>
                      <a:endCxn id="85" idx="3"/>
                    </p:cNvCxnSpPr>
                    <p:nvPr/>
                  </p:nvCxnSpPr>
                  <p:spPr>
                    <a:xfrm flipV="1">
                      <a:off x="4047050" y="4042017"/>
                      <a:ext cx="163496" cy="188971"/>
                    </a:xfrm>
                    <a:prstGeom prst="line">
                      <a:avLst/>
                    </a:prstGeom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cxnSp>
                <p:nvCxnSpPr>
                  <p:cNvPr id="36" name="Straight Connector 35">
                    <a:extLst>
                      <a:ext uri="{FF2B5EF4-FFF2-40B4-BE49-F238E27FC236}">
                        <a16:creationId xmlns:a16="http://schemas.microsoft.com/office/drawing/2014/main" id="{73A323F2-070A-FAD7-670E-731F30ACE673}"/>
                      </a:ext>
                    </a:extLst>
                  </p:cNvPr>
                  <p:cNvCxnSpPr>
                    <a:cxnSpLocks/>
                    <a:stCxn id="85" idx="5"/>
                    <a:endCxn id="30" idx="1"/>
                  </p:cNvCxnSpPr>
                  <p:nvPr/>
                </p:nvCxnSpPr>
                <p:spPr>
                  <a:xfrm>
                    <a:off x="4251911" y="4051542"/>
                    <a:ext cx="235605" cy="175533"/>
                  </a:xfrm>
                  <a:prstGeom prst="line">
                    <a:avLst/>
                  </a:prstGeom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7" name="Oval 26">
                      <a:extLst>
                        <a:ext uri="{FF2B5EF4-FFF2-40B4-BE49-F238E27FC236}">
                          <a16:creationId xmlns:a16="http://schemas.microsoft.com/office/drawing/2014/main" id="{D50FD98B-BF8A-FE96-D0C9-2EBF39EE0EF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158316" y="2748291"/>
                      <a:ext cx="358583" cy="358583"/>
                    </a:xfrm>
                    <a:prstGeom prst="ellipse">
                      <a:avLst/>
                    </a:prstGeom>
                    <a:noFill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>
                            <m:acc>
                              <m:accPr>
                                <m:chr m:val="̅"/>
                                <m:ctrlP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𝑥𝑦</m:t>
                                </m:r>
                              </m:e>
                            </m:acc>
                          </m:oMath>
                        </m:oMathPara>
                      </a14:m>
                      <a:endParaRPr lang="en-IL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39" name="Oval 38">
                      <a:extLst>
                        <a:ext uri="{FF2B5EF4-FFF2-40B4-BE49-F238E27FC236}">
                          <a16:creationId xmlns:a16="http://schemas.microsoft.com/office/drawing/2014/main" id="{D5378FD0-378C-42C1-9D40-A89510DA39A7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8158316" y="2748291"/>
                      <a:ext cx="358583" cy="358583"/>
                    </a:xfrm>
                    <a:prstGeom prst="ellipse">
                      <a:avLst/>
                    </a:prstGeom>
                    <a:blipFill>
                      <a:blip r:embed="rId16"/>
                      <a:stretch>
                        <a:fillRect l="-12903" b="-4839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he-IL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8" name="Oval 27">
                      <a:extLst>
                        <a:ext uri="{FF2B5EF4-FFF2-40B4-BE49-F238E27FC236}">
                          <a16:creationId xmlns:a16="http://schemas.microsoft.com/office/drawing/2014/main" id="{F10C243E-1CDD-75D2-091E-F557AD883AF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264221" y="3123515"/>
                      <a:ext cx="358583" cy="358583"/>
                    </a:xfrm>
                    <a:prstGeom prst="ellipse">
                      <a:avLst/>
                    </a:prstGeom>
                    <a:noFill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>
                            <m:acc>
                              <m:accPr>
                                <m:chr m:val="̅"/>
                                <m:ctrlP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𝑠𝑥</m:t>
                                </m:r>
                              </m:e>
                            </m:acc>
                          </m:oMath>
                        </m:oMathPara>
                      </a14:m>
                      <a:endParaRPr lang="en-IL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47" name="Oval 46">
                      <a:extLst>
                        <a:ext uri="{FF2B5EF4-FFF2-40B4-BE49-F238E27FC236}">
                          <a16:creationId xmlns:a16="http://schemas.microsoft.com/office/drawing/2014/main" id="{B0D2A0DB-5C30-4752-A673-7F8B947602F7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264221" y="3123515"/>
                      <a:ext cx="358583" cy="358583"/>
                    </a:xfrm>
                    <a:prstGeom prst="ellipse">
                      <a:avLst/>
                    </a:prstGeom>
                    <a:blipFill>
                      <a:blip r:embed="rId17"/>
                      <a:stretch>
                        <a:fillRect l="-4839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he-IL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9" name="Oval 28">
                      <a:extLst>
                        <a:ext uri="{FF2B5EF4-FFF2-40B4-BE49-F238E27FC236}">
                          <a16:creationId xmlns:a16="http://schemas.microsoft.com/office/drawing/2014/main" id="{D85F3931-1558-2A27-7D45-F0AF4EB8FA6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508017" y="2283743"/>
                      <a:ext cx="358583" cy="358583"/>
                    </a:xfrm>
                    <a:prstGeom prst="ellipse">
                      <a:avLst/>
                    </a:prstGeom>
                    <a:noFill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>
                            <m:acc>
                              <m:accPr>
                                <m:chr m:val="̅"/>
                                <m:ctrlP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𝑦𝑣</m:t>
                                </m:r>
                              </m:e>
                            </m:acc>
                          </m:oMath>
                        </m:oMathPara>
                      </a14:m>
                      <a:endParaRPr lang="en-IL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51" name="Oval 50">
                      <a:extLst>
                        <a:ext uri="{FF2B5EF4-FFF2-40B4-BE49-F238E27FC236}">
                          <a16:creationId xmlns:a16="http://schemas.microsoft.com/office/drawing/2014/main" id="{933C9454-9F0E-440D-AAE0-F5932BFCB026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9508017" y="2283743"/>
                      <a:ext cx="358583" cy="358583"/>
                    </a:xfrm>
                    <a:prstGeom prst="ellipse">
                      <a:avLst/>
                    </a:prstGeom>
                    <a:blipFill>
                      <a:blip r:embed="rId18"/>
                      <a:stretch>
                        <a:fillRect l="-14516" b="-6557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he-IL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0" name="Oval 29">
                      <a:extLst>
                        <a:ext uri="{FF2B5EF4-FFF2-40B4-BE49-F238E27FC236}">
                          <a16:creationId xmlns:a16="http://schemas.microsoft.com/office/drawing/2014/main" id="{917DF0C1-840D-3041-3124-BDD35D9C4F7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190817" y="2734853"/>
                      <a:ext cx="358583" cy="358583"/>
                    </a:xfrm>
                    <a:prstGeom prst="ellipse">
                      <a:avLst/>
                    </a:prstGeom>
                    <a:noFill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>
                            <m:acc>
                              <m:accPr>
                                <m:chr m:val="̅"/>
                                <m:ctrlP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𝑦𝑧</m:t>
                                </m:r>
                              </m:e>
                            </m:acc>
                          </m:oMath>
                        </m:oMathPara>
                      </a14:m>
                      <a:endParaRPr lang="en-IL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53" name="Oval 52">
                      <a:extLst>
                        <a:ext uri="{FF2B5EF4-FFF2-40B4-BE49-F238E27FC236}">
                          <a16:creationId xmlns:a16="http://schemas.microsoft.com/office/drawing/2014/main" id="{9FB0BF94-3EBC-472C-B223-57C188757D1D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9190817" y="2734853"/>
                      <a:ext cx="358583" cy="358583"/>
                    </a:xfrm>
                    <a:prstGeom prst="ellipse">
                      <a:avLst/>
                    </a:prstGeom>
                    <a:blipFill>
                      <a:blip r:embed="rId19"/>
                      <a:stretch>
                        <a:fillRect l="-12903" b="-6557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he-IL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31" name="Straight Connector 30">
                  <a:extLst>
                    <a:ext uri="{FF2B5EF4-FFF2-40B4-BE49-F238E27FC236}">
                      <a16:creationId xmlns:a16="http://schemas.microsoft.com/office/drawing/2014/main" id="{86D52C1C-89E9-6DB0-12BF-72F3DC3A6EA5}"/>
                    </a:ext>
                  </a:extLst>
                </p:cNvPr>
                <p:cNvCxnSpPr>
                  <a:cxnSpLocks/>
                  <a:stCxn id="30" idx="5"/>
                  <a:endCxn id="88" idx="0"/>
                </p:cNvCxnSpPr>
                <p:nvPr/>
              </p:nvCxnSpPr>
              <p:spPr>
                <a:xfrm>
                  <a:off x="9496887" y="3040923"/>
                  <a:ext cx="29134" cy="332649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" name="Straight Connector 31">
                  <a:extLst>
                    <a:ext uri="{FF2B5EF4-FFF2-40B4-BE49-F238E27FC236}">
                      <a16:creationId xmlns:a16="http://schemas.microsoft.com/office/drawing/2014/main" id="{18F47F5D-FCA9-5CE5-14D0-022E7D589275}"/>
                    </a:ext>
                  </a:extLst>
                </p:cNvPr>
                <p:cNvCxnSpPr>
                  <a:cxnSpLocks/>
                  <a:stCxn id="29" idx="5"/>
                  <a:endCxn id="86" idx="1"/>
                </p:cNvCxnSpPr>
                <p:nvPr/>
              </p:nvCxnSpPr>
              <p:spPr>
                <a:xfrm>
                  <a:off x="9814087" y="2589813"/>
                  <a:ext cx="375378" cy="193918"/>
                </a:xfrm>
                <a:prstGeom prst="line">
                  <a:avLst/>
                </a:prstGeom>
                <a:ln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" name="Straight Connector 32">
                  <a:extLst>
                    <a:ext uri="{FF2B5EF4-FFF2-40B4-BE49-F238E27FC236}">
                      <a16:creationId xmlns:a16="http://schemas.microsoft.com/office/drawing/2014/main" id="{DFE91834-A12E-FC9F-E27C-AB44BD1EBB35}"/>
                    </a:ext>
                  </a:extLst>
                </p:cNvPr>
                <p:cNvCxnSpPr>
                  <a:cxnSpLocks/>
                  <a:stCxn id="27" idx="3"/>
                  <a:endCxn id="87" idx="0"/>
                </p:cNvCxnSpPr>
                <p:nvPr/>
              </p:nvCxnSpPr>
              <p:spPr>
                <a:xfrm flipH="1">
                  <a:off x="8198937" y="3054361"/>
                  <a:ext cx="11892" cy="319212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" name="Straight Connector 33">
                  <a:extLst>
                    <a:ext uri="{FF2B5EF4-FFF2-40B4-BE49-F238E27FC236}">
                      <a16:creationId xmlns:a16="http://schemas.microsoft.com/office/drawing/2014/main" id="{14DC730F-1742-B61B-8D5F-992E21E48D58}"/>
                    </a:ext>
                  </a:extLst>
                </p:cNvPr>
                <p:cNvCxnSpPr>
                  <a:cxnSpLocks/>
                  <a:stCxn id="28" idx="5"/>
                  <a:endCxn id="87" idx="2"/>
                </p:cNvCxnSpPr>
                <p:nvPr/>
              </p:nvCxnSpPr>
              <p:spPr>
                <a:xfrm>
                  <a:off x="7570291" y="3429585"/>
                  <a:ext cx="361946" cy="210688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</p:spTree>
    <p:extLst>
      <p:ext uri="{BB962C8B-B14F-4D97-AF65-F5344CB8AC3E}">
        <p14:creationId xmlns:p14="http://schemas.microsoft.com/office/powerpoint/2010/main" val="8686069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E00F2B-9F61-49F9-A598-F846FB3B96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he-IL" dirty="0"/>
              <a:t>הוכחת נכונות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FA88C7F-B0E3-41E7-B869-19391C99FD2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179090" y="1845734"/>
                <a:ext cx="6976590" cy="4023360"/>
              </a:xfrm>
            </p:spPr>
            <p:txBody>
              <a:bodyPr>
                <a:noAutofit/>
              </a:bodyPr>
              <a:lstStyle/>
              <a:p>
                <a:pPr algn="r" rtl="1"/>
                <a:r>
                  <a:rPr lang="he-IL" b="1" dirty="0"/>
                  <a:t>טענה ראשית: </a:t>
                </a:r>
                <a:r>
                  <a:rPr lang="he-IL" dirty="0"/>
                  <a:t>לכל קודקוד </a:t>
                </a:r>
                <a14:m>
                  <m:oMath xmlns:m="http://schemas.openxmlformats.org/officeDocument/2006/math">
                    <m:r>
                      <a:rPr lang="he-IL" i="1">
                        <a:latin typeface="Cambria Math" panose="02040503050406030204" pitchFamily="18" charset="0"/>
                      </a:rPr>
                      <m:t>𝑣</m:t>
                    </m:r>
                    <m:r>
                      <a:rPr lang="he-IL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he-IL" i="1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he-IL" dirty="0"/>
                  <a:t>, אורך מסלול קצר ביותר מ-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he-IL" dirty="0"/>
                  <a:t> ל-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he-IL" dirty="0"/>
                  <a:t> </a:t>
                </a:r>
                <a:br>
                  <a:rPr lang="en-US" dirty="0"/>
                </a:br>
                <a:r>
                  <a:rPr lang="he-IL" dirty="0"/>
                  <a:t>ב-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he-IL" dirty="0"/>
                  <a:t> שווה למחצית אורך מסלול זוגי קצר ביותר מ-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he-IL" dirty="0"/>
                  <a:t> ל-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he-IL" dirty="0"/>
                  <a:t> ב-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he-IL" dirty="0"/>
                  <a:t>.</a:t>
                </a:r>
                <a:endParaRPr lang="he-IL" b="1" dirty="0"/>
              </a:p>
              <a:p>
                <a:pPr algn="r" rtl="1">
                  <a:spcAft>
                    <a:spcPts val="3000"/>
                  </a:spcAft>
                </a:pPr>
                <a:r>
                  <a:rPr lang="he-IL" b="1" dirty="0"/>
                  <a:t>טענת עזר:</a:t>
                </a:r>
                <a:r>
                  <a:rPr lang="he-IL" dirty="0"/>
                  <a:t> קיים </a:t>
                </a:r>
                <a:r>
                  <a:rPr lang="he-IL" u="sng" dirty="0"/>
                  <a:t>מסלול </a:t>
                </a:r>
                <a:r>
                  <a:rPr lang="he-IL" b="1" u="sng" dirty="0"/>
                  <a:t>פשוט</a:t>
                </a:r>
                <a:r>
                  <a:rPr lang="he-IL" dirty="0"/>
                  <a:t> באורך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he-IL" dirty="0"/>
                  <a:t> בין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he-IL" dirty="0"/>
                  <a:t> ל-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he-IL" dirty="0"/>
                  <a:t> ב-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he-IL" dirty="0"/>
                  <a:t> אמ"מ קיים </a:t>
                </a:r>
                <a:r>
                  <a:rPr lang="he-IL" u="sng" dirty="0"/>
                  <a:t>מסלול </a:t>
                </a:r>
                <a:r>
                  <a:rPr lang="he-IL" b="1" u="sng" dirty="0"/>
                  <a:t>פשוט</a:t>
                </a:r>
                <a:r>
                  <a:rPr lang="he-IL" dirty="0"/>
                  <a:t> באורך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he-IL" dirty="0"/>
                  <a:t> בין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he-IL" dirty="0"/>
                  <a:t> ל-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he-IL" dirty="0"/>
                  <a:t> ב-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he-IL" dirty="0"/>
                  <a:t>.</a:t>
                </a:r>
              </a:p>
              <a:p>
                <a:pPr algn="r" rtl="1"/>
                <a:r>
                  <a:rPr lang="he-IL" b="1" dirty="0"/>
                  <a:t>אבחנה:</a:t>
                </a:r>
                <a:r>
                  <a:rPr lang="he-IL" dirty="0"/>
                  <a:t> אורך כל מסלול (אם קיים) מ-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he-IL" dirty="0"/>
                  <a:t> ל-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he-IL" dirty="0"/>
                  <a:t> ב-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he-IL" dirty="0"/>
                  <a:t> הוא זוגי.</a:t>
                </a:r>
              </a:p>
              <a:p>
                <a:pPr algn="r" rtl="1">
                  <a:spcAft>
                    <a:spcPts val="3000"/>
                  </a:spcAft>
                </a:pPr>
                <a:r>
                  <a:rPr lang="he-IL" b="1" dirty="0"/>
                  <a:t>הסבר:</a:t>
                </a:r>
                <a:r>
                  <a:rPr lang="he-IL" dirty="0"/>
                  <a:t> </a:t>
                </a:r>
                <a14:m>
                  <m:oMath xmlns:m="http://schemas.openxmlformats.org/officeDocument/2006/math">
                    <m:r>
                      <a:rPr lang="" i="1" dirty="0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" i="1" dirty="0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he-IL" dirty="0"/>
                  <a:t> </a:t>
                </a:r>
                <a:r>
                  <a:rPr lang="" dirty="0"/>
                  <a:t>הוא גרף דו</a:t>
                </a:r>
                <a:r>
                  <a:rPr lang="he-IL" dirty="0"/>
                  <a:t>-</a:t>
                </a:r>
                <a:r>
                  <a:rPr lang="" dirty="0"/>
                  <a:t>חלקי עם הצדדים </a:t>
                </a:r>
                <a14:m>
                  <m:oMath xmlns:m="http://schemas.openxmlformats.org/officeDocument/2006/math">
                    <m:r>
                      <a:rPr lang="LID4096" i="1"/>
                      <m:t>𝑉</m:t>
                    </m:r>
                  </m:oMath>
                </a14:m>
                <a:r>
                  <a:rPr lang="he-IL" dirty="0"/>
                  <a:t> ו-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LID4096" i="1"/>
                        </m:ctrlPr>
                      </m:sSupPr>
                      <m:e>
                        <m:r>
                          <a:rPr lang="LID4096" i="1"/>
                          <m:t>𝑉</m:t>
                        </m:r>
                      </m:e>
                      <m:sup>
                        <m:r>
                          <a:rPr lang="LID4096"/>
                          <m:t>∗</m:t>
                        </m:r>
                      </m:sup>
                    </m:sSup>
                  </m:oMath>
                </a14:m>
                <a:r>
                  <a:rPr lang="he-IL" dirty="0"/>
                  <a:t>.</a:t>
                </a:r>
                <a:r>
                  <a:rPr lang="" dirty="0"/>
                  <a:t> לכן כל מסלול ב</a:t>
                </a:r>
                <a:r>
                  <a:rPr lang="he-IL" dirty="0"/>
                  <a:t>-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LID4096" i="1"/>
                        </m:ctrlPr>
                      </m:sSupPr>
                      <m:e>
                        <m:r>
                          <a:rPr lang="LID4096" i="1"/>
                          <m:t>𝐺</m:t>
                        </m:r>
                      </m:e>
                      <m:sup>
                        <m:r>
                          <a:rPr lang="LID4096"/>
                          <m:t>′</m:t>
                        </m:r>
                      </m:sup>
                    </m:sSup>
                  </m:oMath>
                </a14:m>
                <a:r>
                  <a:rPr lang="" dirty="0"/>
                  <a:t> עובר לסירוגין בין </a:t>
                </a:r>
                <a14:m>
                  <m:oMath xmlns:m="http://schemas.openxmlformats.org/officeDocument/2006/math">
                    <m:r>
                      <a:rPr lang="LID4096" i="1"/>
                      <m:t>𝑉</m:t>
                    </m:r>
                  </m:oMath>
                </a14:m>
                <a:r>
                  <a:rPr lang="he-IL" dirty="0"/>
                  <a:t> </a:t>
                </a:r>
                <a:r>
                  <a:rPr lang="" dirty="0"/>
                  <a:t>ל</a:t>
                </a:r>
                <a:r>
                  <a:rPr lang="he-IL" dirty="0"/>
                  <a:t>-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LID4096" i="1"/>
                        </m:ctrlPr>
                      </m:sSupPr>
                      <m:e>
                        <m:r>
                          <a:rPr lang="LID4096" i="1"/>
                          <m:t>𝑉</m:t>
                        </m:r>
                      </m:e>
                      <m:sup>
                        <m:r>
                          <a:rPr lang="LID4096"/>
                          <m:t>∗</m:t>
                        </m:r>
                      </m:sup>
                    </m:sSup>
                  </m:oMath>
                </a14:m>
                <a:r>
                  <a:rPr lang="he-IL" dirty="0"/>
                  <a:t>, </a:t>
                </a:r>
                <a:r>
                  <a:rPr lang="" dirty="0"/>
                  <a:t>ומסלול שמתחיל ומסתיים ב</a:t>
                </a:r>
                <a:r>
                  <a:rPr lang="he-IL" dirty="0"/>
                  <a:t>-</a:t>
                </a:r>
                <a14:m>
                  <m:oMath xmlns:m="http://schemas.openxmlformats.org/officeDocument/2006/math">
                    <m:r>
                      <a:rPr lang="LID4096" i="1"/>
                      <m:t>𝑉</m:t>
                    </m:r>
                  </m:oMath>
                </a14:m>
                <a:r>
                  <a:rPr lang="" dirty="0"/>
                  <a:t> הוא באורך זוגי</a:t>
                </a:r>
                <a:r>
                  <a:rPr lang="he-IL" dirty="0"/>
                  <a:t>.</a:t>
                </a:r>
              </a:p>
              <a:p>
                <a:pPr algn="r" rtl="1">
                  <a:spcAft>
                    <a:spcPts val="3000"/>
                  </a:spcAft>
                </a:pPr>
                <a:r>
                  <a:rPr lang="he-IL" dirty="0"/>
                  <a:t>תחילה נסיק את הטענה הראשית מטענת העזר, ולאחר מכן נוכיח את טענת העזר.</a:t>
                </a:r>
              </a:p>
              <a:p>
                <a:pPr algn="r" rtl="1"/>
                <a:endParaRPr lang="he-IL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FA88C7F-B0E3-41E7-B869-19391C99FD2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179090" y="1845734"/>
                <a:ext cx="6976590" cy="4023360"/>
              </a:xfrm>
              <a:blipFill>
                <a:blip r:embed="rId3"/>
                <a:stretch>
                  <a:fillRect l="-1836" t="-1818" r="-2273" b="-1818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B38C44-9B4C-4CBD-9A4B-0F7353E630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976B1-0F8F-45C8-A9EC-34F383619CAB}" type="datetime9">
              <a:rPr lang="he-IL" smtClean="0"/>
              <a:t>16 אוקטובר, 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85C648-946F-4C5E-82B9-296A6F6BDB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50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1578D1-8459-4809-B749-39FDFA4737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תרגול 1 - מבוא ורדוקציות</a:t>
            </a:r>
            <a:endParaRPr lang="en-US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D0788F6-5CB0-B873-F0DA-D75282C5D382}"/>
              </a:ext>
            </a:extLst>
          </p:cNvPr>
          <p:cNvGrpSpPr/>
          <p:nvPr/>
        </p:nvGrpSpPr>
        <p:grpSpPr>
          <a:xfrm>
            <a:off x="489787" y="1835265"/>
            <a:ext cx="3161758" cy="1612354"/>
            <a:chOff x="2455126" y="3645711"/>
            <a:chExt cx="3161758" cy="1612354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8F3D8AA9-CFE1-DD1C-FC18-D747FDFB45C3}"/>
                </a:ext>
              </a:extLst>
            </p:cNvPr>
            <p:cNvGrpSpPr/>
            <p:nvPr/>
          </p:nvGrpSpPr>
          <p:grpSpPr>
            <a:xfrm>
              <a:off x="2455126" y="3645711"/>
              <a:ext cx="3161758" cy="1612354"/>
              <a:chOff x="2793604" y="3636186"/>
              <a:chExt cx="3161758" cy="1612354"/>
            </a:xfrm>
          </p:grpSpPr>
          <p:grpSp>
            <p:nvGrpSpPr>
              <p:cNvPr id="20" name="Group 19">
                <a:extLst>
                  <a:ext uri="{FF2B5EF4-FFF2-40B4-BE49-F238E27FC236}">
                    <a16:creationId xmlns:a16="http://schemas.microsoft.com/office/drawing/2014/main" id="{D2067C3C-D0B0-F517-85D6-2661D9F0DEC4}"/>
                  </a:ext>
                </a:extLst>
              </p:cNvPr>
              <p:cNvGrpSpPr/>
              <p:nvPr/>
            </p:nvGrpSpPr>
            <p:grpSpPr>
              <a:xfrm>
                <a:off x="2793604" y="3636186"/>
                <a:ext cx="3161758" cy="1612354"/>
                <a:chOff x="2860279" y="3421911"/>
                <a:chExt cx="3161758" cy="1612354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2" name="Oval 21">
                      <a:extLst>
                        <a:ext uri="{FF2B5EF4-FFF2-40B4-BE49-F238E27FC236}">
                          <a16:creationId xmlns:a16="http://schemas.microsoft.com/office/drawing/2014/main" id="{3D1AF9F7-0A7B-9D2E-A91C-C3AAA1524F9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860279" y="3955311"/>
                      <a:ext cx="533400" cy="533400"/>
                    </a:xfrm>
                    <a:prstGeom prst="ellipse">
                      <a:avLst/>
                    </a:prstGeom>
                    <a:noFill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oMath>
                        </m:oMathPara>
                      </a14:m>
                      <a:endParaRPr lang="en-IL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12" name="Oval 11">
                      <a:extLst>
                        <a:ext uri="{FF2B5EF4-FFF2-40B4-BE49-F238E27FC236}">
                          <a16:creationId xmlns:a16="http://schemas.microsoft.com/office/drawing/2014/main" id="{FEF74ED4-B8FE-4D8F-A512-15434C44340A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860279" y="3955311"/>
                      <a:ext cx="533400" cy="533400"/>
                    </a:xfrm>
                    <a:prstGeom prst="ellipse">
                      <a:avLst/>
                    </a:prstGeom>
                    <a:blipFill>
                      <a:blip r:embed="rId4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IL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3" name="Oval 22">
                      <a:extLst>
                        <a:ext uri="{FF2B5EF4-FFF2-40B4-BE49-F238E27FC236}">
                          <a16:creationId xmlns:a16="http://schemas.microsoft.com/office/drawing/2014/main" id="{D75F9539-4532-7FC1-42B8-5D13B0F96CE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181741" y="3421911"/>
                      <a:ext cx="537179" cy="533400"/>
                    </a:xfrm>
                    <a:prstGeom prst="ellipse">
                      <a:avLst/>
                    </a:prstGeom>
                    <a:noFill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oMath>
                        </m:oMathPara>
                      </a14:m>
                      <a:endParaRPr lang="en-IL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13" name="Oval 12">
                      <a:extLst>
                        <a:ext uri="{FF2B5EF4-FFF2-40B4-BE49-F238E27FC236}">
                          <a16:creationId xmlns:a16="http://schemas.microsoft.com/office/drawing/2014/main" id="{E65626BB-ACDD-4230-AFD5-8B79112FF6D4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181741" y="3421911"/>
                      <a:ext cx="537179" cy="533400"/>
                    </a:xfrm>
                    <a:prstGeom prst="ellipse">
                      <a:avLst/>
                    </a:prstGeom>
                    <a:blipFill>
                      <a:blip r:embed="rId5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IL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4" name="Oval 23">
                      <a:extLst>
                        <a:ext uri="{FF2B5EF4-FFF2-40B4-BE49-F238E27FC236}">
                          <a16:creationId xmlns:a16="http://schemas.microsoft.com/office/drawing/2014/main" id="{A5EE22B2-FC06-7E52-9257-EFDE2073840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488637" y="3967465"/>
                      <a:ext cx="533400" cy="533400"/>
                    </a:xfrm>
                    <a:prstGeom prst="ellipse">
                      <a:avLst/>
                    </a:prstGeom>
                    <a:noFill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>
                            <m:r>
                              <a:rPr lang="en-US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oMath>
                        </m:oMathPara>
                      </a14:m>
                      <a:endParaRPr lang="en-IL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14" name="Oval 13">
                      <a:extLst>
                        <a:ext uri="{FF2B5EF4-FFF2-40B4-BE49-F238E27FC236}">
                          <a16:creationId xmlns:a16="http://schemas.microsoft.com/office/drawing/2014/main" id="{49A600B8-630C-4E82-A6EC-BA78E2C64F01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488637" y="3967465"/>
                      <a:ext cx="533400" cy="533400"/>
                    </a:xfrm>
                    <a:prstGeom prst="ellipse">
                      <a:avLst/>
                    </a:prstGeom>
                    <a:blipFill>
                      <a:blip r:embed="rId6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IL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5" name="Oval 24">
                      <a:extLst>
                        <a:ext uri="{FF2B5EF4-FFF2-40B4-BE49-F238E27FC236}">
                          <a16:creationId xmlns:a16="http://schemas.microsoft.com/office/drawing/2014/main" id="{BA8F96A7-03E7-598F-396B-3A9DBD442C9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672871" y="4500865"/>
                      <a:ext cx="533400" cy="533400"/>
                    </a:xfrm>
                    <a:prstGeom prst="ellipse">
                      <a:avLst/>
                    </a:prstGeom>
                    <a:noFill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oMath>
                        </m:oMathPara>
                      </a14:m>
                      <a:endParaRPr lang="en-IL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15" name="Oval 14">
                      <a:extLst>
                        <a:ext uri="{FF2B5EF4-FFF2-40B4-BE49-F238E27FC236}">
                          <a16:creationId xmlns:a16="http://schemas.microsoft.com/office/drawing/2014/main" id="{FE929BEA-1389-4FE8-A1C2-1021804738B4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672871" y="4500865"/>
                      <a:ext cx="533400" cy="533400"/>
                    </a:xfrm>
                    <a:prstGeom prst="ellipse">
                      <a:avLst/>
                    </a:prstGeom>
                    <a:blipFill>
                      <a:blip r:embed="rId7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IL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6" name="Oval 25">
                      <a:extLst>
                        <a:ext uri="{FF2B5EF4-FFF2-40B4-BE49-F238E27FC236}">
                          <a16:creationId xmlns:a16="http://schemas.microsoft.com/office/drawing/2014/main" id="{1BE49834-CB89-8817-CD3F-904DA5A132A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694392" y="4500865"/>
                      <a:ext cx="533400" cy="533400"/>
                    </a:xfrm>
                    <a:prstGeom prst="ellipse">
                      <a:avLst/>
                    </a:prstGeom>
                    <a:noFill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oMath>
                        </m:oMathPara>
                      </a14:m>
                      <a:endParaRPr lang="en-IL" dirty="0"/>
                    </a:p>
                  </p:txBody>
                </p:sp>
              </mc:Choice>
              <mc:Fallback xmlns="">
                <p:sp>
                  <p:nvSpPr>
                    <p:cNvPr id="16" name="Oval 15">
                      <a:extLst>
                        <a:ext uri="{FF2B5EF4-FFF2-40B4-BE49-F238E27FC236}">
                          <a16:creationId xmlns:a16="http://schemas.microsoft.com/office/drawing/2014/main" id="{EB72B54D-27A4-4983-8388-A13F93AA6DCF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694392" y="4500865"/>
                      <a:ext cx="533400" cy="533400"/>
                    </a:xfrm>
                    <a:prstGeom prst="ellipse">
                      <a:avLst/>
                    </a:prstGeom>
                    <a:blipFill>
                      <a:blip r:embed="rId8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IL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27" name="Straight Connector 26">
                  <a:extLst>
                    <a:ext uri="{FF2B5EF4-FFF2-40B4-BE49-F238E27FC236}">
                      <a16:creationId xmlns:a16="http://schemas.microsoft.com/office/drawing/2014/main" id="{1B2C9E57-E452-FCBA-90E6-FEE766C523CF}"/>
                    </a:ext>
                  </a:extLst>
                </p:cNvPr>
                <p:cNvCxnSpPr>
                  <a:stCxn id="22" idx="5"/>
                  <a:endCxn id="25" idx="2"/>
                </p:cNvCxnSpPr>
                <p:nvPr/>
              </p:nvCxnSpPr>
              <p:spPr>
                <a:xfrm>
                  <a:off x="3315564" y="4410596"/>
                  <a:ext cx="357307" cy="356969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" name="Straight Connector 27">
                  <a:extLst>
                    <a:ext uri="{FF2B5EF4-FFF2-40B4-BE49-F238E27FC236}">
                      <a16:creationId xmlns:a16="http://schemas.microsoft.com/office/drawing/2014/main" id="{D825E6CC-5012-D69A-5590-A481D7AC70B5}"/>
                    </a:ext>
                  </a:extLst>
                </p:cNvPr>
                <p:cNvCxnSpPr>
                  <a:cxnSpLocks/>
                  <a:stCxn id="25" idx="6"/>
                  <a:endCxn id="26" idx="2"/>
                </p:cNvCxnSpPr>
                <p:nvPr/>
              </p:nvCxnSpPr>
              <p:spPr>
                <a:xfrm>
                  <a:off x="4206271" y="4767565"/>
                  <a:ext cx="488121" cy="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" name="Straight Connector 28">
                  <a:extLst>
                    <a:ext uri="{FF2B5EF4-FFF2-40B4-BE49-F238E27FC236}">
                      <a16:creationId xmlns:a16="http://schemas.microsoft.com/office/drawing/2014/main" id="{0C8F52F7-C003-9CB2-5A09-394148E4410E}"/>
                    </a:ext>
                  </a:extLst>
                </p:cNvPr>
                <p:cNvCxnSpPr>
                  <a:cxnSpLocks/>
                  <a:stCxn id="23" idx="6"/>
                  <a:endCxn id="24" idx="2"/>
                </p:cNvCxnSpPr>
                <p:nvPr/>
              </p:nvCxnSpPr>
              <p:spPr>
                <a:xfrm>
                  <a:off x="4718920" y="3688611"/>
                  <a:ext cx="769717" cy="545554"/>
                </a:xfrm>
                <a:prstGeom prst="line">
                  <a:avLst/>
                </a:prstGeom>
                <a:ln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1B208F20-73B6-8CE5-525C-3E28D2F84706}"/>
                  </a:ext>
                </a:extLst>
              </p:cNvPr>
              <p:cNvCxnSpPr>
                <a:stCxn id="25" idx="0"/>
                <a:endCxn id="23" idx="3"/>
              </p:cNvCxnSpPr>
              <p:nvPr/>
            </p:nvCxnSpPr>
            <p:spPr>
              <a:xfrm flipV="1">
                <a:off x="3872896" y="4091471"/>
                <a:ext cx="320838" cy="623669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426C6094-80AF-84C9-2FC0-86760916A5C1}"/>
                </a:ext>
              </a:extLst>
            </p:cNvPr>
            <p:cNvCxnSpPr>
              <a:cxnSpLocks/>
              <a:stCxn id="23" idx="5"/>
              <a:endCxn id="26" idx="0"/>
            </p:cNvCxnSpPr>
            <p:nvPr/>
          </p:nvCxnSpPr>
          <p:spPr>
            <a:xfrm>
              <a:off x="4235099" y="4100996"/>
              <a:ext cx="320840" cy="623669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Arrow: Right 29">
            <a:extLst>
              <a:ext uri="{FF2B5EF4-FFF2-40B4-BE49-F238E27FC236}">
                <a16:creationId xmlns:a16="http://schemas.microsoft.com/office/drawing/2014/main" id="{BB9FF7FB-5AEE-20F4-BC69-0FEF929A8D9D}"/>
              </a:ext>
            </a:extLst>
          </p:cNvPr>
          <p:cNvSpPr/>
          <p:nvPr/>
        </p:nvSpPr>
        <p:spPr>
          <a:xfrm rot="5400000">
            <a:off x="1752603" y="3702429"/>
            <a:ext cx="654470" cy="515295"/>
          </a:xfrm>
          <a:prstGeom prst="rightArrow">
            <a:avLst>
              <a:gd name="adj1" fmla="val 33684"/>
              <a:gd name="adj2" fmla="val 64278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C5CBAD0C-B96D-0628-3749-58F125E0932C}"/>
              </a:ext>
            </a:extLst>
          </p:cNvPr>
          <p:cNvGrpSpPr/>
          <p:nvPr/>
        </p:nvGrpSpPr>
        <p:grpSpPr>
          <a:xfrm>
            <a:off x="225557" y="4461736"/>
            <a:ext cx="3708562" cy="1750425"/>
            <a:chOff x="6949124" y="1922829"/>
            <a:chExt cx="3708562" cy="1750425"/>
          </a:xfrm>
        </p:grpSpPr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41E7ADAD-E6D7-7102-9D3A-F4F2933C448D}"/>
                </a:ext>
              </a:extLst>
            </p:cNvPr>
            <p:cNvCxnSpPr>
              <a:cxnSpLocks/>
              <a:stCxn id="34" idx="6"/>
              <a:endCxn id="53" idx="2"/>
            </p:cNvCxnSpPr>
            <p:nvPr/>
          </p:nvCxnSpPr>
          <p:spPr>
            <a:xfrm flipV="1">
              <a:off x="9011973" y="3406553"/>
              <a:ext cx="260284" cy="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7966B03E-F68B-B90E-CCCB-5E4BBB527731}"/>
                </a:ext>
              </a:extLst>
            </p:cNvPr>
            <p:cNvGrpSpPr/>
            <p:nvPr/>
          </p:nvGrpSpPr>
          <p:grpSpPr>
            <a:xfrm>
              <a:off x="6949124" y="1922829"/>
              <a:ext cx="3708562" cy="1750425"/>
              <a:chOff x="6917435" y="2189528"/>
              <a:chExt cx="3708562" cy="1750425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4" name="Oval 33">
                    <a:extLst>
                      <a:ext uri="{FF2B5EF4-FFF2-40B4-BE49-F238E27FC236}">
                        <a16:creationId xmlns:a16="http://schemas.microsoft.com/office/drawing/2014/main" id="{0797188A-D7FD-C47A-329C-D732A4942FAD}"/>
                      </a:ext>
                    </a:extLst>
                  </p:cNvPr>
                  <p:cNvSpPr/>
                  <p:nvPr/>
                </p:nvSpPr>
                <p:spPr>
                  <a:xfrm>
                    <a:off x="8621701" y="3493961"/>
                    <a:ext cx="358583" cy="358583"/>
                  </a:xfrm>
                  <a:prstGeom prst="ellipse">
                    <a:avLst/>
                  </a:prstGeom>
                  <a:noFill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>
                          <m:acc>
                            <m:accPr>
                              <m:chr m:val="̅"/>
                              <m:ctrl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𝑥𝑧</m:t>
                              </m:r>
                            </m:e>
                          </m:acc>
                        </m:oMath>
                      </m:oMathPara>
                    </a14:m>
                    <a:endParaRPr lang="en-IL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49" name="Oval 48">
                    <a:extLst>
                      <a:ext uri="{FF2B5EF4-FFF2-40B4-BE49-F238E27FC236}">
                        <a16:creationId xmlns:a16="http://schemas.microsoft.com/office/drawing/2014/main" id="{941CF888-205B-423F-985F-3BFEBDF16A91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621701" y="3493961"/>
                    <a:ext cx="358583" cy="358583"/>
                  </a:xfrm>
                  <a:prstGeom prst="ellipse">
                    <a:avLst/>
                  </a:prstGeom>
                  <a:blipFill>
                    <a:blip r:embed="rId9"/>
                    <a:stretch>
                      <a:fillRect l="-6557"/>
                    </a:stretch>
                  </a:blipFill>
                </p:spPr>
                <p:txBody>
                  <a:bodyPr/>
                  <a:lstStyle/>
                  <a:p>
                    <a:r>
                      <a:rPr lang="he-IL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0D4C29D6-E2FE-80A0-0590-94DBD8C4A131}"/>
                  </a:ext>
                </a:extLst>
              </p:cNvPr>
              <p:cNvGrpSpPr/>
              <p:nvPr/>
            </p:nvGrpSpPr>
            <p:grpSpPr>
              <a:xfrm>
                <a:off x="6917435" y="2189528"/>
                <a:ext cx="3708562" cy="1750425"/>
                <a:chOff x="6936188" y="2156548"/>
                <a:chExt cx="3708562" cy="1750425"/>
              </a:xfrm>
            </p:grpSpPr>
            <p:grpSp>
              <p:nvGrpSpPr>
                <p:cNvPr id="36" name="Group 35">
                  <a:extLst>
                    <a:ext uri="{FF2B5EF4-FFF2-40B4-BE49-F238E27FC236}">
                      <a16:creationId xmlns:a16="http://schemas.microsoft.com/office/drawing/2014/main" id="{D9B606F5-7A34-3C68-E6A9-26FADD5718E3}"/>
                    </a:ext>
                  </a:extLst>
                </p:cNvPr>
                <p:cNvGrpSpPr/>
                <p:nvPr/>
              </p:nvGrpSpPr>
              <p:grpSpPr>
                <a:xfrm>
                  <a:off x="6936188" y="2156548"/>
                  <a:ext cx="3708562" cy="1750425"/>
                  <a:chOff x="2180374" y="3596257"/>
                  <a:chExt cx="3708562" cy="1750425"/>
                </a:xfrm>
              </p:grpSpPr>
              <p:grpSp>
                <p:nvGrpSpPr>
                  <p:cNvPr id="45" name="Group 44">
                    <a:extLst>
                      <a:ext uri="{FF2B5EF4-FFF2-40B4-BE49-F238E27FC236}">
                        <a16:creationId xmlns:a16="http://schemas.microsoft.com/office/drawing/2014/main" id="{6D9302B7-49F7-81F1-114A-529B4AF07C52}"/>
                      </a:ext>
                    </a:extLst>
                  </p:cNvPr>
                  <p:cNvGrpSpPr/>
                  <p:nvPr/>
                </p:nvGrpSpPr>
                <p:grpSpPr>
                  <a:xfrm>
                    <a:off x="2180374" y="3596257"/>
                    <a:ext cx="3708562" cy="1750425"/>
                    <a:chOff x="2518852" y="3586732"/>
                    <a:chExt cx="3708562" cy="1750425"/>
                  </a:xfrm>
                </p:grpSpPr>
                <p:grpSp>
                  <p:nvGrpSpPr>
                    <p:cNvPr id="47" name="Group 46">
                      <a:extLst>
                        <a:ext uri="{FF2B5EF4-FFF2-40B4-BE49-F238E27FC236}">
                          <a16:creationId xmlns:a16="http://schemas.microsoft.com/office/drawing/2014/main" id="{4FDCD51E-0A1E-9069-EBF9-712B9ECF5AC8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518852" y="3586732"/>
                      <a:ext cx="3708562" cy="1750425"/>
                      <a:chOff x="2585527" y="3372457"/>
                      <a:chExt cx="3708562" cy="1750425"/>
                    </a:xfrm>
                  </p:grpSpPr>
                  <mc:AlternateContent xmlns:mc="http://schemas.openxmlformats.org/markup-compatibility/2006" xmlns:a14="http://schemas.microsoft.com/office/drawing/2010/main">
                    <mc:Choice Requires="a14">
                      <p:sp>
                        <p:nvSpPr>
                          <p:cNvPr id="49" name="Oval 48">
                            <a:extLst>
                              <a:ext uri="{FF2B5EF4-FFF2-40B4-BE49-F238E27FC236}">
                                <a16:creationId xmlns:a16="http://schemas.microsoft.com/office/drawing/2014/main" id="{0E6C902D-793B-7F6C-B27D-91C6AFAC4B42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2585527" y="3596949"/>
                            <a:ext cx="533400" cy="533400"/>
                          </a:xfrm>
                          <a:prstGeom prst="ellipse">
                            <a:avLst/>
                          </a:prstGeom>
                          <a:noFill/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14:m>
                              <m:oMathPara xmlns:m="http://schemas.openxmlformats.org/officeDocument/2006/math">
                                <m:oMath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oMath>
                              </m:oMathPara>
                            </a14:m>
                            <a:endParaRPr lang="en-IL" dirty="0">
                              <a:solidFill>
                                <a:schemeClr val="tx1"/>
                              </a:solidFill>
                            </a:endParaRPr>
                          </a:p>
                        </p:txBody>
                      </p:sp>
                    </mc:Choice>
                    <mc:Fallback xmlns="">
                      <p:sp>
                        <p:nvSpPr>
                          <p:cNvPr id="26" name="Oval 25">
                            <a:extLst>
                              <a:ext uri="{FF2B5EF4-FFF2-40B4-BE49-F238E27FC236}">
                                <a16:creationId xmlns:a16="http://schemas.microsoft.com/office/drawing/2014/main" id="{ACC42863-A838-4A93-A22C-CBC8ADC6618E}"/>
                              </a:ext>
                            </a:extLst>
                          </p:cNvPr>
                          <p:cNvSpPr>
                            <a:spLocks noRot="1" noChangeAspect="1" noMove="1" noResize="1" noEditPoints="1" noAdjustHandles="1" noChangeArrowheads="1" noChangeShapeType="1" noTextEdit="1"/>
                          </p:cNvSpPr>
                          <p:nvPr/>
                        </p:nvSpPr>
                        <p:spPr>
                          <a:xfrm>
                            <a:off x="2585527" y="3596949"/>
                            <a:ext cx="533400" cy="533400"/>
                          </a:xfrm>
                          <a:prstGeom prst="ellipse">
                            <a:avLst/>
                          </a:prstGeom>
                          <a:blipFill>
                            <a:blip r:embed="rId10"/>
                            <a:stretch>
                              <a:fillRect/>
                            </a:stretch>
                          </a:blipFill>
                        </p:spPr>
                        <p:txBody>
                          <a:bodyPr/>
                          <a:lstStyle/>
                          <a:p>
                            <a:r>
                              <a:rPr lang="he-IL">
                                <a:noFill/>
                              </a:rPr>
                              <a:t> </a:t>
                            </a:r>
                          </a:p>
                        </p:txBody>
                      </p:sp>
                    </mc:Fallback>
                  </mc:AlternateContent>
                  <mc:AlternateContent xmlns:mc="http://schemas.openxmlformats.org/markup-compatibility/2006" xmlns:a14="http://schemas.microsoft.com/office/drawing/2010/main">
                    <mc:Choice Requires="a14">
                      <p:sp>
                        <p:nvSpPr>
                          <p:cNvPr id="50" name="Oval 49">
                            <a:extLst>
                              <a:ext uri="{FF2B5EF4-FFF2-40B4-BE49-F238E27FC236}">
                                <a16:creationId xmlns:a16="http://schemas.microsoft.com/office/drawing/2014/main" id="{5F7F2EA2-FDFC-D80B-20EB-371DE04DF573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4198553" y="3372457"/>
                            <a:ext cx="537179" cy="533400"/>
                          </a:xfrm>
                          <a:prstGeom prst="ellipse">
                            <a:avLst/>
                          </a:prstGeom>
                          <a:noFill/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14:m>
                              <m:oMathPara xmlns:m="http://schemas.openxmlformats.org/officeDocument/2006/math">
                                <m:oMath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oMath>
                              </m:oMathPara>
                            </a14:m>
                            <a:endParaRPr lang="en-IL" dirty="0">
                              <a:solidFill>
                                <a:schemeClr val="tx1"/>
                              </a:solidFill>
                            </a:endParaRPr>
                          </a:p>
                        </p:txBody>
                      </p:sp>
                    </mc:Choice>
                    <mc:Fallback xmlns="">
                      <p:sp>
                        <p:nvSpPr>
                          <p:cNvPr id="27" name="Oval 26">
                            <a:extLst>
                              <a:ext uri="{FF2B5EF4-FFF2-40B4-BE49-F238E27FC236}">
                                <a16:creationId xmlns:a16="http://schemas.microsoft.com/office/drawing/2014/main" id="{B232E8DD-5352-4D9B-8873-7144B8E63F45}"/>
                              </a:ext>
                            </a:extLst>
                          </p:cNvPr>
                          <p:cNvSpPr>
                            <a:spLocks noRot="1" noChangeAspect="1" noMove="1" noResize="1" noEditPoints="1" noAdjustHandles="1" noChangeArrowheads="1" noChangeShapeType="1" noTextEdit="1"/>
                          </p:cNvSpPr>
                          <p:nvPr/>
                        </p:nvSpPr>
                        <p:spPr>
                          <a:xfrm>
                            <a:off x="4198553" y="3372457"/>
                            <a:ext cx="537179" cy="533400"/>
                          </a:xfrm>
                          <a:prstGeom prst="ellipse">
                            <a:avLst/>
                          </a:prstGeom>
                          <a:blipFill>
                            <a:blip r:embed="rId11"/>
                            <a:stretch>
                              <a:fillRect/>
                            </a:stretch>
                          </a:blipFill>
                        </p:spPr>
                        <p:txBody>
                          <a:bodyPr/>
                          <a:lstStyle/>
                          <a:p>
                            <a:r>
                              <a:rPr lang="he-IL">
                                <a:noFill/>
                              </a:rPr>
                              <a:t> </a:t>
                            </a:r>
                          </a:p>
                        </p:txBody>
                      </p:sp>
                    </mc:Fallback>
                  </mc:AlternateContent>
                  <mc:AlternateContent xmlns:mc="http://schemas.openxmlformats.org/markup-compatibility/2006" xmlns:a14="http://schemas.microsoft.com/office/drawing/2010/main">
                    <mc:Choice Requires="a14">
                      <p:sp>
                        <p:nvSpPr>
                          <p:cNvPr id="51" name="Oval 50">
                            <a:extLst>
                              <a:ext uri="{FF2B5EF4-FFF2-40B4-BE49-F238E27FC236}">
                                <a16:creationId xmlns:a16="http://schemas.microsoft.com/office/drawing/2014/main" id="{FC236B50-1F24-3655-13CA-DCE3213EA3D3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760689" y="3921525"/>
                            <a:ext cx="533400" cy="533400"/>
                          </a:xfrm>
                          <a:prstGeom prst="ellipse">
                            <a:avLst/>
                          </a:prstGeom>
                          <a:noFill/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14:m>
                              <m:oMathPara xmlns:m="http://schemas.openxmlformats.org/officeDocument/2006/math">
                                <m:oMath>
                                  <m:r>
                                    <a:rPr lang="en-US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oMath>
                              </m:oMathPara>
                            </a14:m>
                            <a:endParaRPr lang="en-IL" dirty="0">
                              <a:solidFill>
                                <a:schemeClr val="tx1"/>
                              </a:solidFill>
                            </a:endParaRPr>
                          </a:p>
                        </p:txBody>
                      </p:sp>
                    </mc:Choice>
                    <mc:Fallback xmlns="">
                      <p:sp>
                        <p:nvSpPr>
                          <p:cNvPr id="28" name="Oval 27">
                            <a:extLst>
                              <a:ext uri="{FF2B5EF4-FFF2-40B4-BE49-F238E27FC236}">
                                <a16:creationId xmlns:a16="http://schemas.microsoft.com/office/drawing/2014/main" id="{8900CB3D-7DE5-4AFF-BC26-B96BC23B80CA}"/>
                              </a:ext>
                            </a:extLst>
                          </p:cNvPr>
                          <p:cNvSpPr>
                            <a:spLocks noRot="1" noChangeAspect="1" noMove="1" noResize="1" noEditPoints="1" noAdjustHandles="1" noChangeArrowheads="1" noChangeShapeType="1" noTextEdit="1"/>
                          </p:cNvSpPr>
                          <p:nvPr/>
                        </p:nvSpPr>
                        <p:spPr>
                          <a:xfrm>
                            <a:off x="5760689" y="3921525"/>
                            <a:ext cx="533400" cy="533400"/>
                          </a:xfrm>
                          <a:prstGeom prst="ellipse">
                            <a:avLst/>
                          </a:prstGeom>
                          <a:blipFill>
                            <a:blip r:embed="rId12"/>
                            <a:stretch>
                              <a:fillRect/>
                            </a:stretch>
                          </a:blipFill>
                        </p:spPr>
                        <p:txBody>
                          <a:bodyPr/>
                          <a:lstStyle/>
                          <a:p>
                            <a:r>
                              <a:rPr lang="he-IL">
                                <a:noFill/>
                              </a:rPr>
                              <a:t> </a:t>
                            </a:r>
                          </a:p>
                        </p:txBody>
                      </p:sp>
                    </mc:Fallback>
                  </mc:AlternateContent>
                  <mc:AlternateContent xmlns:mc="http://schemas.openxmlformats.org/markup-compatibility/2006" xmlns:a14="http://schemas.microsoft.com/office/drawing/2010/main">
                    <mc:Choice Requires="a14">
                      <p:sp>
                        <p:nvSpPr>
                          <p:cNvPr id="52" name="Oval 51">
                            <a:extLst>
                              <a:ext uri="{FF2B5EF4-FFF2-40B4-BE49-F238E27FC236}">
                                <a16:creationId xmlns:a16="http://schemas.microsoft.com/office/drawing/2014/main" id="{4627EB20-D9D3-EACF-96A6-4FD9DB416F40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3581576" y="4589482"/>
                            <a:ext cx="533400" cy="533400"/>
                          </a:xfrm>
                          <a:prstGeom prst="ellipse">
                            <a:avLst/>
                          </a:prstGeom>
                          <a:noFill/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14:m>
                              <m:oMathPara xmlns:m="http://schemas.openxmlformats.org/officeDocument/2006/math">
                                <m:oMath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oMath>
                              </m:oMathPara>
                            </a14:m>
                            <a:endParaRPr lang="en-IL" dirty="0">
                              <a:solidFill>
                                <a:schemeClr val="tx1"/>
                              </a:solidFill>
                            </a:endParaRPr>
                          </a:p>
                        </p:txBody>
                      </p:sp>
                    </mc:Choice>
                    <mc:Fallback xmlns="">
                      <p:sp>
                        <p:nvSpPr>
                          <p:cNvPr id="29" name="Oval 28">
                            <a:extLst>
                              <a:ext uri="{FF2B5EF4-FFF2-40B4-BE49-F238E27FC236}">
                                <a16:creationId xmlns:a16="http://schemas.microsoft.com/office/drawing/2014/main" id="{3F600205-073A-4381-A058-F2CC5028BCDA}"/>
                              </a:ext>
                            </a:extLst>
                          </p:cNvPr>
                          <p:cNvSpPr>
                            <a:spLocks noRot="1" noChangeAspect="1" noMove="1" noResize="1" noEditPoints="1" noAdjustHandles="1" noChangeArrowheads="1" noChangeShapeType="1" noTextEdit="1"/>
                          </p:cNvSpPr>
                          <p:nvPr/>
                        </p:nvSpPr>
                        <p:spPr>
                          <a:xfrm>
                            <a:off x="3581576" y="4589482"/>
                            <a:ext cx="533400" cy="533400"/>
                          </a:xfrm>
                          <a:prstGeom prst="ellipse">
                            <a:avLst/>
                          </a:prstGeom>
                          <a:blipFill>
                            <a:blip r:embed="rId13"/>
                            <a:stretch>
                              <a:fillRect/>
                            </a:stretch>
                          </a:blipFill>
                        </p:spPr>
                        <p:txBody>
                          <a:bodyPr/>
                          <a:lstStyle/>
                          <a:p>
                            <a:r>
                              <a:rPr lang="he-IL">
                                <a:noFill/>
                              </a:rPr>
                              <a:t> </a:t>
                            </a:r>
                          </a:p>
                        </p:txBody>
                      </p:sp>
                    </mc:Fallback>
                  </mc:AlternateContent>
                  <mc:AlternateContent xmlns:mc="http://schemas.openxmlformats.org/markup-compatibility/2006" xmlns:a14="http://schemas.microsoft.com/office/drawing/2010/main">
                    <mc:Choice Requires="a14">
                      <p:sp>
                        <p:nvSpPr>
                          <p:cNvPr id="53" name="Oval 52">
                            <a:extLst>
                              <a:ext uri="{FF2B5EF4-FFF2-40B4-BE49-F238E27FC236}">
                                <a16:creationId xmlns:a16="http://schemas.microsoft.com/office/drawing/2014/main" id="{5E3C87C8-214C-F1DD-4199-74EB18107A82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4908660" y="4589481"/>
                            <a:ext cx="533400" cy="533400"/>
                          </a:xfrm>
                          <a:prstGeom prst="ellipse">
                            <a:avLst/>
                          </a:prstGeom>
                          <a:noFill/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14:m>
                              <m:oMathPara xmlns:m="http://schemas.openxmlformats.org/officeDocument/2006/math">
                                <m:oMath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oMath>
                              </m:oMathPara>
                            </a14:m>
                            <a:endParaRPr lang="en-IL" dirty="0"/>
                          </a:p>
                        </p:txBody>
                      </p:sp>
                    </mc:Choice>
                    <mc:Fallback xmlns="">
                      <p:sp>
                        <p:nvSpPr>
                          <p:cNvPr id="30" name="Oval 29">
                            <a:extLst>
                              <a:ext uri="{FF2B5EF4-FFF2-40B4-BE49-F238E27FC236}">
                                <a16:creationId xmlns:a16="http://schemas.microsoft.com/office/drawing/2014/main" id="{C5E59A46-B05F-4921-895A-4514CBE08F85}"/>
                              </a:ext>
                            </a:extLst>
                          </p:cNvPr>
                          <p:cNvSpPr>
                            <a:spLocks noRot="1" noChangeAspect="1" noMove="1" noResize="1" noEditPoints="1" noAdjustHandles="1" noChangeArrowheads="1" noChangeShapeType="1" noTextEdit="1"/>
                          </p:cNvSpPr>
                          <p:nvPr/>
                        </p:nvSpPr>
                        <p:spPr>
                          <a:xfrm>
                            <a:off x="4908660" y="4589481"/>
                            <a:ext cx="533400" cy="533400"/>
                          </a:xfrm>
                          <a:prstGeom prst="ellipse">
                            <a:avLst/>
                          </a:prstGeom>
                          <a:blipFill>
                            <a:blip r:embed="rId14"/>
                            <a:stretch>
                              <a:fillRect/>
                            </a:stretch>
                          </a:blipFill>
                        </p:spPr>
                        <p:txBody>
                          <a:bodyPr/>
                          <a:lstStyle/>
                          <a:p>
                            <a:r>
                              <a:rPr lang="he-IL">
                                <a:noFill/>
                              </a:rPr>
                              <a:t> </a:t>
                            </a:r>
                          </a:p>
                        </p:txBody>
                      </p:sp>
                    </mc:Fallback>
                  </mc:AlternateContent>
                  <p:cxnSp>
                    <p:nvCxnSpPr>
                      <p:cNvPr id="54" name="Straight Connector 53">
                        <a:extLst>
                          <a:ext uri="{FF2B5EF4-FFF2-40B4-BE49-F238E27FC236}">
                            <a16:creationId xmlns:a16="http://schemas.microsoft.com/office/drawing/2014/main" id="{E7735B23-A79A-B7CD-86F3-DC2AAC2257A1}"/>
                          </a:ext>
                        </a:extLst>
                      </p:cNvPr>
                      <p:cNvCxnSpPr>
                        <a:cxnSpLocks/>
                        <a:stCxn id="49" idx="4"/>
                        <a:endCxn id="38" idx="1"/>
                      </p:cNvCxnSpPr>
                      <p:nvPr/>
                    </p:nvCxnSpPr>
                    <p:spPr>
                      <a:xfrm>
                        <a:off x="2852227" y="4130349"/>
                        <a:ext cx="113846" cy="261588"/>
                      </a:xfrm>
                      <a:prstGeom prst="line">
                        <a:avLst/>
                      </a:prstGeom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55" name="Straight Connector 54">
                        <a:extLst>
                          <a:ext uri="{FF2B5EF4-FFF2-40B4-BE49-F238E27FC236}">
                            <a16:creationId xmlns:a16="http://schemas.microsoft.com/office/drawing/2014/main" id="{0AD2E9A4-6332-E935-6183-1F4ABB378A88}"/>
                          </a:ext>
                        </a:extLst>
                      </p:cNvPr>
                      <p:cNvCxnSpPr>
                        <a:cxnSpLocks/>
                        <a:stCxn id="52" idx="6"/>
                        <a:endCxn id="34" idx="2"/>
                      </p:cNvCxnSpPr>
                      <p:nvPr/>
                    </p:nvCxnSpPr>
                    <p:spPr>
                      <a:xfrm>
                        <a:off x="4114976" y="4856182"/>
                        <a:ext cx="174817" cy="0"/>
                      </a:xfrm>
                      <a:prstGeom prst="line">
                        <a:avLst/>
                      </a:prstGeom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56" name="Straight Connector 55">
                        <a:extLst>
                          <a:ext uri="{FF2B5EF4-FFF2-40B4-BE49-F238E27FC236}">
                            <a16:creationId xmlns:a16="http://schemas.microsoft.com/office/drawing/2014/main" id="{42758D35-E6A6-EC31-2814-3BA32D716397}"/>
                          </a:ext>
                        </a:extLst>
                      </p:cNvPr>
                      <p:cNvCxnSpPr>
                        <a:cxnSpLocks/>
                        <a:stCxn id="50" idx="6"/>
                        <a:endCxn id="39" idx="2"/>
                      </p:cNvCxnSpPr>
                      <p:nvPr/>
                    </p:nvCxnSpPr>
                    <p:spPr>
                      <a:xfrm>
                        <a:off x="4735732" y="3639157"/>
                        <a:ext cx="421624" cy="39787"/>
                      </a:xfrm>
                      <a:prstGeom prst="line">
                        <a:avLst/>
                      </a:prstGeom>
                      <a:ln/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cxnSp>
                  <p:nvCxnSpPr>
                    <p:cNvPr id="48" name="Straight Connector 47">
                      <a:extLst>
                        <a:ext uri="{FF2B5EF4-FFF2-40B4-BE49-F238E27FC236}">
                          <a16:creationId xmlns:a16="http://schemas.microsoft.com/office/drawing/2014/main" id="{DD346370-4A57-6116-1EA3-1CA56C119452}"/>
                        </a:ext>
                      </a:extLst>
                    </p:cNvPr>
                    <p:cNvCxnSpPr>
                      <a:cxnSpLocks/>
                      <a:stCxn id="37" idx="7"/>
                      <a:endCxn id="50" idx="3"/>
                    </p:cNvCxnSpPr>
                    <p:nvPr/>
                  </p:nvCxnSpPr>
                  <p:spPr>
                    <a:xfrm flipV="1">
                      <a:off x="4047050" y="4042017"/>
                      <a:ext cx="163496" cy="188971"/>
                    </a:xfrm>
                    <a:prstGeom prst="line">
                      <a:avLst/>
                    </a:prstGeom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cxnSp>
                <p:nvCxnSpPr>
                  <p:cNvPr id="46" name="Straight Connector 45">
                    <a:extLst>
                      <a:ext uri="{FF2B5EF4-FFF2-40B4-BE49-F238E27FC236}">
                        <a16:creationId xmlns:a16="http://schemas.microsoft.com/office/drawing/2014/main" id="{8D552EDD-DC99-36D0-F6BB-5448567841DE}"/>
                      </a:ext>
                    </a:extLst>
                  </p:cNvPr>
                  <p:cNvCxnSpPr>
                    <a:cxnSpLocks/>
                    <a:stCxn id="50" idx="5"/>
                    <a:endCxn id="40" idx="1"/>
                  </p:cNvCxnSpPr>
                  <p:nvPr/>
                </p:nvCxnSpPr>
                <p:spPr>
                  <a:xfrm>
                    <a:off x="4251911" y="4051542"/>
                    <a:ext cx="235605" cy="175533"/>
                  </a:xfrm>
                  <a:prstGeom prst="line">
                    <a:avLst/>
                  </a:prstGeom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7" name="Oval 36">
                      <a:extLst>
                        <a:ext uri="{FF2B5EF4-FFF2-40B4-BE49-F238E27FC236}">
                          <a16:creationId xmlns:a16="http://schemas.microsoft.com/office/drawing/2014/main" id="{B6E031C6-22BF-8817-9F0B-67C00EDC8A9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158316" y="2748291"/>
                      <a:ext cx="358583" cy="358583"/>
                    </a:xfrm>
                    <a:prstGeom prst="ellipse">
                      <a:avLst/>
                    </a:prstGeom>
                    <a:noFill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>
                            <m:acc>
                              <m:accPr>
                                <m:chr m:val="̅"/>
                                <m:ctrlP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𝑥𝑦</m:t>
                                </m:r>
                              </m:e>
                            </m:acc>
                          </m:oMath>
                        </m:oMathPara>
                      </a14:m>
                      <a:endParaRPr lang="en-IL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39" name="Oval 38">
                      <a:extLst>
                        <a:ext uri="{FF2B5EF4-FFF2-40B4-BE49-F238E27FC236}">
                          <a16:creationId xmlns:a16="http://schemas.microsoft.com/office/drawing/2014/main" id="{D5378FD0-378C-42C1-9D40-A89510DA39A7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8158316" y="2748291"/>
                      <a:ext cx="358583" cy="358583"/>
                    </a:xfrm>
                    <a:prstGeom prst="ellipse">
                      <a:avLst/>
                    </a:prstGeom>
                    <a:blipFill>
                      <a:blip r:embed="rId15"/>
                      <a:stretch>
                        <a:fillRect l="-12903" b="-4839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he-IL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8" name="Oval 37">
                      <a:extLst>
                        <a:ext uri="{FF2B5EF4-FFF2-40B4-BE49-F238E27FC236}">
                          <a16:creationId xmlns:a16="http://schemas.microsoft.com/office/drawing/2014/main" id="{0E614C76-07EF-0CF0-593C-EF3DFE9C67E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264221" y="3123515"/>
                      <a:ext cx="358583" cy="358583"/>
                    </a:xfrm>
                    <a:prstGeom prst="ellipse">
                      <a:avLst/>
                    </a:prstGeom>
                    <a:noFill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>
                            <m:acc>
                              <m:accPr>
                                <m:chr m:val="̅"/>
                                <m:ctrlP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𝑠𝑥</m:t>
                                </m:r>
                              </m:e>
                            </m:acc>
                          </m:oMath>
                        </m:oMathPara>
                      </a14:m>
                      <a:endParaRPr lang="en-IL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47" name="Oval 46">
                      <a:extLst>
                        <a:ext uri="{FF2B5EF4-FFF2-40B4-BE49-F238E27FC236}">
                          <a16:creationId xmlns:a16="http://schemas.microsoft.com/office/drawing/2014/main" id="{B0D2A0DB-5C30-4752-A673-7F8B947602F7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264221" y="3123515"/>
                      <a:ext cx="358583" cy="358583"/>
                    </a:xfrm>
                    <a:prstGeom prst="ellipse">
                      <a:avLst/>
                    </a:prstGeom>
                    <a:blipFill>
                      <a:blip r:embed="rId16"/>
                      <a:stretch>
                        <a:fillRect l="-4839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he-IL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9" name="Oval 38">
                      <a:extLst>
                        <a:ext uri="{FF2B5EF4-FFF2-40B4-BE49-F238E27FC236}">
                          <a16:creationId xmlns:a16="http://schemas.microsoft.com/office/drawing/2014/main" id="{90459F70-EFB7-F292-B86E-D0C1EA5F589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508017" y="2283743"/>
                      <a:ext cx="358583" cy="358583"/>
                    </a:xfrm>
                    <a:prstGeom prst="ellipse">
                      <a:avLst/>
                    </a:prstGeom>
                    <a:noFill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>
                            <m:acc>
                              <m:accPr>
                                <m:chr m:val="̅"/>
                                <m:ctrlP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𝑦𝑣</m:t>
                                </m:r>
                              </m:e>
                            </m:acc>
                          </m:oMath>
                        </m:oMathPara>
                      </a14:m>
                      <a:endParaRPr lang="en-IL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51" name="Oval 50">
                      <a:extLst>
                        <a:ext uri="{FF2B5EF4-FFF2-40B4-BE49-F238E27FC236}">
                          <a16:creationId xmlns:a16="http://schemas.microsoft.com/office/drawing/2014/main" id="{933C9454-9F0E-440D-AAE0-F5932BFCB026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9508017" y="2283743"/>
                      <a:ext cx="358583" cy="358583"/>
                    </a:xfrm>
                    <a:prstGeom prst="ellipse">
                      <a:avLst/>
                    </a:prstGeom>
                    <a:blipFill>
                      <a:blip r:embed="rId17"/>
                      <a:stretch>
                        <a:fillRect l="-14516" b="-6557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he-IL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0" name="Oval 39">
                      <a:extLst>
                        <a:ext uri="{FF2B5EF4-FFF2-40B4-BE49-F238E27FC236}">
                          <a16:creationId xmlns:a16="http://schemas.microsoft.com/office/drawing/2014/main" id="{6AB9155E-BC83-C573-7798-78D48C89025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190817" y="2734853"/>
                      <a:ext cx="358583" cy="358583"/>
                    </a:xfrm>
                    <a:prstGeom prst="ellipse">
                      <a:avLst/>
                    </a:prstGeom>
                    <a:noFill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>
                            <m:acc>
                              <m:accPr>
                                <m:chr m:val="̅"/>
                                <m:ctrlP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𝑦𝑧</m:t>
                                </m:r>
                              </m:e>
                            </m:acc>
                          </m:oMath>
                        </m:oMathPara>
                      </a14:m>
                      <a:endParaRPr lang="en-IL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53" name="Oval 52">
                      <a:extLst>
                        <a:ext uri="{FF2B5EF4-FFF2-40B4-BE49-F238E27FC236}">
                          <a16:creationId xmlns:a16="http://schemas.microsoft.com/office/drawing/2014/main" id="{9FB0BF94-3EBC-472C-B223-57C188757D1D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9190817" y="2734853"/>
                      <a:ext cx="358583" cy="358583"/>
                    </a:xfrm>
                    <a:prstGeom prst="ellipse">
                      <a:avLst/>
                    </a:prstGeom>
                    <a:blipFill>
                      <a:blip r:embed="rId18"/>
                      <a:stretch>
                        <a:fillRect l="-12903" b="-6557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he-IL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41" name="Straight Connector 40">
                  <a:extLst>
                    <a:ext uri="{FF2B5EF4-FFF2-40B4-BE49-F238E27FC236}">
                      <a16:creationId xmlns:a16="http://schemas.microsoft.com/office/drawing/2014/main" id="{FD39F796-8B87-EBC9-4A90-7A134902F2F5}"/>
                    </a:ext>
                  </a:extLst>
                </p:cNvPr>
                <p:cNvCxnSpPr>
                  <a:cxnSpLocks/>
                  <a:stCxn id="40" idx="5"/>
                  <a:endCxn id="53" idx="0"/>
                </p:cNvCxnSpPr>
                <p:nvPr/>
              </p:nvCxnSpPr>
              <p:spPr>
                <a:xfrm>
                  <a:off x="9496887" y="3040923"/>
                  <a:ext cx="29134" cy="332649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Straight Connector 41">
                  <a:extLst>
                    <a:ext uri="{FF2B5EF4-FFF2-40B4-BE49-F238E27FC236}">
                      <a16:creationId xmlns:a16="http://schemas.microsoft.com/office/drawing/2014/main" id="{3A0C99BB-02A5-9EC8-CD96-2D8DCB91E5ED}"/>
                    </a:ext>
                  </a:extLst>
                </p:cNvPr>
                <p:cNvCxnSpPr>
                  <a:cxnSpLocks/>
                  <a:stCxn id="39" idx="5"/>
                  <a:endCxn id="51" idx="1"/>
                </p:cNvCxnSpPr>
                <p:nvPr/>
              </p:nvCxnSpPr>
              <p:spPr>
                <a:xfrm>
                  <a:off x="9814087" y="2589813"/>
                  <a:ext cx="375378" cy="193918"/>
                </a:xfrm>
                <a:prstGeom prst="line">
                  <a:avLst/>
                </a:prstGeom>
                <a:ln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Straight Connector 42">
                  <a:extLst>
                    <a:ext uri="{FF2B5EF4-FFF2-40B4-BE49-F238E27FC236}">
                      <a16:creationId xmlns:a16="http://schemas.microsoft.com/office/drawing/2014/main" id="{D09CFF17-2A27-7D0A-62A1-B4530CB7356A}"/>
                    </a:ext>
                  </a:extLst>
                </p:cNvPr>
                <p:cNvCxnSpPr>
                  <a:cxnSpLocks/>
                  <a:stCxn id="37" idx="3"/>
                  <a:endCxn id="52" idx="0"/>
                </p:cNvCxnSpPr>
                <p:nvPr/>
              </p:nvCxnSpPr>
              <p:spPr>
                <a:xfrm flipH="1">
                  <a:off x="8198937" y="3054361"/>
                  <a:ext cx="11892" cy="319212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" name="Straight Connector 43">
                  <a:extLst>
                    <a:ext uri="{FF2B5EF4-FFF2-40B4-BE49-F238E27FC236}">
                      <a16:creationId xmlns:a16="http://schemas.microsoft.com/office/drawing/2014/main" id="{CA4CEDA6-B195-A8D5-0CEF-B8EF36EE7016}"/>
                    </a:ext>
                  </a:extLst>
                </p:cNvPr>
                <p:cNvCxnSpPr>
                  <a:cxnSpLocks/>
                  <a:stCxn id="38" idx="5"/>
                  <a:endCxn id="52" idx="2"/>
                </p:cNvCxnSpPr>
                <p:nvPr/>
              </p:nvCxnSpPr>
              <p:spPr>
                <a:xfrm>
                  <a:off x="7570291" y="3429585"/>
                  <a:ext cx="361946" cy="210688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</p:spTree>
    <p:extLst>
      <p:ext uri="{BB962C8B-B14F-4D97-AF65-F5344CB8AC3E}">
        <p14:creationId xmlns:p14="http://schemas.microsoft.com/office/powerpoint/2010/main" val="14031689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04587E3-7B44-B500-BE23-5161B0DB3A6A}"/>
              </a:ext>
            </a:extLst>
          </p:cNvPr>
          <p:cNvSpPr/>
          <p:nvPr/>
        </p:nvSpPr>
        <p:spPr>
          <a:xfrm>
            <a:off x="8947355" y="5475205"/>
            <a:ext cx="2208325" cy="399393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2C55684-9C9E-455E-8D47-AF8F38ABF3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he-IL" dirty="0"/>
              <a:t>הוכחת הטענה הראשית (על סמך טענת העזר)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EA1CFAA-0B14-4845-8D67-866F66BD691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83920" y="1845734"/>
                <a:ext cx="10271760" cy="4257354"/>
              </a:xfrm>
            </p:spPr>
            <p:txBody>
              <a:bodyPr>
                <a:normAutofit/>
              </a:bodyPr>
              <a:lstStyle/>
              <a:p>
                <a:pPr algn="r" rtl="1"/>
                <a:r>
                  <a:rPr lang="he-IL" b="1" dirty="0">
                    <a:solidFill>
                      <a:srgbClr val="7030A0"/>
                    </a:solidFill>
                  </a:rPr>
                  <a:t>טענה ראשית: </a:t>
                </a:r>
                <a:r>
                  <a:rPr lang="he-IL" dirty="0">
                    <a:solidFill>
                      <a:srgbClr val="7030A0"/>
                    </a:solidFill>
                  </a:rPr>
                  <a:t>לכל קודקוד </a:t>
                </a:r>
                <a14:m>
                  <m:oMath xmlns:m="http://schemas.openxmlformats.org/officeDocument/2006/math">
                    <m:r>
                      <a:rPr lang="he-IL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a:rPr lang="he-IL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he-IL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he-IL" dirty="0">
                    <a:solidFill>
                      <a:srgbClr val="7030A0"/>
                    </a:solidFill>
                  </a:rPr>
                  <a:t>, אורך מסלול קצר ביותר מ-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he-IL" dirty="0">
                    <a:solidFill>
                      <a:srgbClr val="7030A0"/>
                    </a:solidFill>
                  </a:rPr>
                  <a:t> ל-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he-IL" dirty="0">
                    <a:solidFill>
                      <a:srgbClr val="7030A0"/>
                    </a:solidFill>
                  </a:rPr>
                  <a:t> ב-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he-IL" dirty="0">
                    <a:solidFill>
                      <a:srgbClr val="7030A0"/>
                    </a:solidFill>
                  </a:rPr>
                  <a:t> שווה למחצית אורך מסלול זוגי קצר ביותר מ-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he-IL" dirty="0">
                    <a:solidFill>
                      <a:srgbClr val="7030A0"/>
                    </a:solidFill>
                  </a:rPr>
                  <a:t> ל-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he-IL" dirty="0">
                    <a:solidFill>
                      <a:srgbClr val="7030A0"/>
                    </a:solidFill>
                  </a:rPr>
                  <a:t> ב-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he-IL" dirty="0">
                    <a:solidFill>
                      <a:srgbClr val="7030A0"/>
                    </a:solidFill>
                  </a:rPr>
                  <a:t>.</a:t>
                </a:r>
              </a:p>
              <a:p>
                <a:pPr algn="r" rtl="1"/>
                <a:r>
                  <a:rPr lang="" b="1" dirty="0"/>
                  <a:t>מקרה א</a:t>
                </a:r>
                <a:r>
                  <a:rPr lang="he-IL" b="1" dirty="0"/>
                  <a:t>' – </a:t>
                </a:r>
                <a:r>
                  <a:rPr lang="" b="1" dirty="0"/>
                  <a:t>קיים מסלול מ</a:t>
                </a:r>
                <a:r>
                  <a:rPr lang="he-IL" b="1" dirty="0"/>
                  <a:t>-</a:t>
                </a:r>
                <a14:m>
                  <m:oMath xmlns:m="http://schemas.openxmlformats.org/officeDocument/2006/math">
                    <m:r>
                      <a:rPr lang="LID4096" b="1" i="1"/>
                      <m:t>𝒔</m:t>
                    </m:r>
                  </m:oMath>
                </a14:m>
                <a:r>
                  <a:rPr lang="" b="1" dirty="0"/>
                  <a:t> ל</a:t>
                </a:r>
                <a:r>
                  <a:rPr lang="he-IL" b="1" dirty="0"/>
                  <a:t>-</a:t>
                </a:r>
                <a14:m>
                  <m:oMath xmlns:m="http://schemas.openxmlformats.org/officeDocument/2006/math">
                    <m:r>
                      <a:rPr lang="LID4096" b="1" i="1"/>
                      <m:t>𝒗</m:t>
                    </m:r>
                  </m:oMath>
                </a14:m>
                <a:r>
                  <a:rPr lang="" b="1" dirty="0"/>
                  <a:t> ב</a:t>
                </a:r>
                <a:r>
                  <a:rPr lang="he-IL" b="1" dirty="0"/>
                  <a:t>-</a:t>
                </a:r>
                <a14:m>
                  <m:oMath xmlns:m="http://schemas.openxmlformats.org/officeDocument/2006/math">
                    <m:r>
                      <a:rPr lang="LID4096" b="1" i="1"/>
                      <m:t>𝑮</m:t>
                    </m:r>
                  </m:oMath>
                </a14:m>
                <a:r>
                  <a:rPr lang="he-IL" b="1" dirty="0"/>
                  <a:t>.</a:t>
                </a:r>
                <a:endParaRPr lang="" b="1" dirty="0"/>
              </a:p>
              <a:p>
                <a:pPr algn="r" rtl="1"/>
                <a:r>
                  <a:rPr lang="" dirty="0"/>
                  <a:t>יהי </a:t>
                </a:r>
                <a14:m>
                  <m:oMath xmlns:m="http://schemas.openxmlformats.org/officeDocument/2006/math">
                    <m:r>
                      <a:rPr lang="LID4096" i="1"/>
                      <m:t>𝑚</m:t>
                    </m:r>
                  </m:oMath>
                </a14:m>
                <a:r>
                  <a:rPr lang="he-IL" dirty="0"/>
                  <a:t> </a:t>
                </a:r>
                <a:r>
                  <a:rPr lang="" dirty="0"/>
                  <a:t>אורך המסלול הקצר ביותר מ</a:t>
                </a:r>
                <a:r>
                  <a:rPr lang="he-IL" dirty="0"/>
                  <a:t>-</a:t>
                </a:r>
                <a14:m>
                  <m:oMath xmlns:m="http://schemas.openxmlformats.org/officeDocument/2006/math">
                    <m:r>
                      <a:rPr lang="LID4096" i="1"/>
                      <m:t>𝑠</m:t>
                    </m:r>
                  </m:oMath>
                </a14:m>
                <a:r>
                  <a:rPr lang="" dirty="0"/>
                  <a:t> ל</a:t>
                </a:r>
                <a:r>
                  <a:rPr lang="he-IL" dirty="0"/>
                  <a:t>-</a:t>
                </a:r>
                <a14:m>
                  <m:oMath xmlns:m="http://schemas.openxmlformats.org/officeDocument/2006/math">
                    <m:r>
                      <a:rPr lang="LID4096" i="1"/>
                      <m:t>𝑣</m:t>
                    </m:r>
                  </m:oMath>
                </a14:m>
                <a:r>
                  <a:rPr lang="" dirty="0"/>
                  <a:t> ב</a:t>
                </a:r>
                <a:r>
                  <a:rPr lang="he-IL" dirty="0"/>
                  <a:t>-</a:t>
                </a:r>
                <a14:m>
                  <m:oMath xmlns:m="http://schemas.openxmlformats.org/officeDocument/2006/math">
                    <m:r>
                      <a:rPr lang="LID4096" i="1"/>
                      <m:t>𝐺</m:t>
                    </m:r>
                  </m:oMath>
                </a14:m>
                <a:r>
                  <a:rPr lang="he-IL" dirty="0"/>
                  <a:t>.</a:t>
                </a:r>
                <a:r>
                  <a:rPr lang="" dirty="0"/>
                  <a:t> נראה כי</a:t>
                </a:r>
                <a:r>
                  <a:rPr lang="he-IL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LID4096" i="1"/>
                        </m:ctrlPr>
                      </m:sSubPr>
                      <m:e>
                        <m:r>
                          <a:rPr lang="LID4096" i="1"/>
                          <m:t>𝑑</m:t>
                        </m:r>
                      </m:e>
                      <m:sub>
                        <m:sSup>
                          <m:sSupPr>
                            <m:ctrlPr>
                              <a:rPr lang="LID4096" i="1"/>
                            </m:ctrlPr>
                          </m:sSupPr>
                          <m:e>
                            <m:r>
                              <a:rPr lang="LID4096" i="1"/>
                              <m:t>𝐺</m:t>
                            </m:r>
                          </m:e>
                          <m:sup>
                            <m:r>
                              <a:rPr lang="LID4096"/>
                              <m:t>′</m:t>
                            </m:r>
                          </m:sup>
                        </m:sSup>
                      </m:sub>
                    </m:sSub>
                    <m:d>
                      <m:dPr>
                        <m:sepChr m:val=","/>
                        <m:ctrlPr>
                          <a:rPr lang="LID4096" i="1"/>
                        </m:ctrlPr>
                      </m:dPr>
                      <m:e>
                        <m:r>
                          <a:rPr lang="LID4096" i="1"/>
                          <m:t>𝑠</m:t>
                        </m:r>
                      </m:e>
                      <m:e>
                        <m:r>
                          <a:rPr lang="LID4096" i="1"/>
                          <m:t>𝑣</m:t>
                        </m:r>
                      </m:e>
                    </m:d>
                    <m:r>
                      <a:rPr lang="LID4096"/>
                      <m:t>=2</m:t>
                    </m:r>
                    <m:r>
                      <a:rPr lang="LID4096" i="1"/>
                      <m:t>𝑚</m:t>
                    </m:r>
                  </m:oMath>
                </a14:m>
                <a:r>
                  <a:rPr lang="he-IL" dirty="0"/>
                  <a:t>.</a:t>
                </a:r>
                <a:endParaRPr lang="LID4096" dirty="0"/>
              </a:p>
              <a:p>
                <a:pPr algn="r" rtl="1"/>
                <a:r>
                  <a:rPr lang="" dirty="0"/>
                  <a:t>מטענת העזר קיים ב</a:t>
                </a:r>
                <a:r>
                  <a:rPr lang="he-IL" dirty="0"/>
                  <a:t>-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LID4096" i="1"/>
                        </m:ctrlPr>
                      </m:sSupPr>
                      <m:e>
                        <m:r>
                          <a:rPr lang="LID4096" i="1"/>
                          <m:t>𝐺</m:t>
                        </m:r>
                      </m:e>
                      <m:sup>
                        <m:r>
                          <a:rPr lang="LID4096"/>
                          <m:t>′</m:t>
                        </m:r>
                      </m:sup>
                    </m:sSup>
                  </m:oMath>
                </a14:m>
                <a:r>
                  <a:rPr lang="" dirty="0"/>
                  <a:t> מסלול באורך </a:t>
                </a:r>
                <a14:m>
                  <m:oMath xmlns:m="http://schemas.openxmlformats.org/officeDocument/2006/math">
                    <m:r>
                      <a:rPr lang="LID4096"/>
                      <m:t>2</m:t>
                    </m:r>
                    <m:r>
                      <a:rPr lang="LID4096" i="1"/>
                      <m:t>𝑚</m:t>
                    </m:r>
                  </m:oMath>
                </a14:m>
                <a:r>
                  <a:rPr lang="he-IL" dirty="0"/>
                  <a:t> </a:t>
                </a:r>
                <a:r>
                  <a:rPr lang="" dirty="0"/>
                  <a:t>מ</a:t>
                </a:r>
                <a:r>
                  <a:rPr lang="he-IL" dirty="0"/>
                  <a:t>-</a:t>
                </a:r>
                <a14:m>
                  <m:oMath xmlns:m="http://schemas.openxmlformats.org/officeDocument/2006/math">
                    <m:r>
                      <a:rPr lang="LID4096" i="1"/>
                      <m:t>𝑠</m:t>
                    </m:r>
                  </m:oMath>
                </a14:m>
                <a:r>
                  <a:rPr lang="" dirty="0"/>
                  <a:t> ל</a:t>
                </a:r>
                <a:r>
                  <a:rPr lang="he-IL" dirty="0"/>
                  <a:t>-</a:t>
                </a:r>
                <a14:m>
                  <m:oMath xmlns:m="http://schemas.openxmlformats.org/officeDocument/2006/math">
                    <m:r>
                      <a:rPr lang="LID4096" i="1"/>
                      <m:t>𝑣</m:t>
                    </m:r>
                  </m:oMath>
                </a14:m>
                <a:r>
                  <a:rPr lang="he-IL" dirty="0"/>
                  <a:t>, </a:t>
                </a:r>
                <a:r>
                  <a:rPr lang="" dirty="0"/>
                  <a:t>ולכן</a:t>
                </a:r>
                <a:r>
                  <a:rPr lang="he-IL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LID4096" i="1"/>
                        </m:ctrlPr>
                      </m:sSubPr>
                      <m:e>
                        <m:r>
                          <a:rPr lang="LID4096" i="1"/>
                          <m:t>𝑑</m:t>
                        </m:r>
                      </m:e>
                      <m:sub>
                        <m:sSup>
                          <m:sSupPr>
                            <m:ctrlPr>
                              <a:rPr lang="LID4096" i="1"/>
                            </m:ctrlPr>
                          </m:sSupPr>
                          <m:e>
                            <m:r>
                              <a:rPr lang="LID4096" i="1"/>
                              <m:t>𝐺</m:t>
                            </m:r>
                          </m:e>
                          <m:sup>
                            <m:r>
                              <a:rPr lang="LID4096"/>
                              <m:t>′</m:t>
                            </m:r>
                          </m:sup>
                        </m:sSup>
                      </m:sub>
                    </m:sSub>
                    <m:d>
                      <m:dPr>
                        <m:sepChr m:val=","/>
                        <m:ctrlPr>
                          <a:rPr lang="LID4096" i="1"/>
                        </m:ctrlPr>
                      </m:dPr>
                      <m:e>
                        <m:r>
                          <a:rPr lang="LID4096" i="1"/>
                          <m:t>𝑠</m:t>
                        </m:r>
                      </m:e>
                      <m:e>
                        <m:r>
                          <a:rPr lang="LID4096" i="1"/>
                          <m:t>𝑣</m:t>
                        </m:r>
                      </m:e>
                    </m:d>
                    <m:r>
                      <a:rPr lang="LID4096"/>
                      <m:t>≤2</m:t>
                    </m:r>
                    <m:r>
                      <a:rPr lang="LID4096" i="1"/>
                      <m:t>𝑚</m:t>
                    </m:r>
                  </m:oMath>
                </a14:m>
                <a:r>
                  <a:rPr lang="he-IL" dirty="0"/>
                  <a:t>.</a:t>
                </a:r>
                <a:endParaRPr lang="LID4096" dirty="0"/>
              </a:p>
              <a:p>
                <a:pPr algn="r" rtl="1"/>
                <a:r>
                  <a:rPr lang="" dirty="0"/>
                  <a:t>נניח בשלילה כי</a:t>
                </a:r>
                <a:r>
                  <a:rPr lang="he-IL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LID4096" i="1"/>
                        </m:ctrlPr>
                      </m:sSubPr>
                      <m:e>
                        <m:r>
                          <a:rPr lang="LID4096" i="1"/>
                          <m:t>𝑑</m:t>
                        </m:r>
                      </m:e>
                      <m:sub>
                        <m:sSup>
                          <m:sSupPr>
                            <m:ctrlPr>
                              <a:rPr lang="LID4096" i="1"/>
                            </m:ctrlPr>
                          </m:sSupPr>
                          <m:e>
                            <m:r>
                              <a:rPr lang="LID4096" i="1"/>
                              <m:t>𝐺</m:t>
                            </m:r>
                          </m:e>
                          <m:sup>
                            <m:r>
                              <a:rPr lang="LID4096"/>
                              <m:t>′</m:t>
                            </m:r>
                          </m:sup>
                        </m:sSup>
                      </m:sub>
                    </m:sSub>
                    <m:d>
                      <m:dPr>
                        <m:sepChr m:val=","/>
                        <m:ctrlPr>
                          <a:rPr lang="LID4096" i="1"/>
                        </m:ctrlPr>
                      </m:dPr>
                      <m:e>
                        <m:r>
                          <a:rPr lang="LID4096" i="1"/>
                          <m:t>𝑠</m:t>
                        </m:r>
                      </m:e>
                      <m:e>
                        <m:r>
                          <a:rPr lang="LID4096" i="1"/>
                          <m:t>𝑣</m:t>
                        </m:r>
                      </m:e>
                    </m:d>
                    <m:r>
                      <a:rPr lang="LID4096"/>
                      <m:t>&lt;2</m:t>
                    </m:r>
                    <m:r>
                      <a:rPr lang="LID4096" i="1"/>
                      <m:t>𝑚</m:t>
                    </m:r>
                  </m:oMath>
                </a14:m>
                <a:r>
                  <a:rPr lang="he-IL" dirty="0"/>
                  <a:t>. </a:t>
                </a:r>
                <a:r>
                  <a:rPr lang="" dirty="0"/>
                  <a:t>לפי האבחנה</a:t>
                </a:r>
                <a:r>
                  <a:rPr lang="he-IL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LID4096" i="1"/>
                        </m:ctrlPr>
                      </m:sSubPr>
                      <m:e>
                        <m:r>
                          <a:rPr lang="LID4096" i="1"/>
                          <m:t>𝑑</m:t>
                        </m:r>
                      </m:e>
                      <m:sub>
                        <m:sSup>
                          <m:sSupPr>
                            <m:ctrlPr>
                              <a:rPr lang="LID4096" i="1"/>
                            </m:ctrlPr>
                          </m:sSupPr>
                          <m:e>
                            <m:r>
                              <a:rPr lang="LID4096" i="1"/>
                              <m:t>𝐺</m:t>
                            </m:r>
                          </m:e>
                          <m:sup>
                            <m:r>
                              <a:rPr lang="LID4096"/>
                              <m:t>′</m:t>
                            </m:r>
                          </m:sup>
                        </m:sSup>
                      </m:sub>
                    </m:sSub>
                    <m:d>
                      <m:dPr>
                        <m:sepChr m:val=","/>
                        <m:ctrlPr>
                          <a:rPr lang="LID4096" i="1"/>
                        </m:ctrlPr>
                      </m:dPr>
                      <m:e>
                        <m:r>
                          <a:rPr lang="LID4096" i="1"/>
                          <m:t>𝑠</m:t>
                        </m:r>
                      </m:e>
                      <m:e>
                        <m:r>
                          <a:rPr lang="LID4096" i="1"/>
                          <m:t>𝑣</m:t>
                        </m:r>
                      </m:e>
                    </m:d>
                    <m:r>
                      <a:rPr lang="LID4096"/>
                      <m:t>=2</m:t>
                    </m:r>
                    <m:r>
                      <a:rPr lang="LID4096" i="1"/>
                      <m:t>𝑘</m:t>
                    </m:r>
                  </m:oMath>
                </a14:m>
                <a:r>
                  <a:rPr lang="he-IL" dirty="0"/>
                  <a:t>, </a:t>
                </a:r>
                <a:r>
                  <a:rPr lang="" dirty="0"/>
                  <a:t>עבור </a:t>
                </a:r>
                <a14:m>
                  <m:oMath xmlns:m="http://schemas.openxmlformats.org/officeDocument/2006/math">
                    <m:r>
                      <a:rPr lang="LID4096"/>
                      <m:t>2</m:t>
                    </m:r>
                    <m:r>
                      <a:rPr lang="LID4096" i="1"/>
                      <m:t>𝑘</m:t>
                    </m:r>
                    <m:r>
                      <a:rPr lang="LID4096"/>
                      <m:t>&lt;2</m:t>
                    </m:r>
                    <m:r>
                      <a:rPr lang="LID4096" i="1"/>
                      <m:t>𝑚</m:t>
                    </m:r>
                  </m:oMath>
                </a14:m>
                <a:r>
                  <a:rPr lang="he-IL" dirty="0"/>
                  <a:t>, ובפרט זהו אורך של מסלול פשוט ב-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LID4096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LID4096" i="1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p>
                        <m:r>
                          <a:rPr lang="LID4096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he-IL" dirty="0"/>
                  <a:t>.</a:t>
                </a:r>
                <a:endParaRPr lang="" dirty="0"/>
              </a:p>
              <a:p>
                <a:pPr algn="r" rtl="1"/>
                <a:r>
                  <a:rPr lang="he-IL" dirty="0"/>
                  <a:t>לכן, </a:t>
                </a:r>
                <a:r>
                  <a:rPr lang="" dirty="0"/>
                  <a:t>מטענת העזר קיים ב</a:t>
                </a:r>
                <a:r>
                  <a:rPr lang="he-IL" dirty="0"/>
                  <a:t>-</a:t>
                </a:r>
                <a14:m>
                  <m:oMath xmlns:m="http://schemas.openxmlformats.org/officeDocument/2006/math">
                    <m:r>
                      <a:rPr lang="LID4096" i="1"/>
                      <m:t>𝐺</m:t>
                    </m:r>
                  </m:oMath>
                </a14:m>
                <a:r>
                  <a:rPr lang="" dirty="0"/>
                  <a:t> מסלול באורך </a:t>
                </a:r>
                <a14:m>
                  <m:oMath xmlns:m="http://schemas.openxmlformats.org/officeDocument/2006/math">
                    <m:r>
                      <a:rPr lang="LID4096" i="1"/>
                      <m:t>𝑘</m:t>
                    </m:r>
                  </m:oMath>
                </a14:m>
                <a:r>
                  <a:rPr lang="he-IL" dirty="0"/>
                  <a:t> </a:t>
                </a:r>
                <a:r>
                  <a:rPr lang="" dirty="0"/>
                  <a:t>מ</a:t>
                </a:r>
                <a:r>
                  <a:rPr lang="he-IL" dirty="0"/>
                  <a:t>-</a:t>
                </a:r>
                <a14:m>
                  <m:oMath xmlns:m="http://schemas.openxmlformats.org/officeDocument/2006/math">
                    <m:r>
                      <a:rPr lang="LID4096" i="1"/>
                      <m:t>𝑠</m:t>
                    </m:r>
                  </m:oMath>
                </a14:m>
                <a:r>
                  <a:rPr lang="" dirty="0"/>
                  <a:t> ל</a:t>
                </a:r>
                <a:r>
                  <a:rPr lang="he-IL" dirty="0"/>
                  <a:t>-</a:t>
                </a:r>
                <a14:m>
                  <m:oMath xmlns:m="http://schemas.openxmlformats.org/officeDocument/2006/math">
                    <m:r>
                      <a:rPr lang="LID4096" i="1"/>
                      <m:t>𝑣</m:t>
                    </m:r>
                  </m:oMath>
                </a14:m>
                <a:r>
                  <a:rPr lang="he-IL" dirty="0"/>
                  <a:t>, </a:t>
                </a:r>
                <a:r>
                  <a:rPr lang="" dirty="0"/>
                  <a:t>בסתירה למינימליות של </a:t>
                </a:r>
                <a14:m>
                  <m:oMath xmlns:m="http://schemas.openxmlformats.org/officeDocument/2006/math">
                    <m:r>
                      <a:rPr lang="LID4096" i="1"/>
                      <m:t>𝑚</m:t>
                    </m:r>
                  </m:oMath>
                </a14:m>
                <a:r>
                  <a:rPr lang="he-IL" dirty="0"/>
                  <a:t>.</a:t>
                </a:r>
              </a:p>
              <a:p>
                <a:pPr algn="r" rtl="1">
                  <a:spcBef>
                    <a:spcPts val="4200"/>
                  </a:spcBef>
                </a:pPr>
                <a:r>
                  <a:rPr lang="he-IL" dirty="0"/>
                  <a:t>לכן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he-IL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he-IL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sSup>
                          <m:sSupPr>
                            <m:ctrlPr>
                              <a:rPr lang="he-IL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he-IL" b="0" i="1" smtClean="0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p>
                            <m:r>
                              <a:rPr lang="he-IL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sub>
                    </m:sSub>
                    <m:d>
                      <m:dPr>
                        <m:ctrlPr>
                          <a:rPr lang="he-IL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he-IL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he-IL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he-IL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  <m:r>
                      <a:rPr lang="he-IL" b="0" i="1" smtClean="0">
                        <a:latin typeface="Cambria Math" panose="02040503050406030204" pitchFamily="18" charset="0"/>
                      </a:rPr>
                      <m:t>=2</m:t>
                    </m:r>
                    <m:r>
                      <a:rPr lang="he-IL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he-IL" dirty="0"/>
                  <a:t>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EA1CFAA-0B14-4845-8D67-866F66BD691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83920" y="1845734"/>
                <a:ext cx="10271760" cy="4257354"/>
              </a:xfrm>
              <a:blipFill>
                <a:blip r:embed="rId2"/>
                <a:stretch>
                  <a:fillRect t="-1433" r="-1543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9A0F3F-03E4-4B0B-A3AE-29642D1540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80E10-DB24-4524-B9A1-92052F8E29E8}" type="datetime9">
              <a:rPr lang="he-IL" smtClean="0"/>
              <a:t>16 אוקטובר, 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716D3A-91B6-4763-8618-164041603D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תרגול 1 - מבוא ורדוקציות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8CA9B5-907F-4580-8C49-72ECD7853C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51</a:t>
            </a:fld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Rectangle: Rounded Corners 8">
                <a:extLst>
                  <a:ext uri="{FF2B5EF4-FFF2-40B4-BE49-F238E27FC236}">
                    <a16:creationId xmlns:a16="http://schemas.microsoft.com/office/drawing/2014/main" id="{C23BC6E9-7C9D-49E0-B0BE-E30293EE369F}"/>
                  </a:ext>
                </a:extLst>
              </p:cNvPr>
              <p:cNvSpPr/>
              <p:nvPr/>
            </p:nvSpPr>
            <p:spPr>
              <a:xfrm>
                <a:off x="259094" y="177439"/>
                <a:ext cx="4873345" cy="817245"/>
              </a:xfrm>
              <a:prstGeom prst="roundRect">
                <a:avLst/>
              </a:prstGeom>
              <a:solidFill>
                <a:srgbClr val="D3F5F6"/>
              </a:solidFill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 algn="r" rtl="1">
                  <a:buClr>
                    <a:schemeClr val="accent1"/>
                  </a:buClr>
                  <a:buSzPct val="100000"/>
                </a:pPr>
                <a:r>
                  <a:rPr lang="he-IL" sz="1400" b="1" dirty="0"/>
                  <a:t>אבחנה:</a:t>
                </a:r>
                <a:r>
                  <a:rPr lang="he-IL" sz="1400" dirty="0"/>
                  <a:t> אורך כל מסלול (אם קיים) מ-</a:t>
                </a:r>
                <a14:m>
                  <m:oMath xmlns:m="http://schemas.openxmlformats.org/officeDocument/2006/math">
                    <m:r>
                      <a:rPr lang="en-US" sz="1400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400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1400" i="1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he-IL" sz="1400" dirty="0"/>
                  <a:t> ל-</a:t>
                </a:r>
                <a14:m>
                  <m:oMath xmlns:m="http://schemas.openxmlformats.org/officeDocument/2006/math">
                    <m:r>
                      <a:rPr lang="en-US" sz="1400" i="1" dirty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1400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1400" i="1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he-IL" sz="1400" dirty="0"/>
                  <a:t> ב-</a:t>
                </a:r>
                <a14:m>
                  <m:oMath xmlns:m="http://schemas.openxmlformats.org/officeDocument/2006/math">
                    <m:r>
                      <a:rPr lang="en-US" sz="1400" i="1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sz="1400" i="1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he-IL" sz="1400" dirty="0"/>
                  <a:t> הוא זוגי.</a:t>
                </a:r>
              </a:p>
              <a:p>
                <a:pPr algn="r" rtl="1">
                  <a:buClr>
                    <a:schemeClr val="accent1"/>
                  </a:buClr>
                  <a:buSzPct val="100000"/>
                </a:pPr>
                <a:r>
                  <a:rPr lang="he-IL" sz="1400" b="1" dirty="0"/>
                  <a:t>טענת עזר:</a:t>
                </a:r>
                <a:r>
                  <a:rPr lang="he-IL" sz="1400" dirty="0"/>
                  <a:t> קיים </a:t>
                </a:r>
                <a:r>
                  <a:rPr lang="he-IL" sz="1400" u="sng" dirty="0"/>
                  <a:t>מסלול </a:t>
                </a:r>
                <a:r>
                  <a:rPr lang="he-IL" sz="1400" b="1" u="sng" dirty="0"/>
                  <a:t>פשוט</a:t>
                </a:r>
                <a:r>
                  <a:rPr lang="he-IL" sz="1400" dirty="0"/>
                  <a:t> באורך </a:t>
                </a:r>
                <a14:m>
                  <m:oMath xmlns:m="http://schemas.openxmlformats.org/officeDocument/2006/math">
                    <m:r>
                      <a:rPr lang="en-US" sz="1400" i="1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he-IL" sz="1400" dirty="0"/>
                  <a:t> בין </a:t>
                </a:r>
                <a14:m>
                  <m:oMath xmlns:m="http://schemas.openxmlformats.org/officeDocument/2006/math">
                    <m:r>
                      <a:rPr lang="en-US" sz="1400" i="1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he-IL" sz="1400" dirty="0"/>
                  <a:t> ל-</a:t>
                </a:r>
                <a14:m>
                  <m:oMath xmlns:m="http://schemas.openxmlformats.org/officeDocument/2006/math">
                    <m:r>
                      <a:rPr lang="en-US" sz="1400" i="1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he-IL" sz="1400" dirty="0"/>
                  <a:t> ב-</a:t>
                </a:r>
                <a14:m>
                  <m:oMath xmlns:m="http://schemas.openxmlformats.org/officeDocument/2006/math">
                    <m:r>
                      <a:rPr lang="en-US" sz="1400" i="1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he-IL" sz="1400" dirty="0"/>
                  <a:t> אמ"מ קיים </a:t>
                </a:r>
                <a:r>
                  <a:rPr lang="he-IL" sz="1400" u="sng" dirty="0"/>
                  <a:t>מסלול </a:t>
                </a:r>
                <a:r>
                  <a:rPr lang="he-IL" sz="1400" b="1" u="sng" dirty="0"/>
                  <a:t>פשוט</a:t>
                </a:r>
                <a:r>
                  <a:rPr lang="he-IL" sz="1400" dirty="0"/>
                  <a:t> באורך </a:t>
                </a:r>
                <a14:m>
                  <m:oMath xmlns:m="http://schemas.openxmlformats.org/officeDocument/2006/math">
                    <m:r>
                      <a:rPr lang="en-US" sz="1400" i="1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1400" i="1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he-IL" sz="1400" dirty="0"/>
                  <a:t> בין </a:t>
                </a:r>
                <a14:m>
                  <m:oMath xmlns:m="http://schemas.openxmlformats.org/officeDocument/2006/math">
                    <m:r>
                      <a:rPr lang="en-US" sz="1400" i="1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he-IL" sz="1400" dirty="0"/>
                  <a:t> ל-</a:t>
                </a:r>
                <a14:m>
                  <m:oMath xmlns:m="http://schemas.openxmlformats.org/officeDocument/2006/math">
                    <m:r>
                      <a:rPr lang="en-US" sz="1400" i="1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he-IL" sz="1400" dirty="0"/>
                  <a:t> ב-</a:t>
                </a:r>
                <a14:m>
                  <m:oMath xmlns:m="http://schemas.openxmlformats.org/officeDocument/2006/math">
                    <m:r>
                      <a:rPr lang="en-US" sz="1400" i="1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sz="1400" i="1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he-IL" sz="1400" dirty="0"/>
                  <a:t>.</a:t>
                </a:r>
              </a:p>
            </p:txBody>
          </p:sp>
        </mc:Choice>
        <mc:Fallback>
          <p:sp>
            <p:nvSpPr>
              <p:cNvPr id="9" name="Rectangle: Rounded Corners 8">
                <a:extLst>
                  <a:ext uri="{FF2B5EF4-FFF2-40B4-BE49-F238E27FC236}">
                    <a16:creationId xmlns:a16="http://schemas.microsoft.com/office/drawing/2014/main" id="{C23BC6E9-7C9D-49E0-B0BE-E30293EE369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094" y="177439"/>
                <a:ext cx="4873345" cy="817245"/>
              </a:xfrm>
              <a:prstGeom prst="roundRect">
                <a:avLst/>
              </a:prstGeom>
              <a:blipFill>
                <a:blip r:embed="rId3"/>
                <a:stretch>
                  <a:fillRect b="-730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791295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3" grpId="0" uiExpand="1" build="p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CD96E1-EC0A-A9F7-D23D-E0D5C966BA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E9F5D6-2130-65F4-7644-702B8C4AD3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he-IL" dirty="0"/>
              <a:t>הוכחת הטענה הראשית (על סמך טענת העזר)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C7B3082-31E2-A657-C2E3-219F9D4A3CD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83920" y="1845734"/>
                <a:ext cx="10271760" cy="4257354"/>
              </a:xfrm>
            </p:spPr>
            <p:txBody>
              <a:bodyPr>
                <a:normAutofit/>
              </a:bodyPr>
              <a:lstStyle/>
              <a:p>
                <a:pPr algn="r" rtl="1"/>
                <a:r>
                  <a:rPr lang="he-IL" b="1" dirty="0">
                    <a:solidFill>
                      <a:srgbClr val="7030A0"/>
                    </a:solidFill>
                  </a:rPr>
                  <a:t>טענה ראשית: </a:t>
                </a:r>
                <a:r>
                  <a:rPr lang="he-IL" dirty="0">
                    <a:solidFill>
                      <a:srgbClr val="7030A0"/>
                    </a:solidFill>
                  </a:rPr>
                  <a:t>לכל קודקוד </a:t>
                </a:r>
                <a14:m>
                  <m:oMath xmlns:m="http://schemas.openxmlformats.org/officeDocument/2006/math">
                    <m:r>
                      <a:rPr lang="he-IL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a:rPr lang="he-IL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he-IL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he-IL" dirty="0">
                    <a:solidFill>
                      <a:srgbClr val="7030A0"/>
                    </a:solidFill>
                  </a:rPr>
                  <a:t>, אורך מסלול קצר ביותר מ-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he-IL" dirty="0">
                    <a:solidFill>
                      <a:srgbClr val="7030A0"/>
                    </a:solidFill>
                  </a:rPr>
                  <a:t> ל-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he-IL" dirty="0">
                    <a:solidFill>
                      <a:srgbClr val="7030A0"/>
                    </a:solidFill>
                  </a:rPr>
                  <a:t> ב-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he-IL" dirty="0">
                    <a:solidFill>
                      <a:srgbClr val="7030A0"/>
                    </a:solidFill>
                  </a:rPr>
                  <a:t> שווה למחצית אורך מסלול זוגי קצר ביותר מ-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he-IL" dirty="0">
                    <a:solidFill>
                      <a:srgbClr val="7030A0"/>
                    </a:solidFill>
                  </a:rPr>
                  <a:t> ל-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he-IL" dirty="0">
                    <a:solidFill>
                      <a:srgbClr val="7030A0"/>
                    </a:solidFill>
                  </a:rPr>
                  <a:t> ב-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he-IL" dirty="0">
                    <a:solidFill>
                      <a:srgbClr val="7030A0"/>
                    </a:solidFill>
                  </a:rPr>
                  <a:t>.</a:t>
                </a:r>
              </a:p>
              <a:p>
                <a:pPr algn="r" rtl="1"/>
                <a:r>
                  <a:rPr lang="" b="1" dirty="0"/>
                  <a:t>מקרה ב</a:t>
                </a:r>
                <a:r>
                  <a:rPr lang="he-IL" b="1" dirty="0"/>
                  <a:t>' – </a:t>
                </a:r>
                <a:r>
                  <a:rPr lang="" b="1" dirty="0"/>
                  <a:t>לא קיים מסלול מ</a:t>
                </a:r>
                <a:r>
                  <a:rPr lang="he-IL" b="1" dirty="0"/>
                  <a:t>-</a:t>
                </a:r>
                <a14:m>
                  <m:oMath xmlns:m="http://schemas.openxmlformats.org/officeDocument/2006/math">
                    <m:r>
                      <a:rPr lang="LID4096" b="1" i="1"/>
                      <m:t>𝒔</m:t>
                    </m:r>
                  </m:oMath>
                </a14:m>
                <a:r>
                  <a:rPr lang="" b="1" dirty="0"/>
                  <a:t> ל</a:t>
                </a:r>
                <a:r>
                  <a:rPr lang="he-IL" b="1" dirty="0"/>
                  <a:t>-</a:t>
                </a:r>
                <a14:m>
                  <m:oMath xmlns:m="http://schemas.openxmlformats.org/officeDocument/2006/math">
                    <m:r>
                      <a:rPr lang="LID4096" b="1" i="1"/>
                      <m:t>𝒗</m:t>
                    </m:r>
                  </m:oMath>
                </a14:m>
                <a:r>
                  <a:rPr lang="" b="1" dirty="0"/>
                  <a:t> ב</a:t>
                </a:r>
                <a:r>
                  <a:rPr lang="he-IL" b="1" dirty="0"/>
                  <a:t>-</a:t>
                </a:r>
                <a14:m>
                  <m:oMath xmlns:m="http://schemas.openxmlformats.org/officeDocument/2006/math">
                    <m:r>
                      <a:rPr lang="LID4096" b="1" i="1"/>
                      <m:t>𝑮</m:t>
                    </m:r>
                  </m:oMath>
                </a14:m>
                <a:r>
                  <a:rPr lang="he-IL" b="1" dirty="0"/>
                  <a:t>.</a:t>
                </a:r>
                <a:endParaRPr lang="" b="1" dirty="0"/>
              </a:p>
              <a:p>
                <a:pPr algn="r" rtl="1"/>
                <a:r>
                  <a:rPr lang="" dirty="0"/>
                  <a:t>האלגוריתם </a:t>
                </a:r>
                <a:r>
                  <a:rPr lang="he-IL" dirty="0"/>
                  <a:t>י</a:t>
                </a:r>
                <a:r>
                  <a:rPr lang="" dirty="0"/>
                  <a:t>צ</a:t>
                </a:r>
                <a:r>
                  <a:rPr lang="he-IL" dirty="0"/>
                  <a:t>ט</a:t>
                </a:r>
                <a:r>
                  <a:rPr lang="" dirty="0"/>
                  <a:t>רך להחזיר את הערך </a:t>
                </a:r>
                <a14:m>
                  <m:oMath xmlns:m="http://schemas.openxmlformats.org/officeDocument/2006/math">
                    <m:r>
                      <a:rPr lang="LID4096"/>
                      <m:t>∞</m:t>
                    </m:r>
                  </m:oMath>
                </a14:m>
                <a:r>
                  <a:rPr lang="he-IL" dirty="0"/>
                  <a:t>.</a:t>
                </a:r>
                <a:endParaRPr lang="" dirty="0"/>
              </a:p>
              <a:p>
                <a:pPr algn="r" rtl="1"/>
                <a:r>
                  <a:rPr lang="" dirty="0"/>
                  <a:t>נראה כי</a:t>
                </a:r>
                <a:r>
                  <a:rPr lang="he-IL" dirty="0"/>
                  <a:t> אכן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LID4096" i="1"/>
                        </m:ctrlPr>
                      </m:sSubPr>
                      <m:e>
                        <m:r>
                          <a:rPr lang="LID4096" i="1"/>
                          <m:t>𝑑</m:t>
                        </m:r>
                      </m:e>
                      <m:sub>
                        <m:sSup>
                          <m:sSupPr>
                            <m:ctrlPr>
                              <a:rPr lang="LID4096" i="1"/>
                            </m:ctrlPr>
                          </m:sSupPr>
                          <m:e>
                            <m:r>
                              <a:rPr lang="LID4096" i="1"/>
                              <m:t>𝐺</m:t>
                            </m:r>
                          </m:e>
                          <m:sup>
                            <m:r>
                              <a:rPr lang="LID4096"/>
                              <m:t>′</m:t>
                            </m:r>
                          </m:sup>
                        </m:sSup>
                      </m:sub>
                    </m:sSub>
                    <m:d>
                      <m:dPr>
                        <m:sepChr m:val=","/>
                        <m:ctrlPr>
                          <a:rPr lang="LID4096" i="1"/>
                        </m:ctrlPr>
                      </m:dPr>
                      <m:e>
                        <m:r>
                          <a:rPr lang="LID4096" i="1"/>
                          <m:t>𝑠</m:t>
                        </m:r>
                      </m:e>
                      <m:e>
                        <m:r>
                          <a:rPr lang="LID4096" i="1"/>
                          <m:t>𝑣</m:t>
                        </m:r>
                      </m:e>
                    </m:d>
                    <m:r>
                      <a:rPr lang="LID4096"/>
                      <m:t>=∞</m:t>
                    </m:r>
                  </m:oMath>
                </a14:m>
                <a:r>
                  <a:rPr lang="he-IL" dirty="0"/>
                  <a:t>.</a:t>
                </a:r>
                <a:endParaRPr lang="LID4096" dirty="0"/>
              </a:p>
              <a:p>
                <a:pPr algn="r" rtl="1"/>
                <a:r>
                  <a:rPr lang="" dirty="0"/>
                  <a:t>נניח בשלילה כי</a:t>
                </a:r>
                <a:r>
                  <a:rPr lang="he-IL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LID4096" i="1"/>
                        </m:ctrlPr>
                      </m:sSubPr>
                      <m:e>
                        <m:r>
                          <a:rPr lang="LID4096" i="1"/>
                          <m:t>𝑑</m:t>
                        </m:r>
                      </m:e>
                      <m:sub>
                        <m:sSup>
                          <m:sSupPr>
                            <m:ctrlPr>
                              <a:rPr lang="LID4096" i="1"/>
                            </m:ctrlPr>
                          </m:sSupPr>
                          <m:e>
                            <m:r>
                              <a:rPr lang="LID4096" i="1"/>
                              <m:t>𝐺</m:t>
                            </m:r>
                          </m:e>
                          <m:sup>
                            <m:r>
                              <a:rPr lang="LID4096"/>
                              <m:t>′</m:t>
                            </m:r>
                          </m:sup>
                        </m:sSup>
                      </m:sub>
                    </m:sSub>
                    <m:d>
                      <m:dPr>
                        <m:sepChr m:val=","/>
                        <m:ctrlPr>
                          <a:rPr lang="LID4096" i="1"/>
                        </m:ctrlPr>
                      </m:dPr>
                      <m:e>
                        <m:r>
                          <a:rPr lang="LID4096" i="1"/>
                          <m:t>𝑠</m:t>
                        </m:r>
                      </m:e>
                      <m:e>
                        <m:r>
                          <a:rPr lang="LID4096" i="1"/>
                          <m:t>𝑣</m:t>
                        </m:r>
                      </m:e>
                    </m:d>
                    <m:r>
                      <a:rPr lang="LID4096"/>
                      <m:t>≠∞</m:t>
                    </m:r>
                  </m:oMath>
                </a14:m>
                <a:r>
                  <a:rPr lang="he-IL" dirty="0"/>
                  <a:t>. </a:t>
                </a:r>
                <a:r>
                  <a:rPr lang="" dirty="0"/>
                  <a:t>לכן קיים מסלול </a:t>
                </a:r>
                <a:r>
                  <a:rPr lang="he-IL" dirty="0"/>
                  <a:t>פשוט </a:t>
                </a:r>
                <a:r>
                  <a:rPr lang="" dirty="0"/>
                  <a:t>מ</a:t>
                </a:r>
                <a:r>
                  <a:rPr lang="he-IL" dirty="0"/>
                  <a:t>-</a:t>
                </a:r>
                <a14:m>
                  <m:oMath xmlns:m="http://schemas.openxmlformats.org/officeDocument/2006/math">
                    <m:r>
                      <a:rPr lang="LID4096" i="1"/>
                      <m:t>𝑠</m:t>
                    </m:r>
                  </m:oMath>
                </a14:m>
                <a:r>
                  <a:rPr lang="" dirty="0"/>
                  <a:t> ל</a:t>
                </a:r>
                <a:r>
                  <a:rPr lang="he-IL" dirty="0"/>
                  <a:t>-</a:t>
                </a:r>
                <a14:m>
                  <m:oMath xmlns:m="http://schemas.openxmlformats.org/officeDocument/2006/math">
                    <m:r>
                      <a:rPr lang="LID4096" i="1"/>
                      <m:t>𝑣</m:t>
                    </m:r>
                  </m:oMath>
                </a14:m>
                <a:r>
                  <a:rPr lang="" dirty="0"/>
                  <a:t> ב</a:t>
                </a:r>
                <a:r>
                  <a:rPr lang="he-IL" dirty="0"/>
                  <a:t>-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LID4096" i="1"/>
                        </m:ctrlPr>
                      </m:sSupPr>
                      <m:e>
                        <m:r>
                          <a:rPr lang="LID4096" i="1"/>
                          <m:t>𝐺</m:t>
                        </m:r>
                      </m:e>
                      <m:sup>
                        <m:r>
                          <a:rPr lang="LID4096"/>
                          <m:t>′</m:t>
                        </m:r>
                      </m:sup>
                    </m:sSup>
                  </m:oMath>
                </a14:m>
                <a:r>
                  <a:rPr lang="he-IL" dirty="0"/>
                  <a:t> (לדוגמה מסלול קצר ביותר).</a:t>
                </a:r>
              </a:p>
              <a:p>
                <a:pPr algn="r" rtl="1"/>
                <a:r>
                  <a:rPr lang="" dirty="0"/>
                  <a:t>לפי האבחנה אורכו זוגי</a:t>
                </a:r>
                <a:r>
                  <a:rPr lang="he-IL" dirty="0"/>
                  <a:t>, ו</a:t>
                </a:r>
                <a:r>
                  <a:rPr lang="" dirty="0"/>
                  <a:t>מטענת העזר </a:t>
                </a:r>
                <a:r>
                  <a:rPr lang="he-IL" dirty="0"/>
                  <a:t>נסיק ש</a:t>
                </a:r>
                <a:r>
                  <a:rPr lang="" dirty="0"/>
                  <a:t>קיים מסלול באורך </a:t>
                </a:r>
                <a14:m>
                  <m:oMath xmlns:m="http://schemas.openxmlformats.org/officeDocument/2006/math">
                    <m:r>
                      <a:rPr lang="LID4096" i="1"/>
                      <m:t>𝑘</m:t>
                    </m:r>
                  </m:oMath>
                </a14:m>
                <a:r>
                  <a:rPr lang="he-IL" dirty="0"/>
                  <a:t> </a:t>
                </a:r>
                <a:r>
                  <a:rPr lang="" dirty="0"/>
                  <a:t>מ</a:t>
                </a:r>
                <a:r>
                  <a:rPr lang="he-IL" dirty="0"/>
                  <a:t>-</a:t>
                </a:r>
                <a14:m>
                  <m:oMath xmlns:m="http://schemas.openxmlformats.org/officeDocument/2006/math">
                    <m:r>
                      <a:rPr lang="LID4096" i="1"/>
                      <m:t>𝑠</m:t>
                    </m:r>
                  </m:oMath>
                </a14:m>
                <a:r>
                  <a:rPr lang="" dirty="0"/>
                  <a:t> ל</a:t>
                </a:r>
                <a:r>
                  <a:rPr lang="he-IL" dirty="0"/>
                  <a:t>-</a:t>
                </a:r>
                <a14:m>
                  <m:oMath xmlns:m="http://schemas.openxmlformats.org/officeDocument/2006/math">
                    <m:r>
                      <a:rPr lang="LID4096" i="1"/>
                      <m:t>𝑣</m:t>
                    </m:r>
                  </m:oMath>
                </a14:m>
                <a:r>
                  <a:rPr lang="he-IL" dirty="0"/>
                  <a:t> </a:t>
                </a:r>
                <a:r>
                  <a:rPr lang="" dirty="0"/>
                  <a:t>ב</a:t>
                </a:r>
                <a:r>
                  <a:rPr lang="he-IL" dirty="0"/>
                  <a:t>-</a:t>
                </a:r>
                <a14:m>
                  <m:oMath xmlns:m="http://schemas.openxmlformats.org/officeDocument/2006/math">
                    <m:r>
                      <a:rPr lang="LID4096" i="1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he-IL" dirty="0"/>
                  <a:t> – </a:t>
                </a:r>
                <a:r>
                  <a:rPr lang="" dirty="0"/>
                  <a:t>בסתירה להנחה</a:t>
                </a:r>
                <a:r>
                  <a:rPr lang="he-IL" dirty="0"/>
                  <a:t>.   </a:t>
                </a:r>
                <a14:m>
                  <m:oMath xmlns:m="http://schemas.openxmlformats.org/officeDocument/2006/math">
                    <m:r>
                      <a:rPr lang="he-IL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∎</m:t>
                    </m:r>
                  </m:oMath>
                </a14:m>
                <a:endParaRPr lang="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C7B3082-31E2-A657-C2E3-219F9D4A3CD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83920" y="1845734"/>
                <a:ext cx="10271760" cy="4257354"/>
              </a:xfrm>
              <a:blipFill>
                <a:blip r:embed="rId2"/>
                <a:stretch>
                  <a:fillRect t="-1433" r="-1543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92333C-557F-E0FF-B5EC-89E983E02A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83BA3-06C8-484E-9176-75AB8C24EBC2}" type="datetime9">
              <a:rPr lang="he-IL" smtClean="0"/>
              <a:t>16 אוקטובר, 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0539E7-CC6E-5714-39B9-29D5BD9850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תרגול 1 - מבוא ורדוקציות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FD2BFE-62EF-24FA-2372-415648C705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52</a:t>
            </a:fld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Rectangle: Rounded Corners 8">
                <a:extLst>
                  <a:ext uri="{FF2B5EF4-FFF2-40B4-BE49-F238E27FC236}">
                    <a16:creationId xmlns:a16="http://schemas.microsoft.com/office/drawing/2014/main" id="{F2B1DD57-F036-3C27-CBF2-933D83164403}"/>
                  </a:ext>
                </a:extLst>
              </p:cNvPr>
              <p:cNvSpPr/>
              <p:nvPr/>
            </p:nvSpPr>
            <p:spPr>
              <a:xfrm>
                <a:off x="259094" y="177439"/>
                <a:ext cx="4873345" cy="817245"/>
              </a:xfrm>
              <a:prstGeom prst="roundRect">
                <a:avLst/>
              </a:prstGeom>
              <a:solidFill>
                <a:srgbClr val="D3F5F6"/>
              </a:solidFill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 algn="r" rtl="1">
                  <a:buClr>
                    <a:schemeClr val="accent1"/>
                  </a:buClr>
                  <a:buSzPct val="100000"/>
                </a:pPr>
                <a:r>
                  <a:rPr lang="he-IL" sz="1400" b="1" dirty="0"/>
                  <a:t>אבחנה:</a:t>
                </a:r>
                <a:r>
                  <a:rPr lang="he-IL" sz="1400" dirty="0"/>
                  <a:t> אורך כל מסלול (אם קיים) מ-</a:t>
                </a:r>
                <a14:m>
                  <m:oMath xmlns:m="http://schemas.openxmlformats.org/officeDocument/2006/math">
                    <m:r>
                      <a:rPr lang="en-US" sz="1400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400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1400" i="1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he-IL" sz="1400" dirty="0"/>
                  <a:t> ל-</a:t>
                </a:r>
                <a14:m>
                  <m:oMath xmlns:m="http://schemas.openxmlformats.org/officeDocument/2006/math">
                    <m:r>
                      <a:rPr lang="en-US" sz="1400" i="1" dirty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1400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1400" i="1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he-IL" sz="1400" dirty="0"/>
                  <a:t> ב-</a:t>
                </a:r>
                <a14:m>
                  <m:oMath xmlns:m="http://schemas.openxmlformats.org/officeDocument/2006/math">
                    <m:r>
                      <a:rPr lang="en-US" sz="1400" i="1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sz="1400" i="1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he-IL" sz="1400" dirty="0"/>
                  <a:t> הוא זוגי.</a:t>
                </a:r>
              </a:p>
              <a:p>
                <a:pPr algn="r" rtl="1">
                  <a:buClr>
                    <a:schemeClr val="accent1"/>
                  </a:buClr>
                  <a:buSzPct val="100000"/>
                </a:pPr>
                <a:r>
                  <a:rPr lang="he-IL" sz="1400" b="1" dirty="0"/>
                  <a:t>טענת עזר:</a:t>
                </a:r>
                <a:r>
                  <a:rPr lang="he-IL" sz="1400" dirty="0"/>
                  <a:t> קיים </a:t>
                </a:r>
                <a:r>
                  <a:rPr lang="he-IL" sz="1400" u="sng" dirty="0"/>
                  <a:t>מסלול </a:t>
                </a:r>
                <a:r>
                  <a:rPr lang="he-IL" sz="1400" b="1" u="sng" dirty="0"/>
                  <a:t>פשוט</a:t>
                </a:r>
                <a:r>
                  <a:rPr lang="he-IL" sz="1400" dirty="0"/>
                  <a:t> באורך </a:t>
                </a:r>
                <a14:m>
                  <m:oMath xmlns:m="http://schemas.openxmlformats.org/officeDocument/2006/math">
                    <m:r>
                      <a:rPr lang="en-US" sz="1400" i="1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he-IL" sz="1400" dirty="0"/>
                  <a:t> בין </a:t>
                </a:r>
                <a14:m>
                  <m:oMath xmlns:m="http://schemas.openxmlformats.org/officeDocument/2006/math">
                    <m:r>
                      <a:rPr lang="en-US" sz="1400" i="1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he-IL" sz="1400" dirty="0"/>
                  <a:t> ל-</a:t>
                </a:r>
                <a14:m>
                  <m:oMath xmlns:m="http://schemas.openxmlformats.org/officeDocument/2006/math">
                    <m:r>
                      <a:rPr lang="en-US" sz="1400" i="1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he-IL" sz="1400" dirty="0"/>
                  <a:t> ב-</a:t>
                </a:r>
                <a14:m>
                  <m:oMath xmlns:m="http://schemas.openxmlformats.org/officeDocument/2006/math">
                    <m:r>
                      <a:rPr lang="en-US" sz="1400" i="1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he-IL" sz="1400" dirty="0"/>
                  <a:t> אמ"מ קיים </a:t>
                </a:r>
                <a:r>
                  <a:rPr lang="he-IL" sz="1400" u="sng" dirty="0"/>
                  <a:t>מסלול </a:t>
                </a:r>
                <a:r>
                  <a:rPr lang="he-IL" sz="1400" b="1" u="sng" dirty="0"/>
                  <a:t>פשוט</a:t>
                </a:r>
                <a:r>
                  <a:rPr lang="he-IL" sz="1400" dirty="0"/>
                  <a:t> באורך </a:t>
                </a:r>
                <a14:m>
                  <m:oMath xmlns:m="http://schemas.openxmlformats.org/officeDocument/2006/math">
                    <m:r>
                      <a:rPr lang="en-US" sz="1400" i="1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1400" i="1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he-IL" sz="1400" dirty="0"/>
                  <a:t> בין </a:t>
                </a:r>
                <a14:m>
                  <m:oMath xmlns:m="http://schemas.openxmlformats.org/officeDocument/2006/math">
                    <m:r>
                      <a:rPr lang="en-US" sz="1400" i="1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he-IL" sz="1400" dirty="0"/>
                  <a:t> ל-</a:t>
                </a:r>
                <a14:m>
                  <m:oMath xmlns:m="http://schemas.openxmlformats.org/officeDocument/2006/math">
                    <m:r>
                      <a:rPr lang="en-US" sz="1400" i="1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he-IL" sz="1400" dirty="0"/>
                  <a:t> ב-</a:t>
                </a:r>
                <a14:m>
                  <m:oMath xmlns:m="http://schemas.openxmlformats.org/officeDocument/2006/math">
                    <m:r>
                      <a:rPr lang="en-US" sz="1400" i="1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sz="1400" i="1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he-IL" sz="1400" dirty="0"/>
                  <a:t>.</a:t>
                </a:r>
              </a:p>
            </p:txBody>
          </p:sp>
        </mc:Choice>
        <mc:Fallback>
          <p:sp>
            <p:nvSpPr>
              <p:cNvPr id="9" name="Rectangle: Rounded Corners 8">
                <a:extLst>
                  <a:ext uri="{FF2B5EF4-FFF2-40B4-BE49-F238E27FC236}">
                    <a16:creationId xmlns:a16="http://schemas.microsoft.com/office/drawing/2014/main" id="{F2B1DD57-F036-3C27-CBF2-933D8316440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094" y="177439"/>
                <a:ext cx="4873345" cy="817245"/>
              </a:xfrm>
              <a:prstGeom prst="roundRect">
                <a:avLst/>
              </a:prstGeom>
              <a:blipFill>
                <a:blip r:embed="rId3"/>
                <a:stretch>
                  <a:fillRect b="-730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116530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CAD37-2B68-46EB-BCE3-2EE8E9F0AE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he-IL" dirty="0"/>
              <a:t>הוכחת טענת העזר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C202563-741E-47E2-9D0E-ABB4785943B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97280" y="1845734"/>
                <a:ext cx="10058400" cy="4023360"/>
              </a:xfrm>
            </p:spPr>
            <p:txBody>
              <a:bodyPr>
                <a:noAutofit/>
              </a:bodyPr>
              <a:lstStyle/>
              <a:p>
                <a:pPr algn="r" rtl="1"/>
                <a:r>
                  <a:rPr lang="he-IL" b="1" dirty="0">
                    <a:solidFill>
                      <a:srgbClr val="7030A0"/>
                    </a:solidFill>
                  </a:rPr>
                  <a:t>טענת עזר:</a:t>
                </a:r>
                <a:r>
                  <a:rPr lang="he-IL" dirty="0">
                    <a:solidFill>
                      <a:srgbClr val="7030A0"/>
                    </a:solidFill>
                  </a:rPr>
                  <a:t> קיים ב-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he-IL" dirty="0">
                    <a:solidFill>
                      <a:srgbClr val="7030A0"/>
                    </a:solidFill>
                  </a:rPr>
                  <a:t> </a:t>
                </a:r>
                <a:r>
                  <a:rPr lang="he-IL" u="sng" dirty="0">
                    <a:solidFill>
                      <a:srgbClr val="7030A0"/>
                    </a:solidFill>
                  </a:rPr>
                  <a:t>מסלול פשוט</a:t>
                </a:r>
                <a:r>
                  <a:rPr lang="he-IL" dirty="0">
                    <a:solidFill>
                      <a:srgbClr val="7030A0"/>
                    </a:solidFill>
                  </a:rPr>
                  <a:t> באורך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he-IL" dirty="0">
                    <a:solidFill>
                      <a:srgbClr val="7030A0"/>
                    </a:solidFill>
                  </a:rPr>
                  <a:t> בין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he-IL" dirty="0">
                    <a:solidFill>
                      <a:srgbClr val="7030A0"/>
                    </a:solidFill>
                  </a:rPr>
                  <a:t> ל-</a:t>
                </a:r>
                <a:r>
                  <a:rPr lang="en-US" dirty="0">
                    <a:solidFill>
                      <a:srgbClr val="7030A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he-IL" dirty="0">
                    <a:solidFill>
                      <a:srgbClr val="7030A0"/>
                    </a:solidFill>
                  </a:rPr>
                  <a:t>אמ"מ קיים ב-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he-IL" dirty="0">
                    <a:solidFill>
                      <a:srgbClr val="7030A0"/>
                    </a:solidFill>
                  </a:rPr>
                  <a:t> </a:t>
                </a:r>
                <a:r>
                  <a:rPr lang="he-IL" u="sng" dirty="0">
                    <a:solidFill>
                      <a:srgbClr val="7030A0"/>
                    </a:solidFill>
                  </a:rPr>
                  <a:t>מסלול פשוט</a:t>
                </a:r>
                <a:r>
                  <a:rPr lang="he-IL" dirty="0">
                    <a:solidFill>
                      <a:srgbClr val="7030A0"/>
                    </a:solidFill>
                  </a:rPr>
                  <a:t> באורך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he-IL" dirty="0">
                    <a:solidFill>
                      <a:srgbClr val="7030A0"/>
                    </a:solidFill>
                  </a:rPr>
                  <a:t> בין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he-IL" dirty="0">
                    <a:solidFill>
                      <a:srgbClr val="7030A0"/>
                    </a:solidFill>
                  </a:rPr>
                  <a:t> לבין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he-IL" dirty="0">
                    <a:solidFill>
                      <a:srgbClr val="7030A0"/>
                    </a:solidFill>
                  </a:rPr>
                  <a:t>.</a:t>
                </a:r>
              </a:p>
              <a:p>
                <a:pPr algn="r" rtl="1"/>
                <a:r>
                  <a:rPr lang="" b="1" dirty="0"/>
                  <a:t>כיוון ראשון</a:t>
                </a:r>
                <a:r>
                  <a:rPr lang="he-IL" b="1" dirty="0"/>
                  <a:t> (</a:t>
                </a:r>
                <a14:m>
                  <m:oMath xmlns:m="http://schemas.openxmlformats.org/officeDocument/2006/math">
                    <m:r>
                      <a:rPr lang="he-IL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⇐</m:t>
                    </m:r>
                  </m:oMath>
                </a14:m>
                <a:r>
                  <a:rPr lang="he-IL" b="1" dirty="0"/>
                  <a:t>):</a:t>
                </a:r>
                <a:endParaRPr lang="" dirty="0"/>
              </a:p>
              <a:p>
                <a:pPr algn="r" rtl="1"/>
                <a:r>
                  <a:rPr lang="" dirty="0"/>
                  <a:t>יהי</a:t>
                </a:r>
                <a:r>
                  <a:rPr lang="he-IL" dirty="0"/>
                  <a:t> </a:t>
                </a:r>
                <a14:m>
                  <m:oMath xmlns:m="http://schemas.openxmlformats.org/officeDocument/2006/math">
                    <m:r>
                      <a:rPr lang="LID4096" i="1"/>
                      <m:t>𝑃</m:t>
                    </m:r>
                    <m:r>
                      <a:rPr lang="LID4096"/>
                      <m:t>=</m:t>
                    </m:r>
                    <m:d>
                      <m:dPr>
                        <m:sepChr m:val=","/>
                        <m:ctrlPr>
                          <a:rPr lang="LID4096" i="1"/>
                        </m:ctrlPr>
                      </m:dPr>
                      <m:e>
                        <m:r>
                          <a:rPr lang="LID4096" i="1"/>
                          <m:t>𝑠</m:t>
                        </m:r>
                      </m:e>
                      <m:e>
                        <m:sSub>
                          <m:sSubPr>
                            <m:ctrlPr>
                              <a:rPr lang="LID4096" i="1"/>
                            </m:ctrlPr>
                          </m:sSubPr>
                          <m:e>
                            <m:r>
                              <a:rPr lang="LID4096" i="1"/>
                              <m:t>𝑢</m:t>
                            </m:r>
                          </m:e>
                          <m:sub>
                            <m:r>
                              <a:rPr lang="LID4096"/>
                              <m:t>1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LID4096" i="1"/>
                            </m:ctrlPr>
                          </m:sSubPr>
                          <m:e>
                            <m:r>
                              <a:rPr lang="LID4096" i="1"/>
                              <m:t>𝑢</m:t>
                            </m:r>
                          </m:e>
                          <m:sub>
                            <m:r>
                              <a:rPr lang="LID4096"/>
                              <m:t>2</m:t>
                            </m:r>
                          </m:sub>
                        </m:sSub>
                      </m:e>
                      <m:e>
                        <m:r>
                          <a:rPr lang="LID4096"/>
                          <m:t>…</m:t>
                        </m:r>
                      </m:e>
                      <m:e>
                        <m:sSub>
                          <m:sSubPr>
                            <m:ctrlPr>
                              <a:rPr lang="LID4096" i="1"/>
                            </m:ctrlPr>
                          </m:sSubPr>
                          <m:e>
                            <m:r>
                              <a:rPr lang="LID4096" i="1"/>
                              <m:t>𝑢</m:t>
                            </m:r>
                          </m:e>
                          <m:sub>
                            <m:r>
                              <a:rPr lang="LID4096" i="1"/>
                              <m:t>𝑚</m:t>
                            </m:r>
                            <m:r>
                              <a:rPr lang="LID4096"/>
                              <m:t>−1</m:t>
                            </m:r>
                          </m:sub>
                        </m:sSub>
                      </m:e>
                      <m:e>
                        <m:r>
                          <a:rPr lang="LID4096" i="1"/>
                          <m:t>𝑣</m:t>
                        </m:r>
                      </m:e>
                    </m:d>
                  </m:oMath>
                </a14:m>
                <a:r>
                  <a:rPr lang="he-IL" dirty="0"/>
                  <a:t> </a:t>
                </a:r>
                <a:r>
                  <a:rPr lang="" dirty="0"/>
                  <a:t>מסלול פשוט באורך </a:t>
                </a:r>
                <a14:m>
                  <m:oMath xmlns:m="http://schemas.openxmlformats.org/officeDocument/2006/math">
                    <m:r>
                      <a:rPr lang="LID4096" i="1"/>
                      <m:t>𝑚</m:t>
                    </m:r>
                  </m:oMath>
                </a14:m>
                <a:r>
                  <a:rPr lang="he-IL" dirty="0"/>
                  <a:t> </a:t>
                </a:r>
                <a:r>
                  <a:rPr lang="" dirty="0"/>
                  <a:t>מ</a:t>
                </a:r>
                <a:r>
                  <a:rPr lang="he-IL" dirty="0"/>
                  <a:t>-</a:t>
                </a:r>
                <a14:m>
                  <m:oMath xmlns:m="http://schemas.openxmlformats.org/officeDocument/2006/math">
                    <m:r>
                      <a:rPr lang="LID4096" i="1"/>
                      <m:t>𝑠</m:t>
                    </m:r>
                  </m:oMath>
                </a14:m>
                <a:r>
                  <a:rPr lang="" dirty="0"/>
                  <a:t> ל</a:t>
                </a:r>
                <a:r>
                  <a:rPr lang="he-IL" dirty="0"/>
                  <a:t>-</a:t>
                </a:r>
                <a14:m>
                  <m:oMath xmlns:m="http://schemas.openxmlformats.org/officeDocument/2006/math">
                    <m:r>
                      <a:rPr lang="LID4096" i="1"/>
                      <m:t>𝑣</m:t>
                    </m:r>
                  </m:oMath>
                </a14:m>
                <a:r>
                  <a:rPr lang="" dirty="0"/>
                  <a:t> ב</a:t>
                </a:r>
                <a:r>
                  <a:rPr lang="he-IL" dirty="0"/>
                  <a:t>-</a:t>
                </a:r>
                <a14:m>
                  <m:oMath xmlns:m="http://schemas.openxmlformats.org/officeDocument/2006/math">
                    <m:r>
                      <a:rPr lang="LID4096" i="1"/>
                      <m:t>𝐺</m:t>
                    </m:r>
                  </m:oMath>
                </a14:m>
                <a:r>
                  <a:rPr lang="he-IL" dirty="0"/>
                  <a:t>.</a:t>
                </a:r>
                <a:endParaRPr lang="" dirty="0"/>
              </a:p>
              <a:p>
                <a:pPr algn="r" rtl="1"/>
                <a:r>
                  <a:rPr lang="" dirty="0"/>
                  <a:t>נגדיר</a:t>
                </a:r>
                <a:r>
                  <a:rPr lang="he-IL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LID4096" i="1"/>
                        </m:ctrlPr>
                      </m:sSupPr>
                      <m:e>
                        <m:r>
                          <a:rPr lang="LID4096" i="1"/>
                          <m:t>𝑃</m:t>
                        </m:r>
                      </m:e>
                      <m:sup>
                        <m:r>
                          <a:rPr lang="LID4096"/>
                          <m:t>′</m:t>
                        </m:r>
                      </m:sup>
                    </m:sSup>
                    <m:r>
                      <a:rPr lang="LID4096"/>
                      <m:t>=</m:t>
                    </m:r>
                    <m:d>
                      <m:dPr>
                        <m:sepChr m:val=","/>
                        <m:ctrlPr>
                          <a:rPr lang="LID4096" i="1"/>
                        </m:ctrlPr>
                      </m:dPr>
                      <m:e>
                        <m:r>
                          <a:rPr lang="LID4096" i="1"/>
                          <m:t>𝑠</m:t>
                        </m:r>
                      </m:e>
                      <m:e>
                        <m:acc>
                          <m:accPr>
                            <m:chr m:val="̅"/>
                            <m:ctrlPr>
                              <a:rPr lang="LID4096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LID4096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sSub>
                              <m:sSubPr>
                                <m:ctrlPr>
                                  <a:rPr lang="LID4096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LID4096" i="1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b>
                                <m:r>
                                  <a:rPr lang="LID4096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acc>
                      </m:e>
                      <m:e>
                        <m:sSub>
                          <m:sSubPr>
                            <m:ctrlPr>
                              <a:rPr lang="LID4096" i="1"/>
                            </m:ctrlPr>
                          </m:sSubPr>
                          <m:e>
                            <m:r>
                              <a:rPr lang="LID4096" i="1"/>
                              <m:t>𝑢</m:t>
                            </m:r>
                          </m:e>
                          <m:sub>
                            <m:r>
                              <a:rPr lang="LID4096"/>
                              <m:t>1</m:t>
                            </m:r>
                          </m:sub>
                        </m:sSub>
                      </m:e>
                      <m:e>
                        <m:acc>
                          <m:accPr>
                            <m:chr m:val="̅"/>
                            <m:ctrlPr>
                              <a:rPr lang="LID4096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LID4096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LID4096" i="1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b>
                                <m:r>
                                  <a:rPr lang="LID4096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LID4096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LID4096" i="1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b>
                                <m:r>
                                  <a:rPr lang="LID4096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acc>
                      </m:e>
                      <m:e>
                        <m:sSub>
                          <m:sSubPr>
                            <m:ctrlPr>
                              <a:rPr lang="LID4096" i="1"/>
                            </m:ctrlPr>
                          </m:sSubPr>
                          <m:e>
                            <m:r>
                              <a:rPr lang="LID4096" i="1"/>
                              <m:t>𝑢</m:t>
                            </m:r>
                          </m:e>
                          <m:sub>
                            <m:r>
                              <a:rPr lang="LID4096"/>
                              <m:t>2</m:t>
                            </m:r>
                          </m:sub>
                        </m:sSub>
                      </m:e>
                      <m:e>
                        <m:r>
                          <a:rPr lang="LID4096"/>
                          <m:t>…</m:t>
                        </m:r>
                      </m:e>
                      <m:e>
                        <m:sSub>
                          <m:sSubPr>
                            <m:ctrlPr>
                              <a:rPr lang="LID4096" i="1"/>
                            </m:ctrlPr>
                          </m:sSubPr>
                          <m:e>
                            <m:r>
                              <a:rPr lang="LID4096" i="1"/>
                              <m:t>𝑢</m:t>
                            </m:r>
                          </m:e>
                          <m:sub>
                            <m:r>
                              <a:rPr lang="LID4096" i="1"/>
                              <m:t>𝑚</m:t>
                            </m:r>
                            <m:r>
                              <a:rPr lang="LID4096"/>
                              <m:t>−1</m:t>
                            </m:r>
                          </m:sub>
                        </m:sSub>
                      </m:e>
                      <m:e>
                        <m:acc>
                          <m:accPr>
                            <m:chr m:val="̅"/>
                            <m:ctrlPr>
                              <a:rPr lang="LID4096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LID4096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LID4096" i="1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b>
                                <m:r>
                                  <a:rPr lang="LID4096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  <m:r>
                                  <a:rPr lang="LID4096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b>
                            </m:sSub>
                            <m:r>
                              <a:rPr lang="LID4096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acc>
                      </m:e>
                      <m:e>
                        <m:r>
                          <a:rPr lang="LID4096" i="1"/>
                          <m:t>𝑣</m:t>
                        </m:r>
                      </m:e>
                    </m:d>
                  </m:oMath>
                </a14:m>
                <a:r>
                  <a:rPr lang="he-IL" dirty="0"/>
                  <a:t>.</a:t>
                </a:r>
                <a:endParaRPr lang="LID4096" dirty="0"/>
              </a:p>
              <a:p>
                <a:pPr algn="r" rtl="1"/>
                <a:r>
                  <a:rPr lang="" dirty="0"/>
                  <a:t>לכל שני קודקודים עוקבים ב</a:t>
                </a:r>
                <a:r>
                  <a:rPr lang="he-IL" dirty="0"/>
                  <a:t>-</a:t>
                </a:r>
                <a14:m>
                  <m:oMath xmlns:m="http://schemas.openxmlformats.org/officeDocument/2006/math">
                    <m:r>
                      <a:rPr lang="LID4096" i="1"/>
                      <m:t>𝑃</m:t>
                    </m:r>
                  </m:oMath>
                </a14:m>
                <a:r>
                  <a:rPr lang="he-IL" dirty="0"/>
                  <a:t> ישנה</a:t>
                </a:r>
                <a:r>
                  <a:rPr lang="" dirty="0"/>
                  <a:t> צלע ב</a:t>
                </a:r>
                <a:r>
                  <a:rPr lang="he-IL" dirty="0"/>
                  <a:t>-</a:t>
                </a:r>
                <a14:m>
                  <m:oMath xmlns:m="http://schemas.openxmlformats.org/officeDocument/2006/math">
                    <m:r>
                      <a:rPr lang="LID4096" i="1"/>
                      <m:t>𝐺</m:t>
                    </m:r>
                  </m:oMath>
                </a14:m>
                <a:r>
                  <a:rPr lang="he-IL" dirty="0"/>
                  <a:t>.</a:t>
                </a:r>
                <a:endParaRPr lang="" dirty="0"/>
              </a:p>
              <a:p>
                <a:pPr algn="r" rtl="1"/>
                <a:r>
                  <a:rPr lang="" dirty="0"/>
                  <a:t>לכן</a:t>
                </a:r>
                <a:r>
                  <a:rPr lang="he-IL" dirty="0"/>
                  <a:t>, </a:t>
                </a:r>
                <a:r>
                  <a:rPr lang="" dirty="0"/>
                  <a:t>לפי בניית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LID4096" i="1"/>
                        </m:ctrlPr>
                      </m:sSupPr>
                      <m:e>
                        <m:r>
                          <a:rPr lang="LID4096" i="1"/>
                          <m:t>𝐺</m:t>
                        </m:r>
                      </m:e>
                      <m:sup>
                        <m:r>
                          <a:rPr lang="LID4096"/>
                          <m:t>′</m:t>
                        </m:r>
                      </m:sup>
                    </m:sSup>
                  </m:oMath>
                </a14:m>
                <a:r>
                  <a:rPr lang="he-IL" dirty="0"/>
                  <a:t>, </a:t>
                </a:r>
                <a:r>
                  <a:rPr lang="" dirty="0"/>
                  <a:t>בין כל שני קודקודים עוקבים ב</a:t>
                </a:r>
                <a:r>
                  <a:rPr lang="he-IL" dirty="0"/>
                  <a:t>-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LID4096" i="1"/>
                        </m:ctrlPr>
                      </m:sSupPr>
                      <m:e>
                        <m:r>
                          <a:rPr lang="LID4096" i="1"/>
                          <m:t>𝑃</m:t>
                        </m:r>
                      </m:e>
                      <m:sup>
                        <m:r>
                          <a:rPr lang="LID4096"/>
                          <m:t>′</m:t>
                        </m:r>
                      </m:sup>
                    </m:sSup>
                  </m:oMath>
                </a14:m>
                <a:r>
                  <a:rPr lang="" dirty="0"/>
                  <a:t> קיימת ב</a:t>
                </a:r>
                <a:r>
                  <a:rPr lang="he-IL" dirty="0"/>
                  <a:t>-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LID4096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LID4096" i="1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p>
                        <m:r>
                          <a:rPr lang="LID4096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he-IL" dirty="0"/>
                  <a:t> </a:t>
                </a:r>
                <a:r>
                  <a:rPr lang="" dirty="0"/>
                  <a:t>הצלע המתאימה</a:t>
                </a:r>
                <a:r>
                  <a:rPr lang="he-IL" dirty="0"/>
                  <a:t>.</a:t>
                </a:r>
                <a:endParaRPr lang="" dirty="0"/>
              </a:p>
              <a:p>
                <a:pPr algn="r" rtl="1"/>
                <a:r>
                  <a:rPr lang="" dirty="0"/>
                  <a:t>בנוסף</a:t>
                </a:r>
                <a:r>
                  <a:rPr lang="he-IL" dirty="0"/>
                  <a:t>, </a:t>
                </a:r>
                <a:r>
                  <a:rPr lang="" dirty="0"/>
                  <a:t>מאחר ש</a:t>
                </a:r>
                <a:r>
                  <a:rPr lang="he-IL" dirty="0"/>
                  <a:t>-</a:t>
                </a:r>
                <a14:m>
                  <m:oMath xmlns:m="http://schemas.openxmlformats.org/officeDocument/2006/math">
                    <m:r>
                      <a:rPr lang="LID4096" i="1"/>
                      <m:t>𝑃</m:t>
                    </m:r>
                  </m:oMath>
                </a14:m>
                <a:r>
                  <a:rPr lang="" dirty="0"/>
                  <a:t> פשוט</a:t>
                </a:r>
                <a:r>
                  <a:rPr lang="he-IL" dirty="0"/>
                  <a:t>, </a:t>
                </a:r>
                <a:r>
                  <a:rPr lang="" dirty="0"/>
                  <a:t>גם </a:t>
                </a:r>
                <a:r>
                  <a:rPr lang="he-IL" dirty="0"/>
                  <a:t>ב-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LID4096" i="1"/>
                        </m:ctrlPr>
                      </m:sSupPr>
                      <m:e>
                        <m:r>
                          <a:rPr lang="LID4096" i="1"/>
                          <m:t>𝑃</m:t>
                        </m:r>
                      </m:e>
                      <m:sup>
                        <m:r>
                          <a:rPr lang="LID4096"/>
                          <m:t>′</m:t>
                        </m:r>
                      </m:sup>
                    </m:sSup>
                  </m:oMath>
                </a14:m>
                <a:r>
                  <a:rPr lang="he-IL" dirty="0"/>
                  <a:t> כל הקודקודים שונים והוא </a:t>
                </a:r>
                <a:r>
                  <a:rPr lang="" dirty="0"/>
                  <a:t>פשוט</a:t>
                </a:r>
                <a:r>
                  <a:rPr lang="he-IL" dirty="0"/>
                  <a:t>.</a:t>
                </a:r>
                <a:endParaRPr lang="" dirty="0"/>
              </a:p>
              <a:p>
                <a:pPr algn="r" rtl="1"/>
                <a:r>
                  <a:rPr lang="" dirty="0"/>
                  <a:t>מכאן ש</a:t>
                </a:r>
                <a:r>
                  <a:rPr lang="he-IL" dirty="0"/>
                  <a:t>-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LID4096" i="1"/>
                        </m:ctrlPr>
                      </m:sSupPr>
                      <m:e>
                        <m:r>
                          <a:rPr lang="LID4096" i="1"/>
                          <m:t>𝑃</m:t>
                        </m:r>
                      </m:e>
                      <m:sup>
                        <m:r>
                          <a:rPr lang="LID4096"/>
                          <m:t>′</m:t>
                        </m:r>
                      </m:sup>
                    </m:sSup>
                  </m:oMath>
                </a14:m>
                <a:r>
                  <a:rPr lang="" dirty="0"/>
                  <a:t> ה</a:t>
                </a:r>
                <a:r>
                  <a:rPr lang="he-IL" dirty="0" err="1"/>
                  <a:t>ינו</a:t>
                </a:r>
                <a:r>
                  <a:rPr lang="he-IL" dirty="0"/>
                  <a:t> אכן</a:t>
                </a:r>
                <a:r>
                  <a:rPr lang="" dirty="0"/>
                  <a:t> מסלול פשוט ב</a:t>
                </a:r>
                <a:r>
                  <a:rPr lang="he-IL" dirty="0"/>
                  <a:t>-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LID4096" i="1"/>
                        </m:ctrlPr>
                      </m:sSupPr>
                      <m:e>
                        <m:r>
                          <a:rPr lang="LID4096" i="1"/>
                          <m:t>𝐺</m:t>
                        </m:r>
                      </m:e>
                      <m:sup>
                        <m:r>
                          <a:rPr lang="LID4096"/>
                          <m:t>′</m:t>
                        </m:r>
                      </m:sup>
                    </m:sSup>
                  </m:oMath>
                </a14:m>
                <a:r>
                  <a:rPr lang="" dirty="0"/>
                  <a:t> מ</a:t>
                </a:r>
                <a:r>
                  <a:rPr lang="he-IL" dirty="0"/>
                  <a:t>-</a:t>
                </a:r>
                <a14:m>
                  <m:oMath xmlns:m="http://schemas.openxmlformats.org/officeDocument/2006/math">
                    <m:r>
                      <a:rPr lang="LID4096" i="1"/>
                      <m:t>𝑠</m:t>
                    </m:r>
                  </m:oMath>
                </a14:m>
                <a:r>
                  <a:rPr lang="" dirty="0"/>
                  <a:t> ל</a:t>
                </a:r>
                <a:r>
                  <a:rPr lang="he-IL" dirty="0"/>
                  <a:t>-</a:t>
                </a:r>
                <a14:m>
                  <m:oMath xmlns:m="http://schemas.openxmlformats.org/officeDocument/2006/math">
                    <m:r>
                      <a:rPr lang="LID4096" i="1"/>
                      <m:t>𝑣</m:t>
                    </m:r>
                  </m:oMath>
                </a14:m>
                <a:r>
                  <a:rPr lang="he-IL" dirty="0"/>
                  <a:t>, </a:t>
                </a:r>
                <a:r>
                  <a:rPr lang="" dirty="0"/>
                  <a:t>ואורכו </a:t>
                </a:r>
                <a14:m>
                  <m:oMath xmlns:m="http://schemas.openxmlformats.org/officeDocument/2006/math">
                    <m:r>
                      <a:rPr lang="LID4096"/>
                      <m:t>2</m:t>
                    </m:r>
                    <m:r>
                      <a:rPr lang="LID4096" i="1"/>
                      <m:t>𝑚</m:t>
                    </m:r>
                  </m:oMath>
                </a14:m>
                <a:r>
                  <a:rPr lang="he-IL" dirty="0"/>
                  <a:t>.</a:t>
                </a:r>
                <a:endParaRPr lang="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C202563-741E-47E2-9D0E-ABB4785943B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97280" y="1845734"/>
                <a:ext cx="10058400" cy="4023360"/>
              </a:xfrm>
              <a:blipFill>
                <a:blip r:embed="rId3"/>
                <a:stretch>
                  <a:fillRect t="-1818" r="-1576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441C86-423C-4B67-A199-A2A8F2BC59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099E79-13FD-4424-9F60-FB6ECB69069A}" type="datetime9">
              <a:rPr lang="he-IL" smtClean="0"/>
              <a:t>16 אוקטובר, 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D8D377-735A-4069-B493-06824EF79D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תרגול 1 - מבוא ורדוקציות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66E13A-97A6-4A05-A2AF-368AD51722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5440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779073-49D8-56F2-A8E1-609E3C200C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AFDD31-007F-2CFF-CFF8-920588FD27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he-IL" dirty="0"/>
              <a:t>הוכחת טענת העזר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0CBD848-A645-3EBE-9F74-A5663904851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97280" y="1845734"/>
                <a:ext cx="10058400" cy="4023360"/>
              </a:xfrm>
            </p:spPr>
            <p:txBody>
              <a:bodyPr>
                <a:noAutofit/>
              </a:bodyPr>
              <a:lstStyle/>
              <a:p>
                <a:pPr algn="r" rtl="1"/>
                <a:r>
                  <a:rPr lang="he-IL" b="1" dirty="0">
                    <a:solidFill>
                      <a:srgbClr val="7030A0"/>
                    </a:solidFill>
                  </a:rPr>
                  <a:t>טענת עזר:</a:t>
                </a:r>
                <a:r>
                  <a:rPr lang="he-IL" dirty="0">
                    <a:solidFill>
                      <a:srgbClr val="7030A0"/>
                    </a:solidFill>
                  </a:rPr>
                  <a:t> קיים ב-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he-IL" dirty="0">
                    <a:solidFill>
                      <a:srgbClr val="7030A0"/>
                    </a:solidFill>
                  </a:rPr>
                  <a:t> </a:t>
                </a:r>
                <a:r>
                  <a:rPr lang="he-IL" u="sng" dirty="0">
                    <a:solidFill>
                      <a:srgbClr val="7030A0"/>
                    </a:solidFill>
                  </a:rPr>
                  <a:t>מסלול פשוט</a:t>
                </a:r>
                <a:r>
                  <a:rPr lang="he-IL" dirty="0">
                    <a:solidFill>
                      <a:srgbClr val="7030A0"/>
                    </a:solidFill>
                  </a:rPr>
                  <a:t> באורך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he-IL" dirty="0">
                    <a:solidFill>
                      <a:srgbClr val="7030A0"/>
                    </a:solidFill>
                  </a:rPr>
                  <a:t> בין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he-IL" dirty="0">
                    <a:solidFill>
                      <a:srgbClr val="7030A0"/>
                    </a:solidFill>
                  </a:rPr>
                  <a:t> ל-</a:t>
                </a:r>
                <a:r>
                  <a:rPr lang="en-US" dirty="0">
                    <a:solidFill>
                      <a:srgbClr val="7030A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he-IL" dirty="0">
                    <a:solidFill>
                      <a:srgbClr val="7030A0"/>
                    </a:solidFill>
                  </a:rPr>
                  <a:t>אמ"מ קיים ב-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he-IL" dirty="0">
                    <a:solidFill>
                      <a:srgbClr val="7030A0"/>
                    </a:solidFill>
                  </a:rPr>
                  <a:t> </a:t>
                </a:r>
                <a:r>
                  <a:rPr lang="he-IL" u="sng" dirty="0">
                    <a:solidFill>
                      <a:srgbClr val="7030A0"/>
                    </a:solidFill>
                  </a:rPr>
                  <a:t>מסלול פשוט</a:t>
                </a:r>
                <a:r>
                  <a:rPr lang="he-IL" dirty="0">
                    <a:solidFill>
                      <a:srgbClr val="7030A0"/>
                    </a:solidFill>
                  </a:rPr>
                  <a:t> באורך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he-IL" dirty="0">
                    <a:solidFill>
                      <a:srgbClr val="7030A0"/>
                    </a:solidFill>
                  </a:rPr>
                  <a:t> בין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he-IL" dirty="0">
                    <a:solidFill>
                      <a:srgbClr val="7030A0"/>
                    </a:solidFill>
                  </a:rPr>
                  <a:t> לבין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he-IL" dirty="0">
                    <a:solidFill>
                      <a:srgbClr val="7030A0"/>
                    </a:solidFill>
                  </a:rPr>
                  <a:t>.</a:t>
                </a:r>
              </a:p>
              <a:p>
                <a:pPr algn="r" rtl="1"/>
                <a:r>
                  <a:rPr lang="" b="1" dirty="0"/>
                  <a:t>כיוון </a:t>
                </a:r>
                <a:r>
                  <a:rPr lang="he-IL" b="1" dirty="0"/>
                  <a:t>שני (</a:t>
                </a:r>
                <a14:m>
                  <m:oMath xmlns:m="http://schemas.openxmlformats.org/officeDocument/2006/math">
                    <m:r>
                      <a:rPr lang="he-IL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he-IL" b="1" dirty="0"/>
                  <a:t>):</a:t>
                </a:r>
                <a:endParaRPr lang="" dirty="0"/>
              </a:p>
              <a:p>
                <a:pPr algn="r" rtl="1"/>
                <a:r>
                  <a:rPr lang="" dirty="0"/>
                  <a:t>יהי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LID4096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LID4096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LID4096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LID4096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sepChr m:val=","/>
                        <m:ctrlPr>
                          <a:rPr lang="LID4096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LID4096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e>
                        <m:acc>
                          <m:accPr>
                            <m:chr m:val="̅"/>
                            <m:ctrlPr>
                              <a:rPr lang="LID4096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LID4096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sSub>
                              <m:sSubPr>
                                <m:ctrlPr>
                                  <a:rPr lang="LID4096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LID4096" i="1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b>
                                <m:r>
                                  <a:rPr lang="LID4096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acc>
                      </m:e>
                      <m:e>
                        <m:sSub>
                          <m:sSubPr>
                            <m:ctrlPr>
                              <a:rPr lang="LID4096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LID4096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LID4096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  <m:e>
                        <m:acc>
                          <m:accPr>
                            <m:chr m:val="̅"/>
                            <m:ctrlPr>
                              <a:rPr lang="LID4096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LID4096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LID4096" i="1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b>
                                <m:r>
                                  <a:rPr lang="LID4096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LID4096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LID4096" i="1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b>
                                <m:r>
                                  <a:rPr lang="LID4096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acc>
                      </m:e>
                      <m:e>
                        <m:sSub>
                          <m:sSubPr>
                            <m:ctrlPr>
                              <a:rPr lang="LID4096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LID4096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LID4096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  <m:e>
                        <m:r>
                          <a:rPr lang="LID4096">
                            <a:latin typeface="Cambria Math" panose="02040503050406030204" pitchFamily="18" charset="0"/>
                          </a:rPr>
                          <m:t>…</m:t>
                        </m:r>
                      </m:e>
                      <m:e>
                        <m:sSub>
                          <m:sSubPr>
                            <m:ctrlPr>
                              <a:rPr lang="LID4096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LID4096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LID4096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LID4096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e>
                      <m:e>
                        <m:acc>
                          <m:accPr>
                            <m:chr m:val="̅"/>
                            <m:ctrlPr>
                              <a:rPr lang="LID4096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LID4096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LID4096" i="1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b>
                                <m:r>
                                  <a:rPr lang="LID4096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  <m:r>
                                  <a:rPr lang="LID4096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b>
                            </m:sSub>
                            <m:r>
                              <a:rPr lang="LID4096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acc>
                      </m:e>
                      <m:e>
                        <m:r>
                          <a:rPr lang="LID4096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</m:oMath>
                </a14:m>
                <a:r>
                  <a:rPr lang="he-IL" dirty="0"/>
                  <a:t> </a:t>
                </a:r>
                <a:r>
                  <a:rPr lang="" dirty="0"/>
                  <a:t>מסלול פשוט באורך </a:t>
                </a:r>
                <a14:m>
                  <m:oMath xmlns:m="http://schemas.openxmlformats.org/officeDocument/2006/math">
                    <m:r>
                      <a:rPr lang="" b="0" i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LID4096" i="1"/>
                      <m:t>𝑚</m:t>
                    </m:r>
                  </m:oMath>
                </a14:m>
                <a:r>
                  <a:rPr lang="he-IL" dirty="0"/>
                  <a:t> </a:t>
                </a:r>
                <a:r>
                  <a:rPr lang="" dirty="0"/>
                  <a:t>מ</a:t>
                </a:r>
                <a:r>
                  <a:rPr lang="he-IL" dirty="0"/>
                  <a:t>-</a:t>
                </a:r>
                <a14:m>
                  <m:oMath xmlns:m="http://schemas.openxmlformats.org/officeDocument/2006/math">
                    <m:r>
                      <a:rPr lang="LID4096" i="1"/>
                      <m:t>𝑠</m:t>
                    </m:r>
                  </m:oMath>
                </a14:m>
                <a:r>
                  <a:rPr lang="" dirty="0"/>
                  <a:t> ל</a:t>
                </a:r>
                <a:r>
                  <a:rPr lang="he-IL" dirty="0"/>
                  <a:t>-</a:t>
                </a:r>
                <a14:m>
                  <m:oMath xmlns:m="http://schemas.openxmlformats.org/officeDocument/2006/math">
                    <m:r>
                      <a:rPr lang="LID4096" i="1"/>
                      <m:t>𝑣</m:t>
                    </m:r>
                  </m:oMath>
                </a14:m>
                <a:r>
                  <a:rPr lang="" dirty="0"/>
                  <a:t> ב</a:t>
                </a:r>
                <a:r>
                  <a:rPr lang="he-IL" dirty="0"/>
                  <a:t>-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LID4096" i="1"/>
                        </m:ctrlPr>
                      </m:sSupPr>
                      <m:e>
                        <m:r>
                          <a:rPr lang="LID4096" i="1"/>
                          <m:t>𝐺</m:t>
                        </m:r>
                      </m:e>
                      <m:sup>
                        <m:r>
                          <a:rPr lang="LID4096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he-IL" dirty="0"/>
                  <a:t>.</a:t>
                </a:r>
                <a:endParaRPr lang="" dirty="0"/>
              </a:p>
              <a:p>
                <a:pPr algn="r" rtl="1"/>
                <a:r>
                  <a:rPr lang="" dirty="0"/>
                  <a:t>נגדיר</a:t>
                </a:r>
                <a:r>
                  <a:rPr lang="he-IL" dirty="0"/>
                  <a:t> </a:t>
                </a:r>
                <a14:m>
                  <m:oMath xmlns:m="http://schemas.openxmlformats.org/officeDocument/2006/math">
                    <m:r>
                      <a:rPr lang="LID4096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LID4096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sepChr m:val=","/>
                        <m:ctrlPr>
                          <a:rPr lang="LID4096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LID4096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e>
                        <m:sSub>
                          <m:sSubPr>
                            <m:ctrlPr>
                              <a:rPr lang="LID4096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LID4096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LID4096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LID4096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LID4096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LID4096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  <m:e>
                        <m:r>
                          <a:rPr lang="LID4096">
                            <a:latin typeface="Cambria Math" panose="02040503050406030204" pitchFamily="18" charset="0"/>
                          </a:rPr>
                          <m:t>…</m:t>
                        </m:r>
                      </m:e>
                      <m:e>
                        <m:sSub>
                          <m:sSubPr>
                            <m:ctrlPr>
                              <a:rPr lang="LID4096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LID4096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LID4096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LID4096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e>
                      <m:e>
                        <m:r>
                          <a:rPr lang="LID4096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</m:oMath>
                </a14:m>
                <a:r>
                  <a:rPr lang="he-IL" dirty="0"/>
                  <a:t>.</a:t>
                </a:r>
                <a:endParaRPr lang="LID4096" dirty="0"/>
              </a:p>
              <a:p>
                <a:pPr algn="r" rtl="1"/>
                <a:r>
                  <a:rPr lang="" dirty="0"/>
                  <a:t>לכל שני קודקודים עוקבים ב</a:t>
                </a:r>
                <a:r>
                  <a:rPr lang="he-IL" dirty="0"/>
                  <a:t>-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LID4096" i="1"/>
                        </m:ctrlPr>
                      </m:sSupPr>
                      <m:e>
                        <m:r>
                          <a:rPr lang="LID4096" i="1"/>
                          <m:t>𝑃</m:t>
                        </m:r>
                      </m:e>
                      <m:sup>
                        <m:r>
                          <a:rPr lang="LID4096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he-IL" dirty="0"/>
                  <a:t> ישנה</a:t>
                </a:r>
                <a:r>
                  <a:rPr lang="" dirty="0"/>
                  <a:t> צלע ב</a:t>
                </a:r>
                <a:r>
                  <a:rPr lang="he-IL" dirty="0"/>
                  <a:t>-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LID4096" i="1"/>
                        </m:ctrlPr>
                      </m:sSupPr>
                      <m:e>
                        <m:r>
                          <a:rPr lang="LID4096" i="1"/>
                          <m:t>𝐺</m:t>
                        </m:r>
                      </m:e>
                      <m:sup>
                        <m:r>
                          <a:rPr lang="LID4096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he-IL" dirty="0"/>
                  <a:t>.</a:t>
                </a:r>
                <a:endParaRPr lang="" dirty="0"/>
              </a:p>
              <a:p>
                <a:pPr algn="r" rtl="1"/>
                <a:r>
                  <a:rPr lang="" dirty="0"/>
                  <a:t>לכן</a:t>
                </a:r>
                <a:r>
                  <a:rPr lang="he-IL" dirty="0"/>
                  <a:t>, </a:t>
                </a:r>
                <a:r>
                  <a:rPr lang="" dirty="0"/>
                  <a:t>לפי בניית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LID4096" i="1"/>
                        </m:ctrlPr>
                      </m:sSupPr>
                      <m:e>
                        <m:r>
                          <a:rPr lang="LID4096" i="1"/>
                          <m:t>𝐺</m:t>
                        </m:r>
                      </m:e>
                      <m:sup>
                        <m:r>
                          <a:rPr lang="LID4096"/>
                          <m:t>′</m:t>
                        </m:r>
                      </m:sup>
                    </m:sSup>
                  </m:oMath>
                </a14:m>
                <a:r>
                  <a:rPr lang="he-IL" dirty="0"/>
                  <a:t>, </a:t>
                </a:r>
                <a:r>
                  <a:rPr lang="" dirty="0"/>
                  <a:t>בין כל שני קודקודים עוקבים ב</a:t>
                </a:r>
                <a:r>
                  <a:rPr lang="he-IL" dirty="0"/>
                  <a:t>-</a:t>
                </a:r>
                <a14:m>
                  <m:oMath xmlns:m="http://schemas.openxmlformats.org/officeDocument/2006/math">
                    <m:r>
                      <a:rPr lang="LID4096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" dirty="0"/>
                  <a:t> קיימת ב</a:t>
                </a:r>
                <a:r>
                  <a:rPr lang="he-IL" dirty="0"/>
                  <a:t>-</a:t>
                </a:r>
                <a14:m>
                  <m:oMath xmlns:m="http://schemas.openxmlformats.org/officeDocument/2006/math">
                    <m:r>
                      <a:rPr lang="LID4096" b="0" i="1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he-IL" dirty="0"/>
                  <a:t> </a:t>
                </a:r>
                <a:r>
                  <a:rPr lang="" dirty="0"/>
                  <a:t>הצלע המתאימה</a:t>
                </a:r>
                <a:r>
                  <a:rPr lang="he-IL" dirty="0"/>
                  <a:t>.</a:t>
                </a:r>
                <a:endParaRPr lang="" dirty="0"/>
              </a:p>
              <a:p>
                <a:pPr algn="r" rtl="1"/>
                <a:r>
                  <a:rPr lang="" dirty="0"/>
                  <a:t>בנוסף</a:t>
                </a:r>
                <a:r>
                  <a:rPr lang="he-IL" dirty="0"/>
                  <a:t>, </a:t>
                </a:r>
                <a:r>
                  <a:rPr lang="" dirty="0"/>
                  <a:t>מאחר ש</a:t>
                </a:r>
                <a:r>
                  <a:rPr lang="he-IL" dirty="0"/>
                  <a:t>-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LID4096" i="1"/>
                        </m:ctrlPr>
                      </m:sSupPr>
                      <m:e>
                        <m:r>
                          <a:rPr lang="LID4096" i="1"/>
                          <m:t>𝑃</m:t>
                        </m:r>
                      </m:e>
                      <m:sup>
                        <m:r>
                          <a:rPr lang="LID4096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" dirty="0"/>
                  <a:t> פשוט</a:t>
                </a:r>
                <a:r>
                  <a:rPr lang="he-IL" dirty="0"/>
                  <a:t>, </a:t>
                </a:r>
                <a:r>
                  <a:rPr lang="" dirty="0"/>
                  <a:t>גם </a:t>
                </a:r>
                <a:r>
                  <a:rPr lang="he-IL" dirty="0"/>
                  <a:t>ב-</a:t>
                </a:r>
                <a14:m>
                  <m:oMath xmlns:m="http://schemas.openxmlformats.org/officeDocument/2006/math">
                    <m:r>
                      <a:rPr lang="LID4096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he-IL" dirty="0"/>
                  <a:t> כל הקודקודים שונים והוא </a:t>
                </a:r>
                <a:r>
                  <a:rPr lang="" dirty="0"/>
                  <a:t>פשוט</a:t>
                </a:r>
                <a:r>
                  <a:rPr lang="he-IL" dirty="0"/>
                  <a:t>.</a:t>
                </a:r>
                <a:endParaRPr lang="" dirty="0"/>
              </a:p>
              <a:p>
                <a:pPr algn="r" rtl="1"/>
                <a:r>
                  <a:rPr lang="" dirty="0"/>
                  <a:t>מכאן ש</a:t>
                </a:r>
                <a:r>
                  <a:rPr lang="he-IL" dirty="0"/>
                  <a:t>-</a:t>
                </a:r>
                <a14:m>
                  <m:oMath xmlns:m="http://schemas.openxmlformats.org/officeDocument/2006/math">
                    <m:r>
                      <a:rPr lang="LID4096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" dirty="0"/>
                  <a:t> ה</a:t>
                </a:r>
                <a:r>
                  <a:rPr lang="he-IL" dirty="0" err="1"/>
                  <a:t>ינו</a:t>
                </a:r>
                <a:r>
                  <a:rPr lang="he-IL" dirty="0"/>
                  <a:t> אכן</a:t>
                </a:r>
                <a:r>
                  <a:rPr lang="" dirty="0"/>
                  <a:t> מסלול פשוט ב</a:t>
                </a:r>
                <a:r>
                  <a:rPr lang="he-IL" dirty="0"/>
                  <a:t>-</a:t>
                </a:r>
                <a14:m>
                  <m:oMath xmlns:m="http://schemas.openxmlformats.org/officeDocument/2006/math">
                    <m:r>
                      <a:rPr lang="LID4096" b="0" i="1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" dirty="0"/>
                  <a:t> מ</a:t>
                </a:r>
                <a:r>
                  <a:rPr lang="he-IL" dirty="0"/>
                  <a:t>-</a:t>
                </a:r>
                <a14:m>
                  <m:oMath xmlns:m="http://schemas.openxmlformats.org/officeDocument/2006/math">
                    <m:r>
                      <a:rPr lang="LID4096" i="1"/>
                      <m:t>𝑠</m:t>
                    </m:r>
                  </m:oMath>
                </a14:m>
                <a:r>
                  <a:rPr lang="" dirty="0"/>
                  <a:t> ל</a:t>
                </a:r>
                <a:r>
                  <a:rPr lang="he-IL" dirty="0"/>
                  <a:t>-</a:t>
                </a:r>
                <a14:m>
                  <m:oMath xmlns:m="http://schemas.openxmlformats.org/officeDocument/2006/math">
                    <m:r>
                      <a:rPr lang="LID4096" i="1"/>
                      <m:t>𝑣</m:t>
                    </m:r>
                  </m:oMath>
                </a14:m>
                <a:r>
                  <a:rPr lang="he-IL" dirty="0"/>
                  <a:t>, </a:t>
                </a:r>
                <a:r>
                  <a:rPr lang="" dirty="0"/>
                  <a:t>ואורכו </a:t>
                </a:r>
                <a14:m>
                  <m:oMath xmlns:m="http://schemas.openxmlformats.org/officeDocument/2006/math">
                    <m:r>
                      <a:rPr lang="LID4096" i="1"/>
                      <m:t>𝑚</m:t>
                    </m:r>
                  </m:oMath>
                </a14:m>
                <a:r>
                  <a:rPr lang="he-IL" dirty="0"/>
                  <a:t>.</a:t>
                </a:r>
              </a:p>
              <a:p>
                <a:pPr algn="l"/>
                <a14:m>
                  <m:oMath xmlns:m="http://schemas.openxmlformats.org/officeDocument/2006/math">
                    <m:r>
                      <a:rPr lang="he-IL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∎</m:t>
                    </m:r>
                  </m:oMath>
                </a14:m>
                <a:endParaRPr lang="he-IL" sz="40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0CBD848-A645-3EBE-9F74-A5663904851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97280" y="1845734"/>
                <a:ext cx="10058400" cy="4023360"/>
              </a:xfrm>
              <a:blipFill>
                <a:blip r:embed="rId3"/>
                <a:stretch>
                  <a:fillRect l="-1515" t="-1818" r="-1576" b="-8485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B6FF95-C28C-24E8-5C1C-2B16033BC8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618927-57CA-4C29-9610-45A45D1693B3}" type="datetime9">
              <a:rPr lang="he-IL" smtClean="0"/>
              <a:t>16 אוקטובר, 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C71228-C567-9A60-467F-7647244F16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תרגול 1 - מבוא ורדוקציות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9AA93F-7FF3-49C7-D241-54658849F2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90255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4D45CD-5D38-52FB-6163-1C0CBC767A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219ED7-6F28-6101-D013-13028F6944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he-IL" dirty="0"/>
              <a:t>תזכורת – איך כותבים פתרון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B4A1A6-B3EC-F1FF-ADCE-C479968618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r" rtl="1"/>
            <a:endParaRPr lang="he-IL" b="1" dirty="0"/>
          </a:p>
          <a:p>
            <a:pPr algn="r" rtl="1"/>
            <a:endParaRPr lang="he-IL" b="1" dirty="0"/>
          </a:p>
          <a:p>
            <a:pPr algn="r" rtl="1"/>
            <a:r>
              <a:rPr lang="he-IL" b="1" dirty="0"/>
              <a:t>בכל בעיה נציג שלושה חלקים:</a:t>
            </a:r>
            <a:endParaRPr lang="he-IL" dirty="0"/>
          </a:p>
          <a:p>
            <a:pPr marL="658368" lvl="1" indent="-457200" algn="r" rtl="1">
              <a:buClrTx/>
              <a:buFont typeface="+mj-lt"/>
              <a:buAutoNum type="arabicPeriod"/>
            </a:pPr>
            <a:r>
              <a:rPr lang="he-IL" sz="2000" dirty="0">
                <a:solidFill>
                  <a:srgbClr val="00B050"/>
                </a:solidFill>
              </a:rPr>
              <a:t>תיאור האלגוריתם – תיאור מילולי או </a:t>
            </a:r>
            <a:r>
              <a:rPr lang="he-IL" sz="2000" dirty="0" err="1">
                <a:solidFill>
                  <a:srgbClr val="00B050"/>
                </a:solidFill>
              </a:rPr>
              <a:t>פסאודו</a:t>
            </a:r>
            <a:r>
              <a:rPr lang="he-IL" sz="2000" dirty="0">
                <a:solidFill>
                  <a:srgbClr val="00B050"/>
                </a:solidFill>
              </a:rPr>
              <a:t>-קוד.</a:t>
            </a:r>
          </a:p>
          <a:p>
            <a:pPr marL="658368" lvl="1" indent="-457200" algn="r" rtl="1">
              <a:buClrTx/>
              <a:buFont typeface="+mj-lt"/>
              <a:buAutoNum type="arabicPeriod"/>
            </a:pPr>
            <a:r>
              <a:rPr lang="he-IL" sz="2000" dirty="0">
                <a:solidFill>
                  <a:srgbClr val="00B050"/>
                </a:solidFill>
              </a:rPr>
              <a:t>הוכחת נכונות – הוכחה שהאלגוריתם אכן פותר את הבעיה.</a:t>
            </a:r>
          </a:p>
          <a:p>
            <a:pPr marL="658368" lvl="1" indent="-457200" algn="r" rtl="1">
              <a:buClrTx/>
              <a:buFont typeface="+mj-lt"/>
              <a:buAutoNum type="arabicPeriod"/>
            </a:pPr>
            <a:r>
              <a:rPr lang="he-IL" sz="2000" dirty="0"/>
              <a:t>ניתוח זמן ריצה – פרטי המימוש וניתוח היעילות של האלגוריתם.</a:t>
            </a:r>
            <a:endParaRPr lang="he-IL" sz="300" b="1" dirty="0"/>
          </a:p>
          <a:p>
            <a:endParaRPr lang="LID4096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4793D2-AFEA-2AB8-4465-DC163E505E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2EBD5-5335-43D9-AA9B-E7ACE5BE2D67}" type="datetime9">
              <a:rPr lang="he-IL" smtClean="0"/>
              <a:t>16 אוקטובר, 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7FB4D4-5FC3-1CA5-3C79-1D6E78C35A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תרגול 1 - מבוא ורדוקציות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1307E4-2255-BB9A-516C-232DF4627B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325922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0E8D4B-3031-FD3B-4A37-335FA480CC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5FD15F-A403-1B72-5689-E33D9A66C4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he-IL" dirty="0"/>
              <a:t>תזכורת – איך כותבים פתרון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EE4C55-2F5A-B7F0-608D-8AAE315C64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r" rtl="1"/>
            <a:endParaRPr lang="he-IL" b="1" dirty="0"/>
          </a:p>
          <a:p>
            <a:pPr algn="r" rtl="1"/>
            <a:endParaRPr lang="he-IL" b="1" dirty="0"/>
          </a:p>
          <a:p>
            <a:pPr algn="r" rtl="1"/>
            <a:r>
              <a:rPr lang="he-IL" b="1" dirty="0"/>
              <a:t>בכל בעיה נציג שלושה חלקים:</a:t>
            </a:r>
            <a:endParaRPr lang="he-IL" dirty="0"/>
          </a:p>
          <a:p>
            <a:pPr marL="658368" lvl="1" indent="-457200" algn="r" rtl="1">
              <a:buClrTx/>
              <a:buFont typeface="+mj-lt"/>
              <a:buAutoNum type="arabicPeriod"/>
            </a:pPr>
            <a:r>
              <a:rPr lang="he-IL" sz="2000" dirty="0">
                <a:solidFill>
                  <a:srgbClr val="00B050"/>
                </a:solidFill>
              </a:rPr>
              <a:t>תיאור האלגוריתם – תיאור מילולי או פסאודו-קוד.</a:t>
            </a:r>
          </a:p>
          <a:p>
            <a:pPr marL="658368" lvl="1" indent="-457200" algn="r" rtl="1">
              <a:buClrTx/>
              <a:buFont typeface="+mj-lt"/>
              <a:buAutoNum type="arabicPeriod"/>
            </a:pPr>
            <a:r>
              <a:rPr lang="he-IL" sz="2000" dirty="0">
                <a:solidFill>
                  <a:srgbClr val="00B050"/>
                </a:solidFill>
              </a:rPr>
              <a:t>הוכחת נכונות – הוכחה שהאלגוריתם אכן פותר את הבעיה.</a:t>
            </a:r>
          </a:p>
          <a:p>
            <a:pPr marL="658368" lvl="1" indent="-457200" algn="r" rtl="1">
              <a:buClrTx/>
              <a:buFont typeface="+mj-lt"/>
              <a:buAutoNum type="arabicPeriod"/>
            </a:pPr>
            <a:r>
              <a:rPr lang="he-IL" sz="2000" dirty="0">
                <a:solidFill>
                  <a:srgbClr val="0070C0"/>
                </a:solidFill>
              </a:rPr>
              <a:t>ניתוח זמן ריצה – פרטי המימוש וניתוח היעילות של האלגוריתם.</a:t>
            </a:r>
            <a:endParaRPr lang="he-IL" sz="300" b="1" dirty="0">
              <a:solidFill>
                <a:srgbClr val="0070C0"/>
              </a:solidFill>
            </a:endParaRPr>
          </a:p>
          <a:p>
            <a:endParaRPr lang="LID4096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4D8516-4395-BD5C-2EB6-90E897DF71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53106-49A8-49CD-B816-26A8632D0D1A}" type="datetime9">
              <a:rPr lang="he-IL" smtClean="0"/>
              <a:t>16 אוקטובר, 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4673BB-FE77-9F03-6B00-2E2729483C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תרגול 1 - מבוא ורדוקציות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B4044B-D6D3-C748-4765-5B91D07956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617602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DAE5529C-A31F-8351-DD29-4C8B03AC5764}"/>
              </a:ext>
            </a:extLst>
          </p:cNvPr>
          <p:cNvSpPr/>
          <p:nvPr/>
        </p:nvSpPr>
        <p:spPr>
          <a:xfrm>
            <a:off x="6096000" y="5307721"/>
            <a:ext cx="5059680" cy="43092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5BFBCA-BC5C-4F83-AB4F-CBF102D814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he-IL" dirty="0"/>
              <a:t>מימוש וניתוח זמן הריצה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CA64DE8-21C4-4BEE-AA15-0177AC9CA77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27354" y="1845734"/>
                <a:ext cx="9828325" cy="4023360"/>
              </a:xfrm>
            </p:spPr>
            <p:txBody>
              <a:bodyPr>
                <a:normAutofit/>
              </a:bodyPr>
              <a:lstStyle/>
              <a:p>
                <a:pPr algn="r" rtl="1">
                  <a:spcAft>
                    <a:spcPts val="1200"/>
                  </a:spcAft>
                </a:pPr>
                <a:r>
                  <a:rPr lang="he-IL" b="1" dirty="0">
                    <a:solidFill>
                      <a:srgbClr val="002060"/>
                    </a:solidFill>
                  </a:rPr>
                  <a:t>ממיר קלט:</a:t>
                </a:r>
                <a:r>
                  <a:rPr lang="he-IL" b="1" dirty="0"/>
                  <a:t> </a:t>
                </a:r>
                <a:r>
                  <a:rPr lang="he-IL" dirty="0"/>
                  <a:t>בניית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he-IL" dirty="0"/>
                  <a:t> דורשת מספר קבוע של מעברים על הקודקודים והקשתות של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he-IL" dirty="0"/>
                  <a:t>, ולכן הבנייה תדרוש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</m:d>
                      </m:e>
                    </m:d>
                  </m:oMath>
                </a14:m>
                <a:r>
                  <a:rPr lang="he-IL" dirty="0"/>
                  <a:t> זמן.</a:t>
                </a:r>
              </a:p>
              <a:p>
                <a:pPr marL="201168" lvl="1" indent="0" algn="r" rtl="1">
                  <a:buNone/>
                </a:pPr>
                <a:r>
                  <a:rPr lang="he-IL" sz="2000" b="1" dirty="0">
                    <a:solidFill>
                      <a:srgbClr val="002060"/>
                    </a:solidFill>
                  </a:rPr>
                  <a:t>הרצת </a:t>
                </a:r>
                <a:r>
                  <a:rPr lang="en-US" sz="2000" b="1" dirty="0">
                    <a:solidFill>
                      <a:srgbClr val="002060"/>
                    </a:solidFill>
                  </a:rPr>
                  <a:t>SEP</a:t>
                </a:r>
                <a:r>
                  <a:rPr lang="he-IL" sz="2000" dirty="0">
                    <a:solidFill>
                      <a:srgbClr val="002060"/>
                    </a:solidFill>
                  </a:rPr>
                  <a:t>:</a:t>
                </a:r>
                <a:r>
                  <a:rPr lang="he-IL" sz="2000" dirty="0"/>
                  <a:t> </a:t>
                </a:r>
              </a:p>
              <a:p>
                <a:pPr lvl="1" algn="r" rtl="1"/>
                <a:r>
                  <a:rPr lang="he-IL" sz="2000" dirty="0"/>
                  <a:t>הוכחנו בחלק הקודם שניתן לפתור את הבעיה ב-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  <m:sup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e>
                        </m:d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</m:e>
                              <m:sup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e>
                        </m:d>
                      </m:e>
                    </m:d>
                  </m:oMath>
                </a14:m>
                <a:r>
                  <a:rPr lang="he-IL" sz="2000" dirty="0"/>
                  <a:t> זמן.</a:t>
                </a:r>
                <a:endParaRPr lang="en-US" sz="2000" dirty="0"/>
              </a:p>
              <a:p>
                <a:pPr lvl="1" algn="r" rtl="1"/>
                <a:r>
                  <a:rPr lang="he-IL" sz="2000" dirty="0"/>
                  <a:t>מכיוון ש-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|"/>
                        <m:endChr m:val="|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d>
                  </m:oMath>
                </a14:m>
                <a:r>
                  <a:rPr lang="he-IL" sz="2000" dirty="0"/>
                  <a:t> ו-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=2</m:t>
                    </m:r>
                    <m:d>
                      <m:dPr>
                        <m:begChr m:val="|"/>
                        <m:endChr m:val="|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d>
                  </m:oMath>
                </a14:m>
                <a:r>
                  <a:rPr lang="he-IL" sz="2000" dirty="0"/>
                  <a:t>, נקבל שהזמן הדרוש להפעלת הקופסה השחורה על הגרף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he-IL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he-IL" sz="2000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p>
                        <m:r>
                          <a:rPr lang="he-IL" sz="20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he-IL" sz="2000" dirty="0"/>
                  <a:t> הינו:</a:t>
                </a:r>
              </a:p>
              <a:p>
                <a:pPr marL="0" indent="0" algn="r" rtl="1">
                  <a:spcAft>
                    <a:spcPts val="1200"/>
                  </a:spcAft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e>
                          </m:d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he-IL" dirty="0"/>
              </a:p>
              <a:p>
                <a:pPr algn="r" rtl="1"/>
                <a:r>
                  <a:rPr lang="he-IL" b="1" dirty="0">
                    <a:solidFill>
                      <a:srgbClr val="002060"/>
                    </a:solidFill>
                  </a:rPr>
                  <a:t>ממיר פלט: </a:t>
                </a:r>
                <a:r>
                  <a:rPr lang="he-IL" dirty="0"/>
                  <a:t>נסרוק את כל קודקודי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he-IL" dirty="0"/>
                  <a:t>, ולכן יידרש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</m:d>
                      </m:e>
                    </m:d>
                  </m:oMath>
                </a14:m>
                <a:r>
                  <a:rPr lang="he-IL" dirty="0"/>
                  <a:t> זמן.</a:t>
                </a:r>
              </a:p>
              <a:p>
                <a:pPr algn="r" rtl="1"/>
                <a:endParaRPr lang="he-IL" dirty="0"/>
              </a:p>
              <a:p>
                <a:pPr algn="r" rtl="1"/>
                <a:r>
                  <a:rPr lang="he-IL" b="1" dirty="0">
                    <a:solidFill>
                      <a:srgbClr val="002060"/>
                    </a:solidFill>
                  </a:rPr>
                  <a:t>סה"כ זמן הריצה של האלגוריתם: 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𝑶</m:t>
                    </m:r>
                    <m:d>
                      <m:dPr>
                        <m:ctrlPr>
                          <a:rPr lang="en-US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b="1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1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𝑽</m:t>
                            </m:r>
                          </m:e>
                        </m:d>
                        <m:r>
                          <a:rPr lang="en-US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US" b="1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1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𝑬</m:t>
                            </m:r>
                          </m:e>
                        </m:d>
                      </m:e>
                    </m:d>
                  </m:oMath>
                </a14:m>
                <a:r>
                  <a:rPr lang="he-IL" b="1" dirty="0">
                    <a:solidFill>
                      <a:srgbClr val="002060"/>
                    </a:solidFill>
                  </a:rPr>
                  <a:t>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CA64DE8-21C4-4BEE-AA15-0177AC9CA77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27354" y="1845734"/>
                <a:ext cx="9828325" cy="4023360"/>
              </a:xfrm>
              <a:blipFill>
                <a:blip r:embed="rId2"/>
                <a:stretch>
                  <a:fillRect t="-1515" r="-1613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BAAF87-F2F6-453A-9449-FE0726C13B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4FD3D-CC04-4DD5-9A1A-D2CA7AC0D82C}" type="datetime9">
              <a:rPr lang="he-IL" smtClean="0"/>
              <a:t>16 אוקטובר, 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A203A2-201F-49DF-B822-375CAF81DD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תרגול 1 - מבוא ורדוקציות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DED1C4-5AD5-4620-89AB-E3FDFBCB64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66375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3" grpId="0" uiExpand="1" build="p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A34ACC-3EAD-E43E-577B-ABD5A255CD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10DE85-8486-5BEB-DB5B-0C1B18C785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he-IL" dirty="0"/>
              <a:t>תזכורת – איך כותבים פתרון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F766AB-CCAB-A1B8-0B5B-DCAD2D01C4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r" rtl="1"/>
            <a:endParaRPr lang="he-IL" b="1" dirty="0"/>
          </a:p>
          <a:p>
            <a:pPr algn="r" rtl="1"/>
            <a:endParaRPr lang="he-IL" b="1" dirty="0"/>
          </a:p>
          <a:p>
            <a:pPr algn="r" rtl="1"/>
            <a:r>
              <a:rPr lang="he-IL" b="1" dirty="0"/>
              <a:t>בכל בעיה נציג שלושה חלקים:</a:t>
            </a:r>
            <a:endParaRPr lang="he-IL" dirty="0"/>
          </a:p>
          <a:p>
            <a:pPr marL="658368" lvl="1" indent="-457200" algn="r" rtl="1">
              <a:buClrTx/>
              <a:buFont typeface="+mj-lt"/>
              <a:buAutoNum type="arabicPeriod"/>
            </a:pPr>
            <a:r>
              <a:rPr lang="he-IL" sz="2000" dirty="0">
                <a:solidFill>
                  <a:srgbClr val="00B050"/>
                </a:solidFill>
              </a:rPr>
              <a:t>תיאור האלגוריתם – תיאור מילולי או פסאודו-קוד.</a:t>
            </a:r>
          </a:p>
          <a:p>
            <a:pPr marL="658368" lvl="1" indent="-457200" algn="r" rtl="1">
              <a:buClrTx/>
              <a:buFont typeface="+mj-lt"/>
              <a:buAutoNum type="arabicPeriod"/>
            </a:pPr>
            <a:r>
              <a:rPr lang="he-IL" sz="2000" dirty="0">
                <a:solidFill>
                  <a:srgbClr val="00B050"/>
                </a:solidFill>
              </a:rPr>
              <a:t>הוכחת נכונות – הוכחה שהאלגוריתם אכן פותר את הבעיה.</a:t>
            </a:r>
          </a:p>
          <a:p>
            <a:pPr marL="658368" lvl="1" indent="-457200" algn="r" rtl="1">
              <a:buClrTx/>
              <a:buFont typeface="+mj-lt"/>
              <a:buAutoNum type="arabicPeriod"/>
            </a:pPr>
            <a:r>
              <a:rPr lang="he-IL" sz="2000" dirty="0">
                <a:solidFill>
                  <a:srgbClr val="00B050"/>
                </a:solidFill>
              </a:rPr>
              <a:t>ניתוח זמן ריצה – פרטי המימוש וניתוח היעילות של האלגוריתם.</a:t>
            </a:r>
            <a:endParaRPr lang="he-IL" sz="300" b="1" dirty="0">
              <a:solidFill>
                <a:srgbClr val="00B050"/>
              </a:solidFill>
            </a:endParaRPr>
          </a:p>
          <a:p>
            <a:endParaRPr lang="LID4096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9EBB92-D6BF-DCC8-0746-EC3F1DFD98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7EA349-C37B-40F0-8EFC-7C7293F3DED7}" type="datetime9">
              <a:rPr lang="he-IL" smtClean="0"/>
              <a:t>16 אוקטובר, 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F23761-3E6D-AB85-1004-998579B97F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תרגול 1 - מבוא ורדוקציות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8A6E39-81B4-0B07-ABEC-A93831C048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893002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D5718F-D31C-4E9D-8B03-2F7816BC12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he-IL" dirty="0"/>
              <a:t>בעיות נוספות למחשבה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38D8A1C-B0C8-4D2C-9236-E9D8AE0FAF1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algn="r" rtl="1"/>
                <a:r>
                  <a:rPr lang="he-IL" b="1" dirty="0"/>
                  <a:t>בעיית </a:t>
                </a:r>
                <a:r>
                  <a:rPr lang="en-US" b="1" dirty="0"/>
                  <a:t>SOP</a:t>
                </a:r>
                <a:r>
                  <a:rPr lang="he-IL" b="1" dirty="0"/>
                  <a:t> (</a:t>
                </a:r>
                <a:r>
                  <a:rPr lang="en-US" b="1" dirty="0"/>
                  <a:t>Single Source Shortest Odd Paths</a:t>
                </a:r>
                <a:r>
                  <a:rPr lang="he-IL" b="1" dirty="0"/>
                  <a:t>)</a:t>
                </a:r>
                <a:endParaRPr lang="he-IL" dirty="0"/>
              </a:p>
              <a:p>
                <a:pPr algn="r" rtl="1"/>
                <a:r>
                  <a:rPr lang="he-IL" dirty="0"/>
                  <a:t>בהינתן גרף לא מכוון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d>
                  </m:oMath>
                </a14:m>
                <a:r>
                  <a:rPr lang="he-IL" dirty="0"/>
                  <a:t> וקודקוד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he-IL" dirty="0"/>
                  <a:t>, יש להחזיר אורך מסלול </a:t>
                </a:r>
                <a:r>
                  <a:rPr lang="he-IL" b="1" dirty="0"/>
                  <a:t>אי-</a:t>
                </a:r>
                <a:r>
                  <a:rPr lang="he-IL" b="1" dirty="0">
                    <a:solidFill>
                      <a:schemeClr val="tx1"/>
                    </a:solidFill>
                  </a:rPr>
                  <a:t>זוגי</a:t>
                </a:r>
                <a:r>
                  <a:rPr lang="he-IL" b="1" dirty="0"/>
                  <a:t> </a:t>
                </a:r>
                <a:r>
                  <a:rPr lang="he-IL" dirty="0"/>
                  <a:t>מינימלי מ-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he-IL" dirty="0"/>
                  <a:t> לכל קודקוד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he-IL" dirty="0"/>
                  <a:t>, או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lang="he-IL" dirty="0"/>
                  <a:t> אם לא קיים מסלול כזה.</a:t>
                </a:r>
              </a:p>
              <a:p>
                <a:pPr algn="r" rtl="1"/>
                <a:endParaRPr lang="he-IL" dirty="0"/>
              </a:p>
              <a:p>
                <a:pPr lvl="1" algn="r" rtl="1">
                  <a:buClrTx/>
                  <a:buFont typeface="Arial" panose="020B0604020202020204" pitchFamily="34" charset="0"/>
                  <a:buChar char="•"/>
                </a:pPr>
                <a:r>
                  <a:rPr lang="he-IL" sz="2000" dirty="0"/>
                  <a:t>כיצד היינו משנים את הרדוקציה מ-</a:t>
                </a:r>
                <a:r>
                  <a:rPr lang="en-US" sz="2000" dirty="0"/>
                  <a:t>SEP</a:t>
                </a:r>
                <a:r>
                  <a:rPr lang="he-IL" sz="2000" dirty="0"/>
                  <a:t> ל-</a:t>
                </a:r>
                <a:r>
                  <a:rPr lang="en-US" sz="2000" dirty="0"/>
                  <a:t>SP</a:t>
                </a:r>
                <a:r>
                  <a:rPr lang="he-IL" sz="2000" dirty="0"/>
                  <a:t> כדי לקבל רדוקציה מ-</a:t>
                </a:r>
                <a:r>
                  <a:rPr lang="en-US" sz="2000" dirty="0"/>
                  <a:t>SOP</a:t>
                </a:r>
                <a:r>
                  <a:rPr lang="he-IL" sz="2000" dirty="0"/>
                  <a:t> ל-</a:t>
                </a:r>
                <a:r>
                  <a:rPr lang="en-US" sz="2000" dirty="0"/>
                  <a:t>SP</a:t>
                </a:r>
                <a:r>
                  <a:rPr lang="he-IL" sz="2000" dirty="0"/>
                  <a:t>?</a:t>
                </a:r>
              </a:p>
              <a:p>
                <a:pPr lvl="1" algn="r" rtl="1">
                  <a:buClrTx/>
                  <a:buFont typeface="Arial" panose="020B0604020202020204" pitchFamily="34" charset="0"/>
                  <a:buChar char="•"/>
                </a:pPr>
                <a:r>
                  <a:rPr lang="he-IL" sz="2000" dirty="0"/>
                  <a:t>כיצד היינו משנים את הרדוקציה מ-</a:t>
                </a:r>
                <a:r>
                  <a:rPr lang="en-US" sz="2000" dirty="0"/>
                  <a:t>SP</a:t>
                </a:r>
                <a:r>
                  <a:rPr lang="he-IL" sz="2000" dirty="0"/>
                  <a:t> ל-</a:t>
                </a:r>
                <a:r>
                  <a:rPr lang="en-US" sz="2000" dirty="0"/>
                  <a:t>SEP</a:t>
                </a:r>
                <a:r>
                  <a:rPr lang="he-IL" sz="2000" dirty="0"/>
                  <a:t> כדי לקבל רדוקציה מ-</a:t>
                </a:r>
                <a:r>
                  <a:rPr lang="en-US" sz="2000" dirty="0"/>
                  <a:t>SP</a:t>
                </a:r>
                <a:r>
                  <a:rPr lang="he-IL" sz="2000" dirty="0"/>
                  <a:t> ל-</a:t>
                </a:r>
                <a:r>
                  <a:rPr lang="en-US" sz="2000" dirty="0"/>
                  <a:t>SOP</a:t>
                </a:r>
                <a:r>
                  <a:rPr lang="he-IL" sz="2000" dirty="0"/>
                  <a:t>?</a:t>
                </a:r>
              </a:p>
              <a:p>
                <a:pPr marL="0" indent="0" algn="r" rtl="1">
                  <a:buNone/>
                </a:pPr>
                <a:endParaRPr lang="he-IL" dirty="0"/>
              </a:p>
              <a:p>
                <a:pPr algn="r" rtl="1"/>
                <a:r>
                  <a:rPr lang="" dirty="0"/>
                  <a:t>רמזים נמצאים בקובץ ה</a:t>
                </a:r>
                <a:r>
                  <a:rPr lang="he-IL" dirty="0"/>
                  <a:t>-</a:t>
                </a:r>
                <a:r>
                  <a:rPr lang="" dirty="0"/>
                  <a:t>PDF</a:t>
                </a:r>
                <a:r>
                  <a:rPr lang="he-IL" dirty="0"/>
                  <a:t> </a:t>
                </a:r>
                <a:r>
                  <a:rPr lang="" dirty="0"/>
                  <a:t>של התרגול באתר הקורס</a:t>
                </a:r>
                <a:r>
                  <a:rPr lang="he-IL" dirty="0"/>
                  <a:t> – </a:t>
                </a:r>
                <a:r>
                  <a:rPr lang="" dirty="0"/>
                  <a:t>נסו לחשוב על הפתרון בעצמכם לפני</a:t>
                </a:r>
                <a:r>
                  <a:rPr lang="he-IL" dirty="0"/>
                  <a:t> שתסתכלו!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38D8A1C-B0C8-4D2C-9236-E9D8AE0FAF1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333" t="-1818" r="-1576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C57C23-9D4F-40D7-A3A6-4749B50582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54A397-5ED3-4F73-9049-C7A522C9263A}" type="datetime9">
              <a:rPr lang="he-IL" smtClean="0"/>
              <a:t>16 אוקטובר, 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1E81A3-65FA-4071-9210-EE62AF8D32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תרגול 1 - מבוא ורדוקציות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467970-CE9A-4981-86BC-7C62E8F525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51268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5726</TotalTime>
  <Words>5758</Words>
  <Application>Microsoft Office PowerPoint</Application>
  <PresentationFormat>Widescreen</PresentationFormat>
  <Paragraphs>862</Paragraphs>
  <Slides>59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59</vt:i4>
      </vt:variant>
    </vt:vector>
  </HeadingPairs>
  <TitlesOfParts>
    <vt:vector size="65" baseType="lpstr">
      <vt:lpstr>Arial</vt:lpstr>
      <vt:lpstr>Calibri</vt:lpstr>
      <vt:lpstr>Calibri Light</vt:lpstr>
      <vt:lpstr>Cambria Math</vt:lpstr>
      <vt:lpstr>Courier New</vt:lpstr>
      <vt:lpstr>Retrospect</vt:lpstr>
      <vt:lpstr>תכנון אלגוריתמים תרגול 1</vt:lpstr>
      <vt:lpstr>מידע חשוב לתחילת הסמסטר</vt:lpstr>
      <vt:lpstr>מבוא והגדרות בסיסיות</vt:lpstr>
      <vt:lpstr>בעיה, מופע ופתרון</vt:lpstr>
      <vt:lpstr>בעיה, מופע ופתרון</vt:lpstr>
      <vt:lpstr>בעיה, מופע ופתרון</vt:lpstr>
      <vt:lpstr>בעיה, מופע ופתרון</vt:lpstr>
      <vt:lpstr>אלגוריתם</vt:lpstr>
      <vt:lpstr>זמני ריצה</vt:lpstr>
      <vt:lpstr>זמני ריצה</vt:lpstr>
      <vt:lpstr>נכונות של אלגוריתם</vt:lpstr>
      <vt:lpstr>איך נראה פתרון?</vt:lpstr>
      <vt:lpstr>סוגי בעיות</vt:lpstr>
      <vt:lpstr>רדוקציות</vt:lpstr>
      <vt:lpstr>מוטיבציה</vt:lpstr>
      <vt:lpstr>הגדרה פורמלית לרדוקציה מבעיה A לבעיה B</vt:lpstr>
      <vt:lpstr>הוכחת נכונות</vt:lpstr>
      <vt:lpstr>נקודות חשובות ברדוקציות</vt:lpstr>
      <vt:lpstr>תכנון אלגוריתם באמצעות רדוקציה</vt:lpstr>
      <vt:lpstr>הגדרת הבעיה</vt:lpstr>
      <vt:lpstr>הגדרת הבעיה</vt:lpstr>
      <vt:lpstr>הגדרת הבעיה</vt:lpstr>
      <vt:lpstr>פתרון הבעיה</vt:lpstr>
      <vt:lpstr>נחשוב על רדוקציה</vt:lpstr>
      <vt:lpstr>תזכורת – איך כותבים פתרון</vt:lpstr>
      <vt:lpstr>תזכורת – איך כותבים פתרון</vt:lpstr>
      <vt:lpstr>תיאור הרדוקציה</vt:lpstr>
      <vt:lpstr>תזכורת – איך כותבים פתרון</vt:lpstr>
      <vt:lpstr>תזכורת – איך כותבים פתרון</vt:lpstr>
      <vt:lpstr>הוכחת נכונות – הגדרת טענות</vt:lpstr>
      <vt:lpstr>הוכחת נכונות</vt:lpstr>
      <vt:lpstr>הוכחת נכונות – הגדרת טענות</vt:lpstr>
      <vt:lpstr>הוכחת הטענה הראשית (על סמך טענת העזר)</vt:lpstr>
      <vt:lpstr>הוכחת הטענה הראשית (על סמך טענת העזר)</vt:lpstr>
      <vt:lpstr>הוכחת טענת העזר</vt:lpstr>
      <vt:lpstr>הוכחת טענת העזר</vt:lpstr>
      <vt:lpstr>תזכורת – איך כותבים פתרון</vt:lpstr>
      <vt:lpstr>תזכורת – איך כותבים פתרון</vt:lpstr>
      <vt:lpstr>מימוש וניתוח זמן ריצה</vt:lpstr>
      <vt:lpstr>תזכורת – איך כותבים פתרון</vt:lpstr>
      <vt:lpstr>רדוקציה מ-SP ל-SEP</vt:lpstr>
      <vt:lpstr>רדוקציה מ-SP ל-SEP</vt:lpstr>
      <vt:lpstr>תזכורת – איך כותבים פתרון</vt:lpstr>
      <vt:lpstr>תזכורת – איך כותבים פתרון</vt:lpstr>
      <vt:lpstr>תיאור הרדוקציה</vt:lpstr>
      <vt:lpstr>תזכורת – איך כותבים פתרון</vt:lpstr>
      <vt:lpstr>תזכורת – איך כותבים פתרון</vt:lpstr>
      <vt:lpstr>הוכחת נכונות – הגדרת טענות</vt:lpstr>
      <vt:lpstr>הוכחת נכונות</vt:lpstr>
      <vt:lpstr>הוכחת נכונות</vt:lpstr>
      <vt:lpstr>הוכחת הטענה הראשית (על סמך טענת העזר)</vt:lpstr>
      <vt:lpstr>הוכחת הטענה הראשית (על סמך טענת העזר)</vt:lpstr>
      <vt:lpstr>הוכחת טענת העזר</vt:lpstr>
      <vt:lpstr>הוכחת טענת העזר</vt:lpstr>
      <vt:lpstr>תזכורת – איך כותבים פתרון</vt:lpstr>
      <vt:lpstr>תזכורת – איך כותבים פתרון</vt:lpstr>
      <vt:lpstr>מימוש וניתוח זמן הריצה</vt:lpstr>
      <vt:lpstr>תזכורת – איך כותבים פתרון</vt:lpstr>
      <vt:lpstr>בעיות נוספות למחשבה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תכנון אלגוריתמים תרגול 1</dc:title>
  <dc:creator>Shahaf</dc:creator>
  <cp:lastModifiedBy>Ariel Khuzman</cp:lastModifiedBy>
  <cp:revision>92</cp:revision>
  <dcterms:created xsi:type="dcterms:W3CDTF">2019-10-23T17:43:34Z</dcterms:created>
  <dcterms:modified xsi:type="dcterms:W3CDTF">2026-10-16T12:59:03Z</dcterms:modified>
</cp:coreProperties>
</file>